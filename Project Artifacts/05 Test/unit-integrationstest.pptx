
<file path=[Content_Types].xml><?xml version="1.0" encoding="utf-8"?>
<Types xmlns="http://schemas.openxmlformats.org/package/2006/content-types">
  <Default Extension="emf" ContentType="image/x-emf"/>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4"/>
  </p:sldMasterIdLst>
  <p:notesMasterIdLst>
    <p:notesMasterId r:id="rId66"/>
  </p:notesMasterIdLst>
  <p:handoutMasterIdLst>
    <p:handoutMasterId r:id="rId67"/>
  </p:handoutMasterIdLst>
  <p:sldIdLst>
    <p:sldId id="256" r:id="rId5"/>
    <p:sldId id="696" r:id="rId6"/>
    <p:sldId id="644" r:id="rId7"/>
    <p:sldId id="559" r:id="rId8"/>
    <p:sldId id="603" r:id="rId9"/>
    <p:sldId id="582" r:id="rId10"/>
    <p:sldId id="697" r:id="rId11"/>
    <p:sldId id="568" r:id="rId12"/>
    <p:sldId id="698" r:id="rId13"/>
    <p:sldId id="608" r:id="rId14"/>
    <p:sldId id="597" r:id="rId15"/>
    <p:sldId id="645" r:id="rId16"/>
    <p:sldId id="647" r:id="rId17"/>
    <p:sldId id="612" r:id="rId18"/>
    <p:sldId id="688" r:id="rId19"/>
    <p:sldId id="600" r:id="rId20"/>
    <p:sldId id="651" r:id="rId21"/>
    <p:sldId id="652" r:id="rId22"/>
    <p:sldId id="632" r:id="rId23"/>
    <p:sldId id="359" r:id="rId24"/>
    <p:sldId id="567" r:id="rId25"/>
    <p:sldId id="658" r:id="rId26"/>
    <p:sldId id="641" r:id="rId27"/>
    <p:sldId id="653" r:id="rId28"/>
    <p:sldId id="654" r:id="rId29"/>
    <p:sldId id="683" r:id="rId30"/>
    <p:sldId id="684" r:id="rId31"/>
    <p:sldId id="685" r:id="rId32"/>
    <p:sldId id="686" r:id="rId33"/>
    <p:sldId id="699" r:id="rId34"/>
    <p:sldId id="701" r:id="rId35"/>
    <p:sldId id="655" r:id="rId36"/>
    <p:sldId id="661" r:id="rId37"/>
    <p:sldId id="656" r:id="rId38"/>
    <p:sldId id="607" r:id="rId39"/>
    <p:sldId id="637" r:id="rId40"/>
    <p:sldId id="631" r:id="rId41"/>
    <p:sldId id="624" r:id="rId42"/>
    <p:sldId id="579" r:id="rId43"/>
    <p:sldId id="622" r:id="rId44"/>
    <p:sldId id="584" r:id="rId45"/>
    <p:sldId id="585" r:id="rId46"/>
    <p:sldId id="586" r:id="rId47"/>
    <p:sldId id="650" r:id="rId48"/>
    <p:sldId id="258" r:id="rId49"/>
    <p:sldId id="659" r:id="rId50"/>
    <p:sldId id="259" r:id="rId51"/>
    <p:sldId id="660" r:id="rId52"/>
    <p:sldId id="261" r:id="rId53"/>
    <p:sldId id="662" r:id="rId54"/>
    <p:sldId id="646" r:id="rId55"/>
    <p:sldId id="626" r:id="rId56"/>
    <p:sldId id="680" r:id="rId57"/>
    <p:sldId id="636" r:id="rId58"/>
    <p:sldId id="681" r:id="rId59"/>
    <p:sldId id="625" r:id="rId60"/>
    <p:sldId id="642" r:id="rId61"/>
    <p:sldId id="498" r:id="rId62"/>
    <p:sldId id="618" r:id="rId63"/>
    <p:sldId id="575" r:id="rId64"/>
    <p:sldId id="700" r:id="rId65"/>
  </p:sldIdLst>
  <p:sldSz cx="12192000" cy="6858000"/>
  <p:notesSz cx="6858000" cy="9144000"/>
  <p:defaultTextStyle>
    <a:defPPr>
      <a:defRPr lang="da-DK"/>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A0A7"/>
    <a:srgbClr val="40717C"/>
    <a:srgbClr val="004250"/>
    <a:srgbClr val="FFFF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5289F7-5D42-4C95-80E4-5F803C3CB1F5}" v="2" dt="2022-02-21T13:45:56.666"/>
  </p1510:revLst>
</p1510:revInfo>
</file>

<file path=ppt/tableStyles.xml><?xml version="1.0" encoding="utf-8"?>
<a:tblStyleLst xmlns:a="http://schemas.openxmlformats.org/drawingml/2006/main" def="{5C22544A-7EE6-4342-B048-85BDC9FD1C3A}">
  <a:tblStyle styleId="{69C7853C-536D-4A76-A0AE-DD22124D55A5}" styleName="Tema til typografi 1 - Markering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68909" autoAdjust="0"/>
  </p:normalViewPr>
  <p:slideViewPr>
    <p:cSldViewPr>
      <p:cViewPr>
        <p:scale>
          <a:sx n="50" d="100"/>
          <a:sy n="50" d="100"/>
        </p:scale>
        <p:origin x="1944" y="830"/>
      </p:cViewPr>
      <p:guideLst>
        <p:guide orient="horz" pos="2160"/>
        <p:guide pos="3840"/>
      </p:guideLst>
    </p:cSldViewPr>
  </p:slideViewPr>
  <p:notesTextViewPr>
    <p:cViewPr>
      <p:scale>
        <a:sx n="1" d="1"/>
        <a:sy n="1" d="1"/>
      </p:scale>
      <p:origin x="0" y="0"/>
    </p:cViewPr>
  </p:notesTextViewPr>
  <p:notesViewPr>
    <p:cSldViewPr>
      <p:cViewPr varScale="1">
        <p:scale>
          <a:sx n="87" d="100"/>
          <a:sy n="87" d="100"/>
        </p:scale>
        <p:origin x="1272" y="5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userId="c6508bb99b3238f5" providerId="LiveId" clId="{BD5289F7-5D42-4C95-80E4-5F803C3CB1F5}"/>
    <pc:docChg chg="modSld">
      <pc:chgData name="Martin" userId="c6508bb99b3238f5" providerId="LiveId" clId="{BD5289F7-5D42-4C95-80E4-5F803C3CB1F5}" dt="2022-02-21T18:00:43.832" v="3" actId="1036"/>
      <pc:docMkLst>
        <pc:docMk/>
      </pc:docMkLst>
      <pc:sldChg chg="modSp mod">
        <pc:chgData name="Martin" userId="c6508bb99b3238f5" providerId="LiveId" clId="{BD5289F7-5D42-4C95-80E4-5F803C3CB1F5}" dt="2022-02-21T18:00:43.832" v="3" actId="1036"/>
        <pc:sldMkLst>
          <pc:docMk/>
          <pc:sldMk cId="2849974237" sldId="658"/>
        </pc:sldMkLst>
        <pc:picChg chg="mod">
          <ac:chgData name="Martin" userId="c6508bb99b3238f5" providerId="LiveId" clId="{BD5289F7-5D42-4C95-80E4-5F803C3CB1F5}" dt="2022-02-21T18:00:43.832" v="3" actId="1036"/>
          <ac:picMkLst>
            <pc:docMk/>
            <pc:sldMk cId="2849974237" sldId="658"/>
            <ac:picMk id="6" creationId="{00000000-0000-0000-0000-000000000000}"/>
          </ac:picMkLst>
        </pc:picChg>
      </pc:sldChg>
      <pc:sldChg chg="modSp">
        <pc:chgData name="Martin" userId="c6508bb99b3238f5" providerId="LiveId" clId="{BD5289F7-5D42-4C95-80E4-5F803C3CB1F5}" dt="2022-02-21T13:45:56.666" v="1" actId="1036"/>
        <pc:sldMkLst>
          <pc:docMk/>
          <pc:sldMk cId="683817065" sldId="685"/>
        </pc:sldMkLst>
        <pc:picChg chg="mod">
          <ac:chgData name="Martin" userId="c6508bb99b3238f5" providerId="LiveId" clId="{BD5289F7-5D42-4C95-80E4-5F803C3CB1F5}" dt="2022-02-21T13:45:56.666" v="1" actId="1036"/>
          <ac:picMkLst>
            <pc:docMk/>
            <pc:sldMk cId="683817065" sldId="685"/>
            <ac:picMk id="6" creationId="{DF870170-EF57-41F6-BBA6-BF3361F7D4F2}"/>
          </ac:picMkLst>
        </pc:picChg>
      </pc:sldChg>
    </pc:docChg>
  </pc:docChgLst>
  <pc:docChgLst>
    <pc:chgData name="Bodil Nørgaard" userId="2558ed56-3eb1-4768-b591-d86224f5464c" providerId="ADAL" clId="{E89DC8A1-E5CC-43D9-A4F3-741B56B7D543}"/>
    <pc:docChg chg="custSel addSld delSld modSld sldOrd">
      <pc:chgData name="Bodil Nørgaard" userId="2558ed56-3eb1-4768-b591-d86224f5464c" providerId="ADAL" clId="{E89DC8A1-E5CC-43D9-A4F3-741B56B7D543}" dt="2021-02-15T11:21:23.785" v="485" actId="20577"/>
      <pc:docMkLst>
        <pc:docMk/>
      </pc:docMkLst>
      <pc:sldChg chg="del">
        <pc:chgData name="Bodil Nørgaard" userId="2558ed56-3eb1-4768-b591-d86224f5464c" providerId="ADAL" clId="{E89DC8A1-E5CC-43D9-A4F3-741B56B7D543}" dt="2021-02-15T10:49:26.520" v="357" actId="47"/>
        <pc:sldMkLst>
          <pc:docMk/>
          <pc:sldMk cId="353788704" sldId="262"/>
        </pc:sldMkLst>
      </pc:sldChg>
      <pc:sldChg chg="del">
        <pc:chgData name="Bodil Nørgaard" userId="2558ed56-3eb1-4768-b591-d86224f5464c" providerId="ADAL" clId="{E89DC8A1-E5CC-43D9-A4F3-741B56B7D543}" dt="2021-02-15T11:09:46.302" v="418" actId="47"/>
        <pc:sldMkLst>
          <pc:docMk/>
          <pc:sldMk cId="3200431909" sldId="276"/>
        </pc:sldMkLst>
      </pc:sldChg>
      <pc:sldChg chg="del">
        <pc:chgData name="Bodil Nørgaard" userId="2558ed56-3eb1-4768-b591-d86224f5464c" providerId="ADAL" clId="{E89DC8A1-E5CC-43D9-A4F3-741B56B7D543}" dt="2021-02-15T10:49:25.120" v="356" actId="47"/>
        <pc:sldMkLst>
          <pc:docMk/>
          <pc:sldMk cId="3972624470" sldId="353"/>
        </pc:sldMkLst>
      </pc:sldChg>
      <pc:sldChg chg="add">
        <pc:chgData name="Bodil Nørgaard" userId="2558ed56-3eb1-4768-b591-d86224f5464c" providerId="ADAL" clId="{E89DC8A1-E5CC-43D9-A4F3-741B56B7D543}" dt="2021-02-15T08:21:01.801" v="7"/>
        <pc:sldMkLst>
          <pc:docMk/>
          <pc:sldMk cId="3483336176" sldId="568"/>
        </pc:sldMkLst>
      </pc:sldChg>
      <pc:sldChg chg="mod modShow">
        <pc:chgData name="Bodil Nørgaard" userId="2558ed56-3eb1-4768-b591-d86224f5464c" providerId="ADAL" clId="{E89DC8A1-E5CC-43D9-A4F3-741B56B7D543}" dt="2021-02-15T10:54:28.292" v="413" actId="729"/>
        <pc:sldMkLst>
          <pc:docMk/>
          <pc:sldMk cId="1717778912" sldId="575"/>
        </pc:sldMkLst>
      </pc:sldChg>
      <pc:sldChg chg="modSp mod">
        <pc:chgData name="Bodil Nørgaard" userId="2558ed56-3eb1-4768-b591-d86224f5464c" providerId="ADAL" clId="{E89DC8A1-E5CC-43D9-A4F3-741B56B7D543}" dt="2021-02-15T10:42:21.274" v="353"/>
        <pc:sldMkLst>
          <pc:docMk/>
          <pc:sldMk cId="1952148957" sldId="579"/>
        </pc:sldMkLst>
        <pc:spChg chg="mod">
          <ac:chgData name="Bodil Nørgaard" userId="2558ed56-3eb1-4768-b591-d86224f5464c" providerId="ADAL" clId="{E89DC8A1-E5CC-43D9-A4F3-741B56B7D543}" dt="2021-02-15T10:42:21.274" v="353"/>
          <ac:spMkLst>
            <pc:docMk/>
            <pc:sldMk cId="1952148957" sldId="579"/>
            <ac:spMk id="27651" creationId="{00000000-0000-0000-0000-000000000000}"/>
          </ac:spMkLst>
        </pc:spChg>
      </pc:sldChg>
      <pc:sldChg chg="modSp add mod ord">
        <pc:chgData name="Bodil Nørgaard" userId="2558ed56-3eb1-4768-b591-d86224f5464c" providerId="ADAL" clId="{E89DC8A1-E5CC-43D9-A4F3-741B56B7D543}" dt="2021-02-15T08:20:17.848" v="4"/>
        <pc:sldMkLst>
          <pc:docMk/>
          <pc:sldMk cId="1132756656" sldId="582"/>
        </pc:sldMkLst>
        <pc:spChg chg="mod">
          <ac:chgData name="Bodil Nørgaard" userId="2558ed56-3eb1-4768-b591-d86224f5464c" providerId="ADAL" clId="{E89DC8A1-E5CC-43D9-A4F3-741B56B7D543}" dt="2021-02-15T08:20:05.203" v="2" actId="27636"/>
          <ac:spMkLst>
            <pc:docMk/>
            <pc:sldMk cId="1132756656" sldId="582"/>
            <ac:spMk id="2" creationId="{00000000-0000-0000-0000-000000000000}"/>
          </ac:spMkLst>
        </pc:spChg>
      </pc:sldChg>
      <pc:sldChg chg="delSp mod delAnim">
        <pc:chgData name="Bodil Nørgaard" userId="2558ed56-3eb1-4768-b591-d86224f5464c" providerId="ADAL" clId="{E89DC8A1-E5CC-43D9-A4F3-741B56B7D543}" dt="2021-02-15T08:56:51.124" v="325" actId="478"/>
        <pc:sldMkLst>
          <pc:docMk/>
          <pc:sldMk cId="3932082404" sldId="597"/>
        </pc:sldMkLst>
        <pc:spChg chg="del">
          <ac:chgData name="Bodil Nørgaard" userId="2558ed56-3eb1-4768-b591-d86224f5464c" providerId="ADAL" clId="{E89DC8A1-E5CC-43D9-A4F3-741B56B7D543}" dt="2021-02-15T08:56:51.124" v="325" actId="478"/>
          <ac:spMkLst>
            <pc:docMk/>
            <pc:sldMk cId="3932082404" sldId="597"/>
            <ac:spMk id="5" creationId="{00000000-0000-0000-0000-000000000000}"/>
          </ac:spMkLst>
        </pc:spChg>
      </pc:sldChg>
      <pc:sldChg chg="add">
        <pc:chgData name="Bodil Nørgaard" userId="2558ed56-3eb1-4768-b591-d86224f5464c" providerId="ADAL" clId="{E89DC8A1-E5CC-43D9-A4F3-741B56B7D543}" dt="2021-02-15T08:55:31.080" v="324"/>
        <pc:sldMkLst>
          <pc:docMk/>
          <pc:sldMk cId="582400211" sldId="603"/>
        </pc:sldMkLst>
      </pc:sldChg>
      <pc:sldChg chg="del">
        <pc:chgData name="Bodil Nørgaard" userId="2558ed56-3eb1-4768-b591-d86224f5464c" providerId="ADAL" clId="{E89DC8A1-E5CC-43D9-A4F3-741B56B7D543}" dt="2021-02-15T11:09:44.775" v="417" actId="47"/>
        <pc:sldMkLst>
          <pc:docMk/>
          <pc:sldMk cId="1113365508" sldId="606"/>
        </pc:sldMkLst>
      </pc:sldChg>
      <pc:sldChg chg="modSp mod">
        <pc:chgData name="Bodil Nørgaard" userId="2558ed56-3eb1-4768-b591-d86224f5464c" providerId="ADAL" clId="{E89DC8A1-E5CC-43D9-A4F3-741B56B7D543}" dt="2021-02-15T10:53:23.027" v="411" actId="207"/>
        <pc:sldMkLst>
          <pc:docMk/>
          <pc:sldMk cId="4255480935" sldId="618"/>
        </pc:sldMkLst>
        <pc:spChg chg="mod">
          <ac:chgData name="Bodil Nørgaard" userId="2558ed56-3eb1-4768-b591-d86224f5464c" providerId="ADAL" clId="{E89DC8A1-E5CC-43D9-A4F3-741B56B7D543}" dt="2021-02-15T10:53:23.027" v="411" actId="207"/>
          <ac:spMkLst>
            <pc:docMk/>
            <pc:sldMk cId="4255480935" sldId="618"/>
            <ac:spMk id="3" creationId="{00000000-0000-0000-0000-000000000000}"/>
          </ac:spMkLst>
        </pc:spChg>
      </pc:sldChg>
      <pc:sldChg chg="modSp mod">
        <pc:chgData name="Bodil Nørgaard" userId="2558ed56-3eb1-4768-b591-d86224f5464c" providerId="ADAL" clId="{E89DC8A1-E5CC-43D9-A4F3-741B56B7D543}" dt="2021-02-15T10:41:23.346" v="350"/>
        <pc:sldMkLst>
          <pc:docMk/>
          <pc:sldMk cId="4117671343" sldId="624"/>
        </pc:sldMkLst>
        <pc:spChg chg="mod">
          <ac:chgData name="Bodil Nørgaard" userId="2558ed56-3eb1-4768-b591-d86224f5464c" providerId="ADAL" clId="{E89DC8A1-E5CC-43D9-A4F3-741B56B7D543}" dt="2021-02-15T10:41:23.346" v="350"/>
          <ac:spMkLst>
            <pc:docMk/>
            <pc:sldMk cId="4117671343" sldId="624"/>
            <ac:spMk id="3" creationId="{00000000-0000-0000-0000-000000000000}"/>
          </ac:spMkLst>
        </pc:spChg>
      </pc:sldChg>
      <pc:sldChg chg="modSp mod">
        <pc:chgData name="Bodil Nørgaard" userId="2558ed56-3eb1-4768-b591-d86224f5464c" providerId="ADAL" clId="{E89DC8A1-E5CC-43D9-A4F3-741B56B7D543}" dt="2021-02-15T10:49:53.914" v="366" actId="20577"/>
        <pc:sldMkLst>
          <pc:docMk/>
          <pc:sldMk cId="1478428906" sldId="625"/>
        </pc:sldMkLst>
        <pc:spChg chg="mod">
          <ac:chgData name="Bodil Nørgaard" userId="2558ed56-3eb1-4768-b591-d86224f5464c" providerId="ADAL" clId="{E89DC8A1-E5CC-43D9-A4F3-741B56B7D543}" dt="2021-02-15T10:49:53.914" v="366" actId="20577"/>
          <ac:spMkLst>
            <pc:docMk/>
            <pc:sldMk cId="1478428906" sldId="625"/>
            <ac:spMk id="3" creationId="{00000000-0000-0000-0000-000000000000}"/>
          </ac:spMkLst>
        </pc:spChg>
      </pc:sldChg>
      <pc:sldChg chg="del">
        <pc:chgData name="Bodil Nørgaard" userId="2558ed56-3eb1-4768-b591-d86224f5464c" providerId="ADAL" clId="{E89DC8A1-E5CC-43D9-A4F3-741B56B7D543}" dt="2021-02-15T10:51:55.765" v="391" actId="47"/>
        <pc:sldMkLst>
          <pc:docMk/>
          <pc:sldMk cId="967722476" sldId="630"/>
        </pc:sldMkLst>
      </pc:sldChg>
      <pc:sldChg chg="modSp mod">
        <pc:chgData name="Bodil Nørgaard" userId="2558ed56-3eb1-4768-b591-d86224f5464c" providerId="ADAL" clId="{E89DC8A1-E5CC-43D9-A4F3-741B56B7D543}" dt="2021-02-15T10:40:14.115" v="346"/>
        <pc:sldMkLst>
          <pc:docMk/>
          <pc:sldMk cId="4198692337" sldId="631"/>
        </pc:sldMkLst>
        <pc:spChg chg="mod">
          <ac:chgData name="Bodil Nørgaard" userId="2558ed56-3eb1-4768-b591-d86224f5464c" providerId="ADAL" clId="{E89DC8A1-E5CC-43D9-A4F3-741B56B7D543}" dt="2021-02-15T10:40:14.115" v="346"/>
          <ac:spMkLst>
            <pc:docMk/>
            <pc:sldMk cId="4198692337" sldId="631"/>
            <ac:spMk id="3" creationId="{00000000-0000-0000-0000-000000000000}"/>
          </ac:spMkLst>
        </pc:spChg>
      </pc:sldChg>
      <pc:sldChg chg="delSp modSp mod">
        <pc:chgData name="Bodil Nørgaard" userId="2558ed56-3eb1-4768-b591-d86224f5464c" providerId="ADAL" clId="{E89DC8A1-E5CC-43D9-A4F3-741B56B7D543}" dt="2021-02-15T10:49:11.445" v="355" actId="20577"/>
        <pc:sldMkLst>
          <pc:docMk/>
          <pc:sldMk cId="800163827" sldId="636"/>
        </pc:sldMkLst>
        <pc:spChg chg="mod">
          <ac:chgData name="Bodil Nørgaard" userId="2558ed56-3eb1-4768-b591-d86224f5464c" providerId="ADAL" clId="{E89DC8A1-E5CC-43D9-A4F3-741B56B7D543}" dt="2021-02-15T10:49:11.445" v="355" actId="20577"/>
          <ac:spMkLst>
            <pc:docMk/>
            <pc:sldMk cId="800163827" sldId="636"/>
            <ac:spMk id="3" creationId="{00000000-0000-0000-0000-000000000000}"/>
          </ac:spMkLst>
        </pc:spChg>
        <pc:picChg chg="del">
          <ac:chgData name="Bodil Nørgaard" userId="2558ed56-3eb1-4768-b591-d86224f5464c" providerId="ADAL" clId="{E89DC8A1-E5CC-43D9-A4F3-741B56B7D543}" dt="2021-02-15T10:49:06.288" v="354" actId="478"/>
          <ac:picMkLst>
            <pc:docMk/>
            <pc:sldMk cId="800163827" sldId="636"/>
            <ac:picMk id="6" creationId="{2FE5A331-2158-4FEB-A617-26094E85E069}"/>
          </ac:picMkLst>
        </pc:picChg>
      </pc:sldChg>
      <pc:sldChg chg="ord">
        <pc:chgData name="Bodil Nørgaard" userId="2558ed56-3eb1-4768-b591-d86224f5464c" providerId="ADAL" clId="{E89DC8A1-E5CC-43D9-A4F3-741B56B7D543}" dt="2021-02-15T10:40:20.843" v="348"/>
        <pc:sldMkLst>
          <pc:docMk/>
          <pc:sldMk cId="4290106902" sldId="637"/>
        </pc:sldMkLst>
      </pc:sldChg>
      <pc:sldChg chg="modSp mod">
        <pc:chgData name="Bodil Nørgaard" userId="2558ed56-3eb1-4768-b591-d86224f5464c" providerId="ADAL" clId="{E89DC8A1-E5CC-43D9-A4F3-741B56B7D543}" dt="2021-02-15T10:15:20.086" v="328" actId="33524"/>
        <pc:sldMkLst>
          <pc:docMk/>
          <pc:sldMk cId="546424977" sldId="651"/>
        </pc:sldMkLst>
        <pc:spChg chg="mod">
          <ac:chgData name="Bodil Nørgaard" userId="2558ed56-3eb1-4768-b591-d86224f5464c" providerId="ADAL" clId="{E89DC8A1-E5CC-43D9-A4F3-741B56B7D543}" dt="2021-02-15T10:15:20.086" v="328" actId="33524"/>
          <ac:spMkLst>
            <pc:docMk/>
            <pc:sldMk cId="546424977" sldId="651"/>
            <ac:spMk id="3" creationId="{FC87B94F-B5C1-4182-A8EA-BC018532CBB6}"/>
          </ac:spMkLst>
        </pc:spChg>
      </pc:sldChg>
      <pc:sldChg chg="delSp mod">
        <pc:chgData name="Bodil Nørgaard" userId="2558ed56-3eb1-4768-b591-d86224f5464c" providerId="ADAL" clId="{E89DC8A1-E5CC-43D9-A4F3-741B56B7D543}" dt="2021-02-15T10:29:10.192" v="344" actId="478"/>
        <pc:sldMkLst>
          <pc:docMk/>
          <pc:sldMk cId="3111405305" sldId="655"/>
        </pc:sldMkLst>
        <pc:spChg chg="del">
          <ac:chgData name="Bodil Nørgaard" userId="2558ed56-3eb1-4768-b591-d86224f5464c" providerId="ADAL" clId="{E89DC8A1-E5CC-43D9-A4F3-741B56B7D543}" dt="2021-02-15T10:29:10.192" v="344" actId="478"/>
          <ac:spMkLst>
            <pc:docMk/>
            <pc:sldMk cId="3111405305" sldId="655"/>
            <ac:spMk id="3" creationId="{8590E803-A643-400A-942B-35DA1072065C}"/>
          </ac:spMkLst>
        </pc:spChg>
      </pc:sldChg>
      <pc:sldChg chg="modSp mod">
        <pc:chgData name="Bodil Nørgaard" userId="2558ed56-3eb1-4768-b591-d86224f5464c" providerId="ADAL" clId="{E89DC8A1-E5CC-43D9-A4F3-741B56B7D543}" dt="2021-02-15T10:52:14.802" v="403" actId="20577"/>
        <pc:sldMkLst>
          <pc:docMk/>
          <pc:sldMk cId="4038185536" sldId="681"/>
        </pc:sldMkLst>
        <pc:spChg chg="mod">
          <ac:chgData name="Bodil Nørgaard" userId="2558ed56-3eb1-4768-b591-d86224f5464c" providerId="ADAL" clId="{E89DC8A1-E5CC-43D9-A4F3-741B56B7D543}" dt="2021-02-15T10:52:14.802" v="403" actId="20577"/>
          <ac:spMkLst>
            <pc:docMk/>
            <pc:sldMk cId="4038185536" sldId="681"/>
            <ac:spMk id="3" creationId="{A5A3E2D0-EDA0-45F5-A027-0A73A5653AF4}"/>
          </ac:spMkLst>
        </pc:spChg>
      </pc:sldChg>
      <pc:sldChg chg="modSp del mod modShow">
        <pc:chgData name="Bodil Nørgaard" userId="2558ed56-3eb1-4768-b591-d86224f5464c" providerId="ADAL" clId="{E89DC8A1-E5CC-43D9-A4F3-741B56B7D543}" dt="2021-02-15T10:55:55.447" v="416" actId="47"/>
        <pc:sldMkLst>
          <pc:docMk/>
          <pc:sldMk cId="1639221335" sldId="682"/>
        </pc:sldMkLst>
        <pc:picChg chg="mod">
          <ac:chgData name="Bodil Nørgaard" userId="2558ed56-3eb1-4768-b591-d86224f5464c" providerId="ADAL" clId="{E89DC8A1-E5CC-43D9-A4F3-741B56B7D543}" dt="2021-02-15T10:54:43.238" v="414" actId="14100"/>
          <ac:picMkLst>
            <pc:docMk/>
            <pc:sldMk cId="1639221335" sldId="682"/>
            <ac:picMk id="7" creationId="{C37A59B9-99CF-4829-A6F8-3EA43C181111}"/>
          </ac:picMkLst>
        </pc:picChg>
      </pc:sldChg>
      <pc:sldChg chg="modSp mod">
        <pc:chgData name="Bodil Nørgaard" userId="2558ed56-3eb1-4768-b591-d86224f5464c" providerId="ADAL" clId="{E89DC8A1-E5CC-43D9-A4F3-741B56B7D543}" dt="2021-02-15T10:23:56.738" v="333" actId="20577"/>
        <pc:sldMkLst>
          <pc:docMk/>
          <pc:sldMk cId="3650836605" sldId="683"/>
        </pc:sldMkLst>
        <pc:spChg chg="mod">
          <ac:chgData name="Bodil Nørgaard" userId="2558ed56-3eb1-4768-b591-d86224f5464c" providerId="ADAL" clId="{E89DC8A1-E5CC-43D9-A4F3-741B56B7D543}" dt="2021-02-15T10:23:56.738" v="333" actId="20577"/>
          <ac:spMkLst>
            <pc:docMk/>
            <pc:sldMk cId="3650836605" sldId="683"/>
            <ac:spMk id="4" creationId="{DFB30AEC-FD0D-4A94-AAFC-BBBDBBAB1796}"/>
          </ac:spMkLst>
        </pc:spChg>
      </pc:sldChg>
      <pc:sldChg chg="modSp">
        <pc:chgData name="Bodil Nørgaard" userId="2558ed56-3eb1-4768-b591-d86224f5464c" providerId="ADAL" clId="{E89DC8A1-E5CC-43D9-A4F3-741B56B7D543}" dt="2021-02-15T10:24:12.954" v="334" actId="14100"/>
        <pc:sldMkLst>
          <pc:docMk/>
          <pc:sldMk cId="2791416112" sldId="684"/>
        </pc:sldMkLst>
        <pc:picChg chg="mod">
          <ac:chgData name="Bodil Nørgaard" userId="2558ed56-3eb1-4768-b591-d86224f5464c" providerId="ADAL" clId="{E89DC8A1-E5CC-43D9-A4F3-741B56B7D543}" dt="2021-02-15T10:24:12.954" v="334" actId="14100"/>
          <ac:picMkLst>
            <pc:docMk/>
            <pc:sldMk cId="2791416112" sldId="684"/>
            <ac:picMk id="6" creationId="{6345CC9E-B035-42F0-B994-01F36013F8F4}"/>
          </ac:picMkLst>
        </pc:picChg>
      </pc:sldChg>
      <pc:sldChg chg="modSp mod">
        <pc:chgData name="Bodil Nørgaard" userId="2558ed56-3eb1-4768-b591-d86224f5464c" providerId="ADAL" clId="{E89DC8A1-E5CC-43D9-A4F3-741B56B7D543}" dt="2021-02-15T10:24:37.716" v="338" actId="20577"/>
        <pc:sldMkLst>
          <pc:docMk/>
          <pc:sldMk cId="683817065" sldId="685"/>
        </pc:sldMkLst>
        <pc:spChg chg="mod">
          <ac:chgData name="Bodil Nørgaard" userId="2558ed56-3eb1-4768-b591-d86224f5464c" providerId="ADAL" clId="{E89DC8A1-E5CC-43D9-A4F3-741B56B7D543}" dt="2021-02-15T10:24:37.716" v="338" actId="20577"/>
          <ac:spMkLst>
            <pc:docMk/>
            <pc:sldMk cId="683817065" sldId="685"/>
            <ac:spMk id="2" creationId="{6E854955-EC7B-486D-809D-55831B5C1926}"/>
          </ac:spMkLst>
        </pc:spChg>
      </pc:sldChg>
      <pc:sldChg chg="modSp add del mod">
        <pc:chgData name="Bodil Nørgaard" userId="2558ed56-3eb1-4768-b591-d86224f5464c" providerId="ADAL" clId="{E89DC8A1-E5CC-43D9-A4F3-741B56B7D543}" dt="2021-02-15T10:26:10.456" v="341"/>
        <pc:sldMkLst>
          <pc:docMk/>
          <pc:sldMk cId="286137569" sldId="686"/>
        </pc:sldMkLst>
        <pc:graphicFrameChg chg="mod modGraphic">
          <ac:chgData name="Bodil Nørgaard" userId="2558ed56-3eb1-4768-b591-d86224f5464c" providerId="ADAL" clId="{E89DC8A1-E5CC-43D9-A4F3-741B56B7D543}" dt="2021-02-15T10:25:35.279" v="339" actId="14100"/>
          <ac:graphicFrameMkLst>
            <pc:docMk/>
            <pc:sldMk cId="286137569" sldId="686"/>
            <ac:graphicFrameMk id="7" creationId="{C9D748D5-B1F6-4733-8DFF-826F5731769D}"/>
          </ac:graphicFrameMkLst>
        </pc:graphicFrameChg>
      </pc:sldChg>
      <pc:sldChg chg="del">
        <pc:chgData name="Bodil Nørgaard" userId="2558ed56-3eb1-4768-b591-d86224f5464c" providerId="ADAL" clId="{E89DC8A1-E5CC-43D9-A4F3-741B56B7D543}" dt="2021-02-15T10:26:55.523" v="343" actId="47"/>
        <pc:sldMkLst>
          <pc:docMk/>
          <pc:sldMk cId="932212490" sldId="687"/>
        </pc:sldMkLst>
      </pc:sldChg>
      <pc:sldChg chg="add">
        <pc:chgData name="Bodil Nørgaard" userId="2558ed56-3eb1-4768-b591-d86224f5464c" providerId="ADAL" clId="{E89DC8A1-E5CC-43D9-A4F3-741B56B7D543}" dt="2021-02-15T10:10:57.470" v="326"/>
        <pc:sldMkLst>
          <pc:docMk/>
          <pc:sldMk cId="2309938734" sldId="688"/>
        </pc:sldMkLst>
      </pc:sldChg>
      <pc:sldChg chg="add">
        <pc:chgData name="Bodil Nørgaard" userId="2558ed56-3eb1-4768-b591-d86224f5464c" providerId="ADAL" clId="{E89DC8A1-E5CC-43D9-A4F3-741B56B7D543}" dt="2021-02-15T08:19:12.313" v="0"/>
        <pc:sldMkLst>
          <pc:docMk/>
          <pc:sldMk cId="1547201075" sldId="696"/>
        </pc:sldMkLst>
      </pc:sldChg>
      <pc:sldChg chg="modSp add mod">
        <pc:chgData name="Bodil Nørgaard" userId="2558ed56-3eb1-4768-b591-d86224f5464c" providerId="ADAL" clId="{E89DC8A1-E5CC-43D9-A4F3-741B56B7D543}" dt="2021-02-15T08:20:42.014" v="6" actId="27636"/>
        <pc:sldMkLst>
          <pc:docMk/>
          <pc:sldMk cId="314461654" sldId="697"/>
        </pc:sldMkLst>
        <pc:spChg chg="mod">
          <ac:chgData name="Bodil Nørgaard" userId="2558ed56-3eb1-4768-b591-d86224f5464c" providerId="ADAL" clId="{E89DC8A1-E5CC-43D9-A4F3-741B56B7D543}" dt="2021-02-15T08:20:42.014" v="6" actId="27636"/>
          <ac:spMkLst>
            <pc:docMk/>
            <pc:sldMk cId="314461654" sldId="697"/>
            <ac:spMk id="3" creationId="{00000000-0000-0000-0000-000000000000}"/>
          </ac:spMkLst>
        </pc:spChg>
      </pc:sldChg>
      <pc:sldChg chg="addSp delSp modSp new mod">
        <pc:chgData name="Bodil Nørgaard" userId="2558ed56-3eb1-4768-b591-d86224f5464c" providerId="ADAL" clId="{E89DC8A1-E5CC-43D9-A4F3-741B56B7D543}" dt="2021-02-15T08:54:33.769" v="323" actId="1076"/>
        <pc:sldMkLst>
          <pc:docMk/>
          <pc:sldMk cId="148749445" sldId="698"/>
        </pc:sldMkLst>
        <pc:spChg chg="mod">
          <ac:chgData name="Bodil Nørgaard" userId="2558ed56-3eb1-4768-b591-d86224f5464c" providerId="ADAL" clId="{E89DC8A1-E5CC-43D9-A4F3-741B56B7D543}" dt="2021-02-15T08:51:50.353" v="105" actId="20577"/>
          <ac:spMkLst>
            <pc:docMk/>
            <pc:sldMk cId="148749445" sldId="698"/>
            <ac:spMk id="2" creationId="{21235F68-3F02-443B-9B21-4A226231E913}"/>
          </ac:spMkLst>
        </pc:spChg>
        <pc:spChg chg="del">
          <ac:chgData name="Bodil Nørgaard" userId="2558ed56-3eb1-4768-b591-d86224f5464c" providerId="ADAL" clId="{E89DC8A1-E5CC-43D9-A4F3-741B56B7D543}" dt="2021-02-15T08:50:08.235" v="9" actId="22"/>
          <ac:spMkLst>
            <pc:docMk/>
            <pc:sldMk cId="148749445" sldId="698"/>
            <ac:spMk id="3" creationId="{7788DF62-5135-40D7-9CE7-5CD78FC07E8F}"/>
          </ac:spMkLst>
        </pc:spChg>
        <pc:spChg chg="add mod">
          <ac:chgData name="Bodil Nørgaard" userId="2558ed56-3eb1-4768-b591-d86224f5464c" providerId="ADAL" clId="{E89DC8A1-E5CC-43D9-A4F3-741B56B7D543}" dt="2021-02-15T08:54:33.769" v="323" actId="1076"/>
          <ac:spMkLst>
            <pc:docMk/>
            <pc:sldMk cId="148749445" sldId="698"/>
            <ac:spMk id="7" creationId="{D0A1CC60-945D-40D9-ABFC-C61170A486C0}"/>
          </ac:spMkLst>
        </pc:spChg>
        <pc:picChg chg="add mod ord">
          <ac:chgData name="Bodil Nørgaard" userId="2558ed56-3eb1-4768-b591-d86224f5464c" providerId="ADAL" clId="{E89DC8A1-E5CC-43D9-A4F3-741B56B7D543}" dt="2021-02-15T08:50:08.235" v="9" actId="22"/>
          <ac:picMkLst>
            <pc:docMk/>
            <pc:sldMk cId="148749445" sldId="698"/>
            <ac:picMk id="6" creationId="{837A2A71-8D25-4D2C-A600-7ED5F2E28964}"/>
          </ac:picMkLst>
        </pc:picChg>
      </pc:sldChg>
      <pc:sldChg chg="add">
        <pc:chgData name="Bodil Nørgaard" userId="2558ed56-3eb1-4768-b591-d86224f5464c" providerId="ADAL" clId="{E89DC8A1-E5CC-43D9-A4F3-741B56B7D543}" dt="2021-02-15T10:26:48.051" v="342"/>
        <pc:sldMkLst>
          <pc:docMk/>
          <pc:sldMk cId="2091752216" sldId="699"/>
        </pc:sldMkLst>
      </pc:sldChg>
      <pc:sldChg chg="addSp modSp add mod">
        <pc:chgData name="Bodil Nørgaard" userId="2558ed56-3eb1-4768-b591-d86224f5464c" providerId="ADAL" clId="{E89DC8A1-E5CC-43D9-A4F3-741B56B7D543}" dt="2021-02-15T11:21:23.785" v="485" actId="20577"/>
        <pc:sldMkLst>
          <pc:docMk/>
          <pc:sldMk cId="3142841760" sldId="700"/>
        </pc:sldMkLst>
        <pc:spChg chg="add mod">
          <ac:chgData name="Bodil Nørgaard" userId="2558ed56-3eb1-4768-b591-d86224f5464c" providerId="ADAL" clId="{E89DC8A1-E5CC-43D9-A4F3-741B56B7D543}" dt="2021-02-15T11:21:23.785" v="485" actId="20577"/>
          <ac:spMkLst>
            <pc:docMk/>
            <pc:sldMk cId="3142841760" sldId="700"/>
            <ac:spMk id="3" creationId="{3D1ACF9F-4D3C-4C5D-B6C3-56D856095508}"/>
          </ac:spMkLst>
        </pc:spChg>
      </pc:sldChg>
    </pc:docChg>
  </pc:docChgLst>
  <pc:docChgLst>
    <pc:chgData name="Bodil Nørgaard" userId="2558ed56-3eb1-4768-b591-d86224f5464c" providerId="ADAL" clId="{5FC9464D-14CE-47B5-83B5-EA6395088D9C}"/>
    <pc:docChg chg="undo custSel mod addSld delSld modSld">
      <pc:chgData name="Bodil Nørgaard" userId="2558ed56-3eb1-4768-b591-d86224f5464c" providerId="ADAL" clId="{5FC9464D-14CE-47B5-83B5-EA6395088D9C}" dt="2020-02-23T16:20:14.729" v="483" actId="20577"/>
      <pc:docMkLst>
        <pc:docMk/>
      </pc:docMkLst>
      <pc:sldChg chg="modSp mod">
        <pc:chgData name="Bodil Nørgaard" userId="2558ed56-3eb1-4768-b591-d86224f5464c" providerId="ADAL" clId="{5FC9464D-14CE-47B5-83B5-EA6395088D9C}" dt="2020-02-23T15:23:55.655" v="60" actId="20577"/>
        <pc:sldMkLst>
          <pc:docMk/>
          <pc:sldMk cId="3612398392" sldId="256"/>
        </pc:sldMkLst>
        <pc:spChg chg="mod">
          <ac:chgData name="Bodil Nørgaard" userId="2558ed56-3eb1-4768-b591-d86224f5464c" providerId="ADAL" clId="{5FC9464D-14CE-47B5-83B5-EA6395088D9C}" dt="2020-02-23T15:23:55.655" v="60" actId="20577"/>
          <ac:spMkLst>
            <pc:docMk/>
            <pc:sldMk cId="3612398392" sldId="256"/>
            <ac:spMk id="3" creationId="{00000000-0000-0000-0000-000000000000}"/>
          </ac:spMkLst>
        </pc:spChg>
      </pc:sldChg>
      <pc:sldChg chg="del">
        <pc:chgData name="Bodil Nørgaard" userId="2558ed56-3eb1-4768-b591-d86224f5464c" providerId="ADAL" clId="{5FC9464D-14CE-47B5-83B5-EA6395088D9C}" dt="2020-02-23T15:24:02.041" v="61" actId="47"/>
        <pc:sldMkLst>
          <pc:docMk/>
          <pc:sldMk cId="3543689928" sldId="257"/>
        </pc:sldMkLst>
      </pc:sldChg>
      <pc:sldChg chg="del">
        <pc:chgData name="Bodil Nørgaard" userId="2558ed56-3eb1-4768-b591-d86224f5464c" providerId="ADAL" clId="{5FC9464D-14CE-47B5-83B5-EA6395088D9C}" dt="2020-02-23T15:24:16.360" v="63" actId="47"/>
        <pc:sldMkLst>
          <pc:docMk/>
          <pc:sldMk cId="2646359569" sldId="260"/>
        </pc:sldMkLst>
      </pc:sldChg>
      <pc:sldChg chg="del">
        <pc:chgData name="Bodil Nørgaard" userId="2558ed56-3eb1-4768-b591-d86224f5464c" providerId="ADAL" clId="{5FC9464D-14CE-47B5-83B5-EA6395088D9C}" dt="2020-02-23T15:24:14.513" v="62" actId="47"/>
        <pc:sldMkLst>
          <pc:docMk/>
          <pc:sldMk cId="432362607" sldId="263"/>
        </pc:sldMkLst>
      </pc:sldChg>
      <pc:sldChg chg="mod modShow">
        <pc:chgData name="Bodil Nørgaard" userId="2558ed56-3eb1-4768-b591-d86224f5464c" providerId="ADAL" clId="{5FC9464D-14CE-47B5-83B5-EA6395088D9C}" dt="2020-02-23T16:10:21.231" v="285" actId="729"/>
        <pc:sldMkLst>
          <pc:docMk/>
          <pc:sldMk cId="1717778912" sldId="575"/>
        </pc:sldMkLst>
      </pc:sldChg>
      <pc:sldChg chg="del">
        <pc:chgData name="Bodil Nørgaard" userId="2558ed56-3eb1-4768-b591-d86224f5464c" providerId="ADAL" clId="{5FC9464D-14CE-47B5-83B5-EA6395088D9C}" dt="2020-02-23T15:24:20.053" v="64" actId="47"/>
        <pc:sldMkLst>
          <pc:docMk/>
          <pc:sldMk cId="751985406" sldId="617"/>
        </pc:sldMkLst>
      </pc:sldChg>
      <pc:sldChg chg="modSp mod">
        <pc:chgData name="Bodil Nørgaard" userId="2558ed56-3eb1-4768-b591-d86224f5464c" providerId="ADAL" clId="{5FC9464D-14CE-47B5-83B5-EA6395088D9C}" dt="2020-02-23T16:20:14.729" v="483" actId="20577"/>
        <pc:sldMkLst>
          <pc:docMk/>
          <pc:sldMk cId="2039788608" sldId="656"/>
        </pc:sldMkLst>
        <pc:spChg chg="mod">
          <ac:chgData name="Bodil Nørgaard" userId="2558ed56-3eb1-4768-b591-d86224f5464c" providerId="ADAL" clId="{5FC9464D-14CE-47B5-83B5-EA6395088D9C}" dt="2020-02-23T16:20:14.729" v="483" actId="20577"/>
          <ac:spMkLst>
            <pc:docMk/>
            <pc:sldMk cId="2039788608" sldId="656"/>
            <ac:spMk id="3" creationId="{00000000-0000-0000-0000-000000000000}"/>
          </ac:spMkLst>
        </pc:spChg>
      </pc:sldChg>
      <pc:sldChg chg="modSp mod">
        <pc:chgData name="Bodil Nørgaard" userId="2558ed56-3eb1-4768-b591-d86224f5464c" providerId="ADAL" clId="{5FC9464D-14CE-47B5-83B5-EA6395088D9C}" dt="2020-02-23T15:25:04.517" v="65" actId="1036"/>
        <pc:sldMkLst>
          <pc:docMk/>
          <pc:sldMk cId="2849974237" sldId="658"/>
        </pc:sldMkLst>
        <pc:picChg chg="mod">
          <ac:chgData name="Bodil Nørgaard" userId="2558ed56-3eb1-4768-b591-d86224f5464c" providerId="ADAL" clId="{5FC9464D-14CE-47B5-83B5-EA6395088D9C}" dt="2020-02-23T15:25:04.517" v="65" actId="1036"/>
          <ac:picMkLst>
            <pc:docMk/>
            <pc:sldMk cId="2849974237" sldId="658"/>
            <ac:picMk id="6" creationId="{00000000-0000-0000-0000-000000000000}"/>
          </ac:picMkLst>
        </pc:picChg>
      </pc:sldChg>
      <pc:sldChg chg="mod modShow">
        <pc:chgData name="Bodil Nørgaard" userId="2558ed56-3eb1-4768-b591-d86224f5464c" providerId="ADAL" clId="{5FC9464D-14CE-47B5-83B5-EA6395088D9C}" dt="2020-02-23T16:10:26.338" v="286" actId="729"/>
        <pc:sldMkLst>
          <pc:docMk/>
          <pc:sldMk cId="1639221335" sldId="682"/>
        </pc:sldMkLst>
      </pc:sldChg>
      <pc:sldChg chg="modSp new mod">
        <pc:chgData name="Bodil Nørgaard" userId="2558ed56-3eb1-4768-b591-d86224f5464c" providerId="ADAL" clId="{5FC9464D-14CE-47B5-83B5-EA6395088D9C}" dt="2020-02-23T15:56:10.711" v="122" actId="6549"/>
        <pc:sldMkLst>
          <pc:docMk/>
          <pc:sldMk cId="3650836605" sldId="683"/>
        </pc:sldMkLst>
        <pc:spChg chg="mod">
          <ac:chgData name="Bodil Nørgaard" userId="2558ed56-3eb1-4768-b591-d86224f5464c" providerId="ADAL" clId="{5FC9464D-14CE-47B5-83B5-EA6395088D9C}" dt="2020-02-23T15:56:01.067" v="97" actId="20577"/>
          <ac:spMkLst>
            <pc:docMk/>
            <pc:sldMk cId="3650836605" sldId="683"/>
            <ac:spMk id="3" creationId="{049DAC3B-FAD4-4A3C-A26D-B8F9B11CC8D3}"/>
          </ac:spMkLst>
        </pc:spChg>
        <pc:spChg chg="mod">
          <ac:chgData name="Bodil Nørgaard" userId="2558ed56-3eb1-4768-b591-d86224f5464c" providerId="ADAL" clId="{5FC9464D-14CE-47B5-83B5-EA6395088D9C}" dt="2020-02-23T15:56:10.711" v="122" actId="6549"/>
          <ac:spMkLst>
            <pc:docMk/>
            <pc:sldMk cId="3650836605" sldId="683"/>
            <ac:spMk id="4" creationId="{DFB30AEC-FD0D-4A94-AAFC-BBBDBBAB1796}"/>
          </ac:spMkLst>
        </pc:spChg>
      </pc:sldChg>
      <pc:sldChg chg="addSp delSp modSp new mod setBg modClrScheme chgLayout">
        <pc:chgData name="Bodil Nørgaard" userId="2558ed56-3eb1-4768-b591-d86224f5464c" providerId="ADAL" clId="{5FC9464D-14CE-47B5-83B5-EA6395088D9C}" dt="2020-02-23T15:57:18.250" v="150" actId="20577"/>
        <pc:sldMkLst>
          <pc:docMk/>
          <pc:sldMk cId="2791416112" sldId="684"/>
        </pc:sldMkLst>
        <pc:spChg chg="mod ord">
          <ac:chgData name="Bodil Nørgaard" userId="2558ed56-3eb1-4768-b591-d86224f5464c" providerId="ADAL" clId="{5FC9464D-14CE-47B5-83B5-EA6395088D9C}" dt="2020-02-23T15:56:58.355" v="127" actId="26606"/>
          <ac:spMkLst>
            <pc:docMk/>
            <pc:sldMk cId="2791416112" sldId="684"/>
            <ac:spMk id="2" creationId="{2ABD07A5-0FFF-4A9B-B529-31F9467B765F}"/>
          </ac:spMkLst>
        </pc:spChg>
        <pc:spChg chg="add del">
          <ac:chgData name="Bodil Nørgaard" userId="2558ed56-3eb1-4768-b591-d86224f5464c" providerId="ADAL" clId="{5FC9464D-14CE-47B5-83B5-EA6395088D9C}" dt="2020-02-23T15:56:58.355" v="127" actId="26606"/>
          <ac:spMkLst>
            <pc:docMk/>
            <pc:sldMk cId="2791416112" sldId="684"/>
            <ac:spMk id="3" creationId="{8256BE5F-CDCD-41E3-A7DE-A75365AEAF93}"/>
          </ac:spMkLst>
        </pc:spChg>
        <pc:spChg chg="add del">
          <ac:chgData name="Bodil Nørgaard" userId="2558ed56-3eb1-4768-b591-d86224f5464c" providerId="ADAL" clId="{5FC9464D-14CE-47B5-83B5-EA6395088D9C}" dt="2020-02-23T15:56:58.355" v="127" actId="26606"/>
          <ac:spMkLst>
            <pc:docMk/>
            <pc:sldMk cId="2791416112" sldId="684"/>
            <ac:spMk id="4" creationId="{A10C1464-61F2-43D0-BBCC-26B6D2D7E27F}"/>
          </ac:spMkLst>
        </pc:spChg>
        <pc:spChg chg="add del mod">
          <ac:chgData name="Bodil Nørgaard" userId="2558ed56-3eb1-4768-b591-d86224f5464c" providerId="ADAL" clId="{5FC9464D-14CE-47B5-83B5-EA6395088D9C}" dt="2020-02-23T15:56:58.343" v="126" actId="26606"/>
          <ac:spMkLst>
            <pc:docMk/>
            <pc:sldMk cId="2791416112" sldId="684"/>
            <ac:spMk id="11" creationId="{C78BD021-A5FF-4BE6-B492-4F01E2A0259D}"/>
          </ac:spMkLst>
        </pc:spChg>
        <pc:spChg chg="add mod">
          <ac:chgData name="Bodil Nørgaard" userId="2558ed56-3eb1-4768-b591-d86224f5464c" providerId="ADAL" clId="{5FC9464D-14CE-47B5-83B5-EA6395088D9C}" dt="2020-02-23T15:57:18.250" v="150" actId="20577"/>
          <ac:spMkLst>
            <pc:docMk/>
            <pc:sldMk cId="2791416112" sldId="684"/>
            <ac:spMk id="13" creationId="{4673F7C4-9069-4B72-993C-96FCE06492F9}"/>
          </ac:spMkLst>
        </pc:spChg>
        <pc:picChg chg="add mod">
          <ac:chgData name="Bodil Nørgaard" userId="2558ed56-3eb1-4768-b591-d86224f5464c" providerId="ADAL" clId="{5FC9464D-14CE-47B5-83B5-EA6395088D9C}" dt="2020-02-23T15:56:58.355" v="127" actId="26606"/>
          <ac:picMkLst>
            <pc:docMk/>
            <pc:sldMk cId="2791416112" sldId="684"/>
            <ac:picMk id="6" creationId="{6345CC9E-B035-42F0-B994-01F36013F8F4}"/>
          </ac:picMkLst>
        </pc:picChg>
      </pc:sldChg>
      <pc:sldChg chg="addSp delSp modSp new mod setBg">
        <pc:chgData name="Bodil Nørgaard" userId="2558ed56-3eb1-4768-b591-d86224f5464c" providerId="ADAL" clId="{5FC9464D-14CE-47B5-83B5-EA6395088D9C}" dt="2020-02-23T15:58:04.007" v="195" actId="26606"/>
        <pc:sldMkLst>
          <pc:docMk/>
          <pc:sldMk cId="683817065" sldId="685"/>
        </pc:sldMkLst>
        <pc:spChg chg="mod">
          <ac:chgData name="Bodil Nørgaard" userId="2558ed56-3eb1-4768-b591-d86224f5464c" providerId="ADAL" clId="{5FC9464D-14CE-47B5-83B5-EA6395088D9C}" dt="2020-02-23T15:58:04.007" v="195" actId="26606"/>
          <ac:spMkLst>
            <pc:docMk/>
            <pc:sldMk cId="683817065" sldId="685"/>
            <ac:spMk id="2" creationId="{6E854955-EC7B-486D-809D-55831B5C1926}"/>
          </ac:spMkLst>
        </pc:spChg>
        <pc:spChg chg="del">
          <ac:chgData name="Bodil Nørgaard" userId="2558ed56-3eb1-4768-b591-d86224f5464c" providerId="ADAL" clId="{5FC9464D-14CE-47B5-83B5-EA6395088D9C}" dt="2020-02-23T15:57:59.367" v="194" actId="22"/>
          <ac:spMkLst>
            <pc:docMk/>
            <pc:sldMk cId="683817065" sldId="685"/>
            <ac:spMk id="3" creationId="{9E05922A-F2B4-42AF-994F-FBB0C4E75EFE}"/>
          </ac:spMkLst>
        </pc:spChg>
        <pc:spChg chg="mod ord">
          <ac:chgData name="Bodil Nørgaard" userId="2558ed56-3eb1-4768-b591-d86224f5464c" providerId="ADAL" clId="{5FC9464D-14CE-47B5-83B5-EA6395088D9C}" dt="2020-02-23T15:58:04.007" v="195" actId="26606"/>
          <ac:spMkLst>
            <pc:docMk/>
            <pc:sldMk cId="683817065" sldId="685"/>
            <ac:spMk id="4" creationId="{97F87AC4-AA5B-4F3C-80CA-99F2F7A205EF}"/>
          </ac:spMkLst>
        </pc:spChg>
        <pc:picChg chg="add mod">
          <ac:chgData name="Bodil Nørgaard" userId="2558ed56-3eb1-4768-b591-d86224f5464c" providerId="ADAL" clId="{5FC9464D-14CE-47B5-83B5-EA6395088D9C}" dt="2020-02-23T15:58:04.007" v="195" actId="26606"/>
          <ac:picMkLst>
            <pc:docMk/>
            <pc:sldMk cId="683817065" sldId="685"/>
            <ac:picMk id="6" creationId="{DF870170-EF57-41F6-BBA6-BF3361F7D4F2}"/>
          </ac:picMkLst>
        </pc:picChg>
      </pc:sldChg>
      <pc:sldChg chg="addSp delSp modSp new mod">
        <pc:chgData name="Bodil Nørgaard" userId="2558ed56-3eb1-4768-b591-d86224f5464c" providerId="ADAL" clId="{5FC9464D-14CE-47B5-83B5-EA6395088D9C}" dt="2020-02-23T16:01:18.413" v="242" actId="14100"/>
        <pc:sldMkLst>
          <pc:docMk/>
          <pc:sldMk cId="286137569" sldId="686"/>
        </pc:sldMkLst>
        <pc:spChg chg="mod">
          <ac:chgData name="Bodil Nørgaard" userId="2558ed56-3eb1-4768-b591-d86224f5464c" providerId="ADAL" clId="{5FC9464D-14CE-47B5-83B5-EA6395088D9C}" dt="2020-02-23T15:59:32.047" v="219" actId="20577"/>
          <ac:spMkLst>
            <pc:docMk/>
            <pc:sldMk cId="286137569" sldId="686"/>
            <ac:spMk id="2" creationId="{573A8C68-825F-4982-B692-8A4CE4DECD07}"/>
          </ac:spMkLst>
        </pc:spChg>
        <pc:spChg chg="del">
          <ac:chgData name="Bodil Nørgaard" userId="2558ed56-3eb1-4768-b591-d86224f5464c" providerId="ADAL" clId="{5FC9464D-14CE-47B5-83B5-EA6395088D9C}" dt="2020-02-23T16:00:07.641" v="224" actId="478"/>
          <ac:spMkLst>
            <pc:docMk/>
            <pc:sldMk cId="286137569" sldId="686"/>
            <ac:spMk id="3" creationId="{5878AF11-1892-4898-B2DC-C160CE8E32E0}"/>
          </ac:spMkLst>
        </pc:spChg>
        <pc:spChg chg="add del">
          <ac:chgData name="Bodil Nørgaard" userId="2558ed56-3eb1-4768-b591-d86224f5464c" providerId="ADAL" clId="{5FC9464D-14CE-47B5-83B5-EA6395088D9C}" dt="2020-02-23T15:59:09.897" v="198"/>
          <ac:spMkLst>
            <pc:docMk/>
            <pc:sldMk cId="286137569" sldId="686"/>
            <ac:spMk id="5" creationId="{1026EA6D-AE85-49AC-A131-F9F8B79CB32D}"/>
          </ac:spMkLst>
        </pc:spChg>
        <pc:spChg chg="add mod">
          <ac:chgData name="Bodil Nørgaard" userId="2558ed56-3eb1-4768-b591-d86224f5464c" providerId="ADAL" clId="{5FC9464D-14CE-47B5-83B5-EA6395088D9C}" dt="2020-02-23T16:00:33.157" v="228" actId="1076"/>
          <ac:spMkLst>
            <pc:docMk/>
            <pc:sldMk cId="286137569" sldId="686"/>
            <ac:spMk id="9" creationId="{C396164C-5224-4B34-BB47-FFCADB3B0892}"/>
          </ac:spMkLst>
        </pc:spChg>
        <pc:graphicFrameChg chg="add mod modGraphic">
          <ac:chgData name="Bodil Nørgaard" userId="2558ed56-3eb1-4768-b591-d86224f5464c" providerId="ADAL" clId="{5FC9464D-14CE-47B5-83B5-EA6395088D9C}" dt="2020-02-23T16:01:18.413" v="242" actId="14100"/>
          <ac:graphicFrameMkLst>
            <pc:docMk/>
            <pc:sldMk cId="286137569" sldId="686"/>
            <ac:graphicFrameMk id="7" creationId="{C9D748D5-B1F6-4733-8DFF-826F5731769D}"/>
          </ac:graphicFrameMkLst>
        </pc:graphicFrameChg>
      </pc:sldChg>
      <pc:sldChg chg="addSp delSp modSp new mod">
        <pc:chgData name="Bodil Nørgaard" userId="2558ed56-3eb1-4768-b591-d86224f5464c" providerId="ADAL" clId="{5FC9464D-14CE-47B5-83B5-EA6395088D9C}" dt="2020-02-23T16:02:23.057" v="275" actId="20577"/>
        <pc:sldMkLst>
          <pc:docMk/>
          <pc:sldMk cId="932212490" sldId="687"/>
        </pc:sldMkLst>
        <pc:spChg chg="mod">
          <ac:chgData name="Bodil Nørgaard" userId="2558ed56-3eb1-4768-b591-d86224f5464c" providerId="ADAL" clId="{5FC9464D-14CE-47B5-83B5-EA6395088D9C}" dt="2020-02-23T16:02:23.057" v="275" actId="20577"/>
          <ac:spMkLst>
            <pc:docMk/>
            <pc:sldMk cId="932212490" sldId="687"/>
            <ac:spMk id="2" creationId="{32E784CD-001E-4EA9-9A06-74BBC97E04F0}"/>
          </ac:spMkLst>
        </pc:spChg>
        <pc:spChg chg="del">
          <ac:chgData name="Bodil Nørgaard" userId="2558ed56-3eb1-4768-b591-d86224f5464c" providerId="ADAL" clId="{5FC9464D-14CE-47B5-83B5-EA6395088D9C}" dt="2020-02-23T16:01:54.415" v="244" actId="478"/>
          <ac:spMkLst>
            <pc:docMk/>
            <pc:sldMk cId="932212490" sldId="687"/>
            <ac:spMk id="3" creationId="{32A44D99-A7E9-433C-AB79-5CE410F4B509}"/>
          </ac:spMkLst>
        </pc:spChg>
        <pc:graphicFrameChg chg="add mod modGraphic">
          <ac:chgData name="Bodil Nørgaard" userId="2558ed56-3eb1-4768-b591-d86224f5464c" providerId="ADAL" clId="{5FC9464D-14CE-47B5-83B5-EA6395088D9C}" dt="2020-02-23T16:02:05.225" v="248" actId="14100"/>
          <ac:graphicFrameMkLst>
            <pc:docMk/>
            <pc:sldMk cId="932212490" sldId="687"/>
            <ac:graphicFrameMk id="6" creationId="{CE043ECF-0A51-4B91-8715-3844569ED1FB}"/>
          </ac:graphicFrameMkLst>
        </pc:graphicFrameChg>
      </pc:sldChg>
    </pc:docChg>
  </pc:docChgLst>
  <pc:docChgLst>
    <pc:chgData name="Bodil Nørgaard" userId="2558ed56-3eb1-4768-b591-d86224f5464c" providerId="ADAL" clId="{44180522-E939-462D-9C86-C12A2AC03DFB}"/>
    <pc:docChg chg="addSld delSld modSld sldOrd">
      <pc:chgData name="Bodil Nørgaard" userId="2558ed56-3eb1-4768-b591-d86224f5464c" providerId="ADAL" clId="{44180522-E939-462D-9C86-C12A2AC03DFB}" dt="2022-02-18T09:52:56.488" v="82" actId="1076"/>
      <pc:docMkLst>
        <pc:docMk/>
      </pc:docMkLst>
      <pc:sldChg chg="del">
        <pc:chgData name="Bodil Nørgaard" userId="2558ed56-3eb1-4768-b591-d86224f5464c" providerId="ADAL" clId="{44180522-E939-462D-9C86-C12A2AC03DFB}" dt="2022-02-18T09:20:59.656" v="1" actId="47"/>
        <pc:sldMkLst>
          <pc:docMk/>
          <pc:sldMk cId="1947566364" sldId="614"/>
        </pc:sldMkLst>
      </pc:sldChg>
      <pc:sldChg chg="del">
        <pc:chgData name="Bodil Nørgaard" userId="2558ed56-3eb1-4768-b591-d86224f5464c" providerId="ADAL" clId="{44180522-E939-462D-9C86-C12A2AC03DFB}" dt="2022-02-18T09:20:57.183" v="0" actId="47"/>
        <pc:sldMkLst>
          <pc:docMk/>
          <pc:sldMk cId="2598199740" sldId="615"/>
        </pc:sldMkLst>
      </pc:sldChg>
      <pc:sldChg chg="ord">
        <pc:chgData name="Bodil Nørgaard" userId="2558ed56-3eb1-4768-b591-d86224f5464c" providerId="ADAL" clId="{44180522-E939-462D-9C86-C12A2AC03DFB}" dt="2022-02-18T09:49:51.967" v="5"/>
        <pc:sldMkLst>
          <pc:docMk/>
          <pc:sldMk cId="2091752216" sldId="699"/>
        </pc:sldMkLst>
      </pc:sldChg>
      <pc:sldChg chg="addSp delSp modSp new mod">
        <pc:chgData name="Bodil Nørgaard" userId="2558ed56-3eb1-4768-b591-d86224f5464c" providerId="ADAL" clId="{44180522-E939-462D-9C86-C12A2AC03DFB}" dt="2022-02-18T09:52:56.488" v="82" actId="1076"/>
        <pc:sldMkLst>
          <pc:docMk/>
          <pc:sldMk cId="2879064180" sldId="701"/>
        </pc:sldMkLst>
        <pc:spChg chg="del">
          <ac:chgData name="Bodil Nørgaard" userId="2558ed56-3eb1-4768-b591-d86224f5464c" providerId="ADAL" clId="{44180522-E939-462D-9C86-C12A2AC03DFB}" dt="2022-02-18T09:47:47.074" v="3"/>
          <ac:spMkLst>
            <pc:docMk/>
            <pc:sldMk cId="2879064180" sldId="701"/>
            <ac:spMk id="3" creationId="{5D6278D6-F5C0-4503-A0F0-0492E8FCA124}"/>
          </ac:spMkLst>
        </pc:spChg>
        <pc:spChg chg="add mod">
          <ac:chgData name="Bodil Nørgaard" userId="2558ed56-3eb1-4768-b591-d86224f5464c" providerId="ADAL" clId="{44180522-E939-462D-9C86-C12A2AC03DFB}" dt="2022-02-18T09:52:49.212" v="81" actId="1076"/>
          <ac:spMkLst>
            <pc:docMk/>
            <pc:sldMk cId="2879064180" sldId="701"/>
            <ac:spMk id="7" creationId="{6B91AC96-D90C-4832-A49B-EB7FF2685DF3}"/>
          </ac:spMkLst>
        </pc:spChg>
        <pc:picChg chg="add mod">
          <ac:chgData name="Bodil Nørgaard" userId="2558ed56-3eb1-4768-b591-d86224f5464c" providerId="ADAL" clId="{44180522-E939-462D-9C86-C12A2AC03DFB}" dt="2022-02-18T09:52:56.488" v="82" actId="1076"/>
          <ac:picMkLst>
            <pc:docMk/>
            <pc:sldMk cId="2879064180" sldId="701"/>
            <ac:picMk id="6" creationId="{D089A069-B484-4AF7-ADBE-199A3E5E32D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0429B9-98AF-4730-9C3A-BE356A406D44}" type="doc">
      <dgm:prSet loTypeId="urn:microsoft.com/office/officeart/2005/8/layout/hierarchy6" loCatId="hierarchy" qsTypeId="urn:microsoft.com/office/officeart/2005/8/quickstyle/simple1" qsCatId="simple" csTypeId="urn:microsoft.com/office/officeart/2005/8/colors/colorful2" csCatId="colorful" phldr="1"/>
      <dgm:spPr/>
      <dgm:t>
        <a:bodyPr/>
        <a:lstStyle/>
        <a:p>
          <a:endParaRPr lang="da-DK"/>
        </a:p>
      </dgm:t>
    </dgm:pt>
    <dgm:pt modelId="{79981EE0-10D8-4463-B371-61CA956C5C77}">
      <dgm:prSet phldrT="[Tekst]"/>
      <dgm:spPr/>
      <dgm:t>
        <a:bodyPr/>
        <a:lstStyle/>
        <a:p>
          <a:r>
            <a:rPr lang="da-DK" dirty="0"/>
            <a:t>Method1()</a:t>
          </a:r>
        </a:p>
      </dgm:t>
    </dgm:pt>
    <dgm:pt modelId="{BBEB5E2D-1099-46FB-B748-CCB92E5B51E2}" type="parTrans" cxnId="{94B3978F-0FE8-4D26-BF6B-DD36D6D9C2D8}">
      <dgm:prSet/>
      <dgm:spPr/>
      <dgm:t>
        <a:bodyPr/>
        <a:lstStyle/>
        <a:p>
          <a:endParaRPr lang="da-DK"/>
        </a:p>
      </dgm:t>
    </dgm:pt>
    <dgm:pt modelId="{A2C9B124-5DC0-4C87-8F3B-648179B825A0}" type="sibTrans" cxnId="{94B3978F-0FE8-4D26-BF6B-DD36D6D9C2D8}">
      <dgm:prSet/>
      <dgm:spPr/>
      <dgm:t>
        <a:bodyPr/>
        <a:lstStyle/>
        <a:p>
          <a:endParaRPr lang="da-DK"/>
        </a:p>
      </dgm:t>
    </dgm:pt>
    <dgm:pt modelId="{012BF05D-32FC-4C95-8262-B40B7E9F7DDD}">
      <dgm:prSet phldrT="[Tekst]"/>
      <dgm:spPr/>
      <dgm:t>
        <a:bodyPr/>
        <a:lstStyle/>
        <a:p>
          <a:r>
            <a:rPr lang="da-DK" dirty="0"/>
            <a:t>Method2()</a:t>
          </a:r>
        </a:p>
      </dgm:t>
    </dgm:pt>
    <dgm:pt modelId="{41F08C0D-EBFA-4983-8CB0-7AE9E448DEE3}" type="parTrans" cxnId="{0B690325-A32B-4AD5-A5C7-5C980BE31105}">
      <dgm:prSet/>
      <dgm:spPr/>
      <dgm:t>
        <a:bodyPr/>
        <a:lstStyle/>
        <a:p>
          <a:endParaRPr lang="da-DK"/>
        </a:p>
      </dgm:t>
    </dgm:pt>
    <dgm:pt modelId="{C87E2217-5943-49FD-8B23-EBF85391BC34}" type="sibTrans" cxnId="{0B690325-A32B-4AD5-A5C7-5C980BE31105}">
      <dgm:prSet/>
      <dgm:spPr/>
      <dgm:t>
        <a:bodyPr/>
        <a:lstStyle/>
        <a:p>
          <a:endParaRPr lang="da-DK"/>
        </a:p>
      </dgm:t>
    </dgm:pt>
    <dgm:pt modelId="{3D5FAF8F-BC46-479C-BE62-B47A868B0DF2}">
      <dgm:prSet phldrT="[Tekst]"/>
      <dgm:spPr/>
      <dgm:t>
        <a:bodyPr/>
        <a:lstStyle/>
        <a:p>
          <a:r>
            <a:rPr lang="da-DK" dirty="0"/>
            <a:t>Method4()</a:t>
          </a:r>
        </a:p>
      </dgm:t>
    </dgm:pt>
    <dgm:pt modelId="{255699AA-D2F3-4912-8D79-38507A5AF2F7}" type="parTrans" cxnId="{956202D2-7C9E-411F-B91D-1B91E87A5FD1}">
      <dgm:prSet/>
      <dgm:spPr/>
      <dgm:t>
        <a:bodyPr/>
        <a:lstStyle/>
        <a:p>
          <a:endParaRPr lang="da-DK"/>
        </a:p>
      </dgm:t>
    </dgm:pt>
    <dgm:pt modelId="{344CF0E4-08E9-4161-B287-F6AA4B174649}" type="sibTrans" cxnId="{956202D2-7C9E-411F-B91D-1B91E87A5FD1}">
      <dgm:prSet/>
      <dgm:spPr/>
      <dgm:t>
        <a:bodyPr/>
        <a:lstStyle/>
        <a:p>
          <a:endParaRPr lang="da-DK"/>
        </a:p>
      </dgm:t>
    </dgm:pt>
    <dgm:pt modelId="{1748C327-A7E0-4BF7-BCDE-6BD1B242E9BC}">
      <dgm:prSet phldrT="[Tekst]"/>
      <dgm:spPr/>
      <dgm:t>
        <a:bodyPr/>
        <a:lstStyle/>
        <a:p>
          <a:r>
            <a:rPr lang="da-DK" dirty="0"/>
            <a:t>Method5()</a:t>
          </a:r>
        </a:p>
      </dgm:t>
    </dgm:pt>
    <dgm:pt modelId="{F399D151-B37E-420E-AAFC-33E488EA59F6}" type="parTrans" cxnId="{B0AFE8D3-6786-452A-835A-919C3C2B7818}">
      <dgm:prSet/>
      <dgm:spPr/>
      <dgm:t>
        <a:bodyPr/>
        <a:lstStyle/>
        <a:p>
          <a:endParaRPr lang="da-DK"/>
        </a:p>
      </dgm:t>
    </dgm:pt>
    <dgm:pt modelId="{EDD5CC8F-2D4C-424A-8F90-77396A809776}" type="sibTrans" cxnId="{B0AFE8D3-6786-452A-835A-919C3C2B7818}">
      <dgm:prSet/>
      <dgm:spPr/>
      <dgm:t>
        <a:bodyPr/>
        <a:lstStyle/>
        <a:p>
          <a:endParaRPr lang="da-DK"/>
        </a:p>
      </dgm:t>
    </dgm:pt>
    <dgm:pt modelId="{84770809-5680-49A0-AABC-771A966B95C8}">
      <dgm:prSet phldrT="[Tekst]"/>
      <dgm:spPr/>
      <dgm:t>
        <a:bodyPr/>
        <a:lstStyle/>
        <a:p>
          <a:r>
            <a:rPr lang="da-DK" dirty="0"/>
            <a:t>Method3()</a:t>
          </a:r>
        </a:p>
      </dgm:t>
    </dgm:pt>
    <dgm:pt modelId="{BAE4C691-BFBE-48C8-9E54-9C555B172B0E}" type="parTrans" cxnId="{80185A80-6307-427F-9CDC-EE9BE5804F35}">
      <dgm:prSet/>
      <dgm:spPr/>
      <dgm:t>
        <a:bodyPr/>
        <a:lstStyle/>
        <a:p>
          <a:endParaRPr lang="da-DK"/>
        </a:p>
      </dgm:t>
    </dgm:pt>
    <dgm:pt modelId="{BA803BA3-61D8-43E4-A47A-73DF33780FF7}" type="sibTrans" cxnId="{80185A80-6307-427F-9CDC-EE9BE5804F35}">
      <dgm:prSet/>
      <dgm:spPr/>
      <dgm:t>
        <a:bodyPr/>
        <a:lstStyle/>
        <a:p>
          <a:endParaRPr lang="da-DK"/>
        </a:p>
      </dgm:t>
    </dgm:pt>
    <dgm:pt modelId="{32B6268A-8F02-46CF-BB41-03F5615A9593}">
      <dgm:prSet phldrT="[Tekst]"/>
      <dgm:spPr/>
      <dgm:t>
        <a:bodyPr/>
        <a:lstStyle/>
        <a:p>
          <a:r>
            <a:rPr lang="da-DK" dirty="0"/>
            <a:t>Method6()</a:t>
          </a:r>
        </a:p>
      </dgm:t>
    </dgm:pt>
    <dgm:pt modelId="{741D8F9A-43D5-4261-AFF5-DB27E6706AC1}" type="parTrans" cxnId="{320DC644-30DD-41A0-8491-33815221AEAA}">
      <dgm:prSet/>
      <dgm:spPr/>
      <dgm:t>
        <a:bodyPr/>
        <a:lstStyle/>
        <a:p>
          <a:endParaRPr lang="da-DK"/>
        </a:p>
      </dgm:t>
    </dgm:pt>
    <dgm:pt modelId="{D94ACC32-07C4-46EB-A068-414F3F65FDD1}" type="sibTrans" cxnId="{320DC644-30DD-41A0-8491-33815221AEAA}">
      <dgm:prSet/>
      <dgm:spPr/>
      <dgm:t>
        <a:bodyPr/>
        <a:lstStyle/>
        <a:p>
          <a:endParaRPr lang="da-DK"/>
        </a:p>
      </dgm:t>
    </dgm:pt>
    <dgm:pt modelId="{588DB9D3-396F-482D-8D07-883E75409CEE}" type="pres">
      <dgm:prSet presAssocID="{B40429B9-98AF-4730-9C3A-BE356A406D44}" presName="mainComposite" presStyleCnt="0">
        <dgm:presLayoutVars>
          <dgm:chPref val="1"/>
          <dgm:dir/>
          <dgm:animOne val="branch"/>
          <dgm:animLvl val="lvl"/>
          <dgm:resizeHandles val="exact"/>
        </dgm:presLayoutVars>
      </dgm:prSet>
      <dgm:spPr/>
    </dgm:pt>
    <dgm:pt modelId="{15B86674-DC16-41AC-BC40-B798177C9E21}" type="pres">
      <dgm:prSet presAssocID="{B40429B9-98AF-4730-9C3A-BE356A406D44}" presName="hierFlow" presStyleCnt="0"/>
      <dgm:spPr/>
    </dgm:pt>
    <dgm:pt modelId="{6497092D-8359-4C4E-97DE-CE028600D029}" type="pres">
      <dgm:prSet presAssocID="{B40429B9-98AF-4730-9C3A-BE356A406D44}" presName="hierChild1" presStyleCnt="0">
        <dgm:presLayoutVars>
          <dgm:chPref val="1"/>
          <dgm:animOne val="branch"/>
          <dgm:animLvl val="lvl"/>
        </dgm:presLayoutVars>
      </dgm:prSet>
      <dgm:spPr/>
    </dgm:pt>
    <dgm:pt modelId="{82305E07-3026-4FD9-A719-44A7B47727F2}" type="pres">
      <dgm:prSet presAssocID="{79981EE0-10D8-4463-B371-61CA956C5C77}" presName="Name14" presStyleCnt="0"/>
      <dgm:spPr/>
    </dgm:pt>
    <dgm:pt modelId="{7C5A9C5E-D062-45A3-A756-E5C7B588DCF2}" type="pres">
      <dgm:prSet presAssocID="{79981EE0-10D8-4463-B371-61CA956C5C77}" presName="level1Shape" presStyleLbl="node0" presStyleIdx="0" presStyleCnt="1">
        <dgm:presLayoutVars>
          <dgm:chPref val="3"/>
        </dgm:presLayoutVars>
      </dgm:prSet>
      <dgm:spPr/>
    </dgm:pt>
    <dgm:pt modelId="{30022903-744D-4879-A39B-C306D7FD060B}" type="pres">
      <dgm:prSet presAssocID="{79981EE0-10D8-4463-B371-61CA956C5C77}" presName="hierChild2" presStyleCnt="0"/>
      <dgm:spPr/>
    </dgm:pt>
    <dgm:pt modelId="{68B6F167-D9FF-47ED-A34F-7A41DA4AC0D2}" type="pres">
      <dgm:prSet presAssocID="{41F08C0D-EBFA-4983-8CB0-7AE9E448DEE3}" presName="Name19" presStyleLbl="parChTrans1D2" presStyleIdx="0" presStyleCnt="2"/>
      <dgm:spPr/>
    </dgm:pt>
    <dgm:pt modelId="{C0024D5F-236B-4E18-93F5-9324358CCDE1}" type="pres">
      <dgm:prSet presAssocID="{012BF05D-32FC-4C95-8262-B40B7E9F7DDD}" presName="Name21" presStyleCnt="0"/>
      <dgm:spPr/>
    </dgm:pt>
    <dgm:pt modelId="{046DE215-4599-4E3B-80AD-A8B8574340CC}" type="pres">
      <dgm:prSet presAssocID="{012BF05D-32FC-4C95-8262-B40B7E9F7DDD}" presName="level2Shape" presStyleLbl="node2" presStyleIdx="0" presStyleCnt="2"/>
      <dgm:spPr/>
    </dgm:pt>
    <dgm:pt modelId="{93D1AB3F-1AA6-4006-A895-A70C832A1099}" type="pres">
      <dgm:prSet presAssocID="{012BF05D-32FC-4C95-8262-B40B7E9F7DDD}" presName="hierChild3" presStyleCnt="0"/>
      <dgm:spPr/>
    </dgm:pt>
    <dgm:pt modelId="{CB7B46AD-50DC-4674-B975-6931352DC8B8}" type="pres">
      <dgm:prSet presAssocID="{255699AA-D2F3-4912-8D79-38507A5AF2F7}" presName="Name19" presStyleLbl="parChTrans1D3" presStyleIdx="0" presStyleCnt="3"/>
      <dgm:spPr/>
    </dgm:pt>
    <dgm:pt modelId="{652F6280-338D-47C3-8A5E-62BC07987B80}" type="pres">
      <dgm:prSet presAssocID="{3D5FAF8F-BC46-479C-BE62-B47A868B0DF2}" presName="Name21" presStyleCnt="0"/>
      <dgm:spPr/>
    </dgm:pt>
    <dgm:pt modelId="{55A19D1A-6802-4DD8-B7DF-E8230F18684F}" type="pres">
      <dgm:prSet presAssocID="{3D5FAF8F-BC46-479C-BE62-B47A868B0DF2}" presName="level2Shape" presStyleLbl="node3" presStyleIdx="0" presStyleCnt="3"/>
      <dgm:spPr/>
    </dgm:pt>
    <dgm:pt modelId="{4F488BC5-AC95-4CB1-AD07-AE89E0960D69}" type="pres">
      <dgm:prSet presAssocID="{3D5FAF8F-BC46-479C-BE62-B47A868B0DF2}" presName="hierChild3" presStyleCnt="0"/>
      <dgm:spPr/>
    </dgm:pt>
    <dgm:pt modelId="{3EFC2DA8-E88B-40F6-8EDD-45DD883F97C7}" type="pres">
      <dgm:prSet presAssocID="{F399D151-B37E-420E-AAFC-33E488EA59F6}" presName="Name19" presStyleLbl="parChTrans1D3" presStyleIdx="1" presStyleCnt="3"/>
      <dgm:spPr/>
    </dgm:pt>
    <dgm:pt modelId="{044F7171-7681-44E5-B350-24F3EB426E25}" type="pres">
      <dgm:prSet presAssocID="{1748C327-A7E0-4BF7-BCDE-6BD1B242E9BC}" presName="Name21" presStyleCnt="0"/>
      <dgm:spPr/>
    </dgm:pt>
    <dgm:pt modelId="{4B5C9AF4-7F1F-4826-B9AC-EB256580360B}" type="pres">
      <dgm:prSet presAssocID="{1748C327-A7E0-4BF7-BCDE-6BD1B242E9BC}" presName="level2Shape" presStyleLbl="node3" presStyleIdx="1" presStyleCnt="3"/>
      <dgm:spPr/>
    </dgm:pt>
    <dgm:pt modelId="{A04F76F5-DFB9-42BF-AB01-008ED0824DC7}" type="pres">
      <dgm:prSet presAssocID="{1748C327-A7E0-4BF7-BCDE-6BD1B242E9BC}" presName="hierChild3" presStyleCnt="0"/>
      <dgm:spPr/>
    </dgm:pt>
    <dgm:pt modelId="{4117FF87-D7D0-40FE-AB62-DA1AED69EB47}" type="pres">
      <dgm:prSet presAssocID="{BAE4C691-BFBE-48C8-9E54-9C555B172B0E}" presName="Name19" presStyleLbl="parChTrans1D2" presStyleIdx="1" presStyleCnt="2"/>
      <dgm:spPr/>
    </dgm:pt>
    <dgm:pt modelId="{F05B5284-1BE1-407B-B051-06DF201151E6}" type="pres">
      <dgm:prSet presAssocID="{84770809-5680-49A0-AABC-771A966B95C8}" presName="Name21" presStyleCnt="0"/>
      <dgm:spPr/>
    </dgm:pt>
    <dgm:pt modelId="{40B998C0-E012-486A-863A-E35F2362247F}" type="pres">
      <dgm:prSet presAssocID="{84770809-5680-49A0-AABC-771A966B95C8}" presName="level2Shape" presStyleLbl="node2" presStyleIdx="1" presStyleCnt="2"/>
      <dgm:spPr/>
    </dgm:pt>
    <dgm:pt modelId="{089EE449-E408-4BA7-AEB5-CACC5CFF6790}" type="pres">
      <dgm:prSet presAssocID="{84770809-5680-49A0-AABC-771A966B95C8}" presName="hierChild3" presStyleCnt="0"/>
      <dgm:spPr/>
    </dgm:pt>
    <dgm:pt modelId="{5D206E48-F4B6-415E-ABDD-01C662763D2F}" type="pres">
      <dgm:prSet presAssocID="{741D8F9A-43D5-4261-AFF5-DB27E6706AC1}" presName="Name19" presStyleLbl="parChTrans1D3" presStyleIdx="2" presStyleCnt="3"/>
      <dgm:spPr/>
    </dgm:pt>
    <dgm:pt modelId="{6F8BB116-D328-4D62-ADBE-767BE129FC25}" type="pres">
      <dgm:prSet presAssocID="{32B6268A-8F02-46CF-BB41-03F5615A9593}" presName="Name21" presStyleCnt="0"/>
      <dgm:spPr/>
    </dgm:pt>
    <dgm:pt modelId="{AB78BA55-1F94-40C6-92B2-1C6E67E04C39}" type="pres">
      <dgm:prSet presAssocID="{32B6268A-8F02-46CF-BB41-03F5615A9593}" presName="level2Shape" presStyleLbl="node3" presStyleIdx="2" presStyleCnt="3"/>
      <dgm:spPr/>
    </dgm:pt>
    <dgm:pt modelId="{6E0C0733-F8E2-4EB2-A7C4-53A21FD2AA3F}" type="pres">
      <dgm:prSet presAssocID="{32B6268A-8F02-46CF-BB41-03F5615A9593}" presName="hierChild3" presStyleCnt="0"/>
      <dgm:spPr/>
    </dgm:pt>
    <dgm:pt modelId="{7741439B-74E6-4507-B7CA-86AB8B3798A5}" type="pres">
      <dgm:prSet presAssocID="{B40429B9-98AF-4730-9C3A-BE356A406D44}" presName="bgShapesFlow" presStyleCnt="0"/>
      <dgm:spPr/>
    </dgm:pt>
  </dgm:ptLst>
  <dgm:cxnLst>
    <dgm:cxn modelId="{F0AD0010-E18E-4945-8C52-C614C8DF682D}" type="presOf" srcId="{255699AA-D2F3-4912-8D79-38507A5AF2F7}" destId="{CB7B46AD-50DC-4674-B975-6931352DC8B8}" srcOrd="0" destOrd="0" presId="urn:microsoft.com/office/officeart/2005/8/layout/hierarchy6"/>
    <dgm:cxn modelId="{78282A1C-811C-4346-90BB-751CE6D3E5BF}" type="presOf" srcId="{3D5FAF8F-BC46-479C-BE62-B47A868B0DF2}" destId="{55A19D1A-6802-4DD8-B7DF-E8230F18684F}" srcOrd="0" destOrd="0" presId="urn:microsoft.com/office/officeart/2005/8/layout/hierarchy6"/>
    <dgm:cxn modelId="{3943131F-734C-4EE0-9325-ECE06D3D8884}" type="presOf" srcId="{741D8F9A-43D5-4261-AFF5-DB27E6706AC1}" destId="{5D206E48-F4B6-415E-ABDD-01C662763D2F}" srcOrd="0" destOrd="0" presId="urn:microsoft.com/office/officeart/2005/8/layout/hierarchy6"/>
    <dgm:cxn modelId="{0B690325-A32B-4AD5-A5C7-5C980BE31105}" srcId="{79981EE0-10D8-4463-B371-61CA956C5C77}" destId="{012BF05D-32FC-4C95-8262-B40B7E9F7DDD}" srcOrd="0" destOrd="0" parTransId="{41F08C0D-EBFA-4983-8CB0-7AE9E448DEE3}" sibTransId="{C87E2217-5943-49FD-8B23-EBF85391BC34}"/>
    <dgm:cxn modelId="{1E7D3F36-0B8E-4453-B375-14F7AD56479B}" type="presOf" srcId="{79981EE0-10D8-4463-B371-61CA956C5C77}" destId="{7C5A9C5E-D062-45A3-A756-E5C7B588DCF2}" srcOrd="0" destOrd="0" presId="urn:microsoft.com/office/officeart/2005/8/layout/hierarchy6"/>
    <dgm:cxn modelId="{753DC342-3C43-4A94-AB23-DF307B0311AF}" type="presOf" srcId="{32B6268A-8F02-46CF-BB41-03F5615A9593}" destId="{AB78BA55-1F94-40C6-92B2-1C6E67E04C39}" srcOrd="0" destOrd="0" presId="urn:microsoft.com/office/officeart/2005/8/layout/hierarchy6"/>
    <dgm:cxn modelId="{04699243-9B52-472E-82A5-B47226B7A12C}" type="presOf" srcId="{41F08C0D-EBFA-4983-8CB0-7AE9E448DEE3}" destId="{68B6F167-D9FF-47ED-A34F-7A41DA4AC0D2}" srcOrd="0" destOrd="0" presId="urn:microsoft.com/office/officeart/2005/8/layout/hierarchy6"/>
    <dgm:cxn modelId="{320DC644-30DD-41A0-8491-33815221AEAA}" srcId="{84770809-5680-49A0-AABC-771A966B95C8}" destId="{32B6268A-8F02-46CF-BB41-03F5615A9593}" srcOrd="0" destOrd="0" parTransId="{741D8F9A-43D5-4261-AFF5-DB27E6706AC1}" sibTransId="{D94ACC32-07C4-46EB-A068-414F3F65FDD1}"/>
    <dgm:cxn modelId="{E4DEA36F-3C82-4D1F-ACCF-E5C4C81FB769}" type="presOf" srcId="{012BF05D-32FC-4C95-8262-B40B7E9F7DDD}" destId="{046DE215-4599-4E3B-80AD-A8B8574340CC}" srcOrd="0" destOrd="0" presId="urn:microsoft.com/office/officeart/2005/8/layout/hierarchy6"/>
    <dgm:cxn modelId="{80185A80-6307-427F-9CDC-EE9BE5804F35}" srcId="{79981EE0-10D8-4463-B371-61CA956C5C77}" destId="{84770809-5680-49A0-AABC-771A966B95C8}" srcOrd="1" destOrd="0" parTransId="{BAE4C691-BFBE-48C8-9E54-9C555B172B0E}" sibTransId="{BA803BA3-61D8-43E4-A47A-73DF33780FF7}"/>
    <dgm:cxn modelId="{21B9408A-E503-424C-9198-5A0A9E0E43AC}" type="presOf" srcId="{BAE4C691-BFBE-48C8-9E54-9C555B172B0E}" destId="{4117FF87-D7D0-40FE-AB62-DA1AED69EB47}" srcOrd="0" destOrd="0" presId="urn:microsoft.com/office/officeart/2005/8/layout/hierarchy6"/>
    <dgm:cxn modelId="{94B3978F-0FE8-4D26-BF6B-DD36D6D9C2D8}" srcId="{B40429B9-98AF-4730-9C3A-BE356A406D44}" destId="{79981EE0-10D8-4463-B371-61CA956C5C77}" srcOrd="0" destOrd="0" parTransId="{BBEB5E2D-1099-46FB-B748-CCB92E5B51E2}" sibTransId="{A2C9B124-5DC0-4C87-8F3B-648179B825A0}"/>
    <dgm:cxn modelId="{43C2C794-DA96-4DB3-AFCD-AEC26F30B34C}" type="presOf" srcId="{F399D151-B37E-420E-AAFC-33E488EA59F6}" destId="{3EFC2DA8-E88B-40F6-8EDD-45DD883F97C7}" srcOrd="0" destOrd="0" presId="urn:microsoft.com/office/officeart/2005/8/layout/hierarchy6"/>
    <dgm:cxn modelId="{590B9397-6E8F-4833-8163-2B8E3280250E}" type="presOf" srcId="{B40429B9-98AF-4730-9C3A-BE356A406D44}" destId="{588DB9D3-396F-482D-8D07-883E75409CEE}" srcOrd="0" destOrd="0" presId="urn:microsoft.com/office/officeart/2005/8/layout/hierarchy6"/>
    <dgm:cxn modelId="{CBAFED9D-65B5-4DC5-9432-7964702307FE}" type="presOf" srcId="{84770809-5680-49A0-AABC-771A966B95C8}" destId="{40B998C0-E012-486A-863A-E35F2362247F}" srcOrd="0" destOrd="0" presId="urn:microsoft.com/office/officeart/2005/8/layout/hierarchy6"/>
    <dgm:cxn modelId="{956202D2-7C9E-411F-B91D-1B91E87A5FD1}" srcId="{012BF05D-32FC-4C95-8262-B40B7E9F7DDD}" destId="{3D5FAF8F-BC46-479C-BE62-B47A868B0DF2}" srcOrd="0" destOrd="0" parTransId="{255699AA-D2F3-4912-8D79-38507A5AF2F7}" sibTransId="{344CF0E4-08E9-4161-B287-F6AA4B174649}"/>
    <dgm:cxn modelId="{B0AFE8D3-6786-452A-835A-919C3C2B7818}" srcId="{012BF05D-32FC-4C95-8262-B40B7E9F7DDD}" destId="{1748C327-A7E0-4BF7-BCDE-6BD1B242E9BC}" srcOrd="1" destOrd="0" parTransId="{F399D151-B37E-420E-AAFC-33E488EA59F6}" sibTransId="{EDD5CC8F-2D4C-424A-8F90-77396A809776}"/>
    <dgm:cxn modelId="{E9423CFA-DAAA-4A85-B5E7-36EC7D2F20E7}" type="presOf" srcId="{1748C327-A7E0-4BF7-BCDE-6BD1B242E9BC}" destId="{4B5C9AF4-7F1F-4826-B9AC-EB256580360B}" srcOrd="0" destOrd="0" presId="urn:microsoft.com/office/officeart/2005/8/layout/hierarchy6"/>
    <dgm:cxn modelId="{1B4EF14B-0C48-4E49-8C89-95819BF77EE5}" type="presParOf" srcId="{588DB9D3-396F-482D-8D07-883E75409CEE}" destId="{15B86674-DC16-41AC-BC40-B798177C9E21}" srcOrd="0" destOrd="0" presId="urn:microsoft.com/office/officeart/2005/8/layout/hierarchy6"/>
    <dgm:cxn modelId="{B68AD4A8-72E9-4073-9E0C-6073E655ACA9}" type="presParOf" srcId="{15B86674-DC16-41AC-BC40-B798177C9E21}" destId="{6497092D-8359-4C4E-97DE-CE028600D029}" srcOrd="0" destOrd="0" presId="urn:microsoft.com/office/officeart/2005/8/layout/hierarchy6"/>
    <dgm:cxn modelId="{FADFAEBB-EBDB-4B35-BBF2-03404B1DED43}" type="presParOf" srcId="{6497092D-8359-4C4E-97DE-CE028600D029}" destId="{82305E07-3026-4FD9-A719-44A7B47727F2}" srcOrd="0" destOrd="0" presId="urn:microsoft.com/office/officeart/2005/8/layout/hierarchy6"/>
    <dgm:cxn modelId="{D354DA26-64D2-4092-84BE-8760C2BE18B0}" type="presParOf" srcId="{82305E07-3026-4FD9-A719-44A7B47727F2}" destId="{7C5A9C5E-D062-45A3-A756-E5C7B588DCF2}" srcOrd="0" destOrd="0" presId="urn:microsoft.com/office/officeart/2005/8/layout/hierarchy6"/>
    <dgm:cxn modelId="{1E49B581-9B31-4F45-A20B-2F18EE225321}" type="presParOf" srcId="{82305E07-3026-4FD9-A719-44A7B47727F2}" destId="{30022903-744D-4879-A39B-C306D7FD060B}" srcOrd="1" destOrd="0" presId="urn:microsoft.com/office/officeart/2005/8/layout/hierarchy6"/>
    <dgm:cxn modelId="{4E6D1C0F-2334-4540-8B6A-C61194367F8A}" type="presParOf" srcId="{30022903-744D-4879-A39B-C306D7FD060B}" destId="{68B6F167-D9FF-47ED-A34F-7A41DA4AC0D2}" srcOrd="0" destOrd="0" presId="urn:microsoft.com/office/officeart/2005/8/layout/hierarchy6"/>
    <dgm:cxn modelId="{E99DA390-0854-4EFA-83DB-78D528753491}" type="presParOf" srcId="{30022903-744D-4879-A39B-C306D7FD060B}" destId="{C0024D5F-236B-4E18-93F5-9324358CCDE1}" srcOrd="1" destOrd="0" presId="urn:microsoft.com/office/officeart/2005/8/layout/hierarchy6"/>
    <dgm:cxn modelId="{D7F8D805-A681-4618-B975-56F9FBACB019}" type="presParOf" srcId="{C0024D5F-236B-4E18-93F5-9324358CCDE1}" destId="{046DE215-4599-4E3B-80AD-A8B8574340CC}" srcOrd="0" destOrd="0" presId="urn:microsoft.com/office/officeart/2005/8/layout/hierarchy6"/>
    <dgm:cxn modelId="{A2759677-5787-4C33-92FB-492FFCB490BC}" type="presParOf" srcId="{C0024D5F-236B-4E18-93F5-9324358CCDE1}" destId="{93D1AB3F-1AA6-4006-A895-A70C832A1099}" srcOrd="1" destOrd="0" presId="urn:microsoft.com/office/officeart/2005/8/layout/hierarchy6"/>
    <dgm:cxn modelId="{1F176242-F428-4D3F-AA2D-0CA0704B40DC}" type="presParOf" srcId="{93D1AB3F-1AA6-4006-A895-A70C832A1099}" destId="{CB7B46AD-50DC-4674-B975-6931352DC8B8}" srcOrd="0" destOrd="0" presId="urn:microsoft.com/office/officeart/2005/8/layout/hierarchy6"/>
    <dgm:cxn modelId="{64BD5CEA-3CB1-4FA0-A9FB-57A8810C1AA8}" type="presParOf" srcId="{93D1AB3F-1AA6-4006-A895-A70C832A1099}" destId="{652F6280-338D-47C3-8A5E-62BC07987B80}" srcOrd="1" destOrd="0" presId="urn:microsoft.com/office/officeart/2005/8/layout/hierarchy6"/>
    <dgm:cxn modelId="{3EF45ECA-AA84-43AE-9035-DEB071155CF9}" type="presParOf" srcId="{652F6280-338D-47C3-8A5E-62BC07987B80}" destId="{55A19D1A-6802-4DD8-B7DF-E8230F18684F}" srcOrd="0" destOrd="0" presId="urn:microsoft.com/office/officeart/2005/8/layout/hierarchy6"/>
    <dgm:cxn modelId="{43426371-7CED-4EFE-B17C-E69774371403}" type="presParOf" srcId="{652F6280-338D-47C3-8A5E-62BC07987B80}" destId="{4F488BC5-AC95-4CB1-AD07-AE89E0960D69}" srcOrd="1" destOrd="0" presId="urn:microsoft.com/office/officeart/2005/8/layout/hierarchy6"/>
    <dgm:cxn modelId="{C694E3DF-07B7-4C88-B09B-B6F413BC93DA}" type="presParOf" srcId="{93D1AB3F-1AA6-4006-A895-A70C832A1099}" destId="{3EFC2DA8-E88B-40F6-8EDD-45DD883F97C7}" srcOrd="2" destOrd="0" presId="urn:microsoft.com/office/officeart/2005/8/layout/hierarchy6"/>
    <dgm:cxn modelId="{5778C6DF-2367-4063-8EA5-1AD4FA97E2D8}" type="presParOf" srcId="{93D1AB3F-1AA6-4006-A895-A70C832A1099}" destId="{044F7171-7681-44E5-B350-24F3EB426E25}" srcOrd="3" destOrd="0" presId="urn:microsoft.com/office/officeart/2005/8/layout/hierarchy6"/>
    <dgm:cxn modelId="{BEDFD87E-03B5-4483-B189-93B0BBD72FD0}" type="presParOf" srcId="{044F7171-7681-44E5-B350-24F3EB426E25}" destId="{4B5C9AF4-7F1F-4826-B9AC-EB256580360B}" srcOrd="0" destOrd="0" presId="urn:microsoft.com/office/officeart/2005/8/layout/hierarchy6"/>
    <dgm:cxn modelId="{F3B8C6E8-5CDD-4B3B-B867-6B7E0930618C}" type="presParOf" srcId="{044F7171-7681-44E5-B350-24F3EB426E25}" destId="{A04F76F5-DFB9-42BF-AB01-008ED0824DC7}" srcOrd="1" destOrd="0" presId="urn:microsoft.com/office/officeart/2005/8/layout/hierarchy6"/>
    <dgm:cxn modelId="{300B77EF-D626-4BFB-9F79-56FD50D38930}" type="presParOf" srcId="{30022903-744D-4879-A39B-C306D7FD060B}" destId="{4117FF87-D7D0-40FE-AB62-DA1AED69EB47}" srcOrd="2" destOrd="0" presId="urn:microsoft.com/office/officeart/2005/8/layout/hierarchy6"/>
    <dgm:cxn modelId="{C4CFA9EA-22C0-495C-935B-A79690D29567}" type="presParOf" srcId="{30022903-744D-4879-A39B-C306D7FD060B}" destId="{F05B5284-1BE1-407B-B051-06DF201151E6}" srcOrd="3" destOrd="0" presId="urn:microsoft.com/office/officeart/2005/8/layout/hierarchy6"/>
    <dgm:cxn modelId="{52CCBF45-C7A9-4AA5-8313-857DC4D6596A}" type="presParOf" srcId="{F05B5284-1BE1-407B-B051-06DF201151E6}" destId="{40B998C0-E012-486A-863A-E35F2362247F}" srcOrd="0" destOrd="0" presId="urn:microsoft.com/office/officeart/2005/8/layout/hierarchy6"/>
    <dgm:cxn modelId="{49BE0B60-6154-438E-A954-554C04DCC961}" type="presParOf" srcId="{F05B5284-1BE1-407B-B051-06DF201151E6}" destId="{089EE449-E408-4BA7-AEB5-CACC5CFF6790}" srcOrd="1" destOrd="0" presId="urn:microsoft.com/office/officeart/2005/8/layout/hierarchy6"/>
    <dgm:cxn modelId="{84BB04A8-D55D-4F15-A556-08005598D1BC}" type="presParOf" srcId="{089EE449-E408-4BA7-AEB5-CACC5CFF6790}" destId="{5D206E48-F4B6-415E-ABDD-01C662763D2F}" srcOrd="0" destOrd="0" presId="urn:microsoft.com/office/officeart/2005/8/layout/hierarchy6"/>
    <dgm:cxn modelId="{98EDFEC2-8F42-4F51-B09B-849DF61D8719}" type="presParOf" srcId="{089EE449-E408-4BA7-AEB5-CACC5CFF6790}" destId="{6F8BB116-D328-4D62-ADBE-767BE129FC25}" srcOrd="1" destOrd="0" presId="urn:microsoft.com/office/officeart/2005/8/layout/hierarchy6"/>
    <dgm:cxn modelId="{022519DF-EFFF-4204-BE13-A94F5F6E6867}" type="presParOf" srcId="{6F8BB116-D328-4D62-ADBE-767BE129FC25}" destId="{AB78BA55-1F94-40C6-92B2-1C6E67E04C39}" srcOrd="0" destOrd="0" presId="urn:microsoft.com/office/officeart/2005/8/layout/hierarchy6"/>
    <dgm:cxn modelId="{C94D042C-5A8A-4E62-80D9-C0A0826A0398}" type="presParOf" srcId="{6F8BB116-D328-4D62-ADBE-767BE129FC25}" destId="{6E0C0733-F8E2-4EB2-A7C4-53A21FD2AA3F}" srcOrd="1" destOrd="0" presId="urn:microsoft.com/office/officeart/2005/8/layout/hierarchy6"/>
    <dgm:cxn modelId="{C836F12C-77FD-4321-9A69-F8CD6725E943}" type="presParOf" srcId="{588DB9D3-396F-482D-8D07-883E75409CEE}" destId="{7741439B-74E6-4507-B7CA-86AB8B3798A5}"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0429B9-98AF-4730-9C3A-BE356A406D44}" type="doc">
      <dgm:prSet loTypeId="urn:microsoft.com/office/officeart/2005/8/layout/hierarchy6" loCatId="hierarchy" qsTypeId="urn:microsoft.com/office/officeart/2005/8/quickstyle/simple1" qsCatId="simple" csTypeId="urn:microsoft.com/office/officeart/2005/8/colors/colorful2" csCatId="colorful" phldr="1"/>
      <dgm:spPr/>
      <dgm:t>
        <a:bodyPr/>
        <a:lstStyle/>
        <a:p>
          <a:endParaRPr lang="da-DK"/>
        </a:p>
      </dgm:t>
    </dgm:pt>
    <dgm:pt modelId="{79981EE0-10D8-4463-B371-61CA956C5C77}">
      <dgm:prSet phldrT="[Tekst]"/>
      <dgm:spPr/>
      <dgm:t>
        <a:bodyPr/>
        <a:lstStyle/>
        <a:p>
          <a:r>
            <a:rPr lang="da-DK" dirty="0"/>
            <a:t>Method1()</a:t>
          </a:r>
        </a:p>
      </dgm:t>
    </dgm:pt>
    <dgm:pt modelId="{BBEB5E2D-1099-46FB-B748-CCB92E5B51E2}" type="parTrans" cxnId="{94B3978F-0FE8-4D26-BF6B-DD36D6D9C2D8}">
      <dgm:prSet/>
      <dgm:spPr/>
      <dgm:t>
        <a:bodyPr/>
        <a:lstStyle/>
        <a:p>
          <a:endParaRPr lang="da-DK"/>
        </a:p>
      </dgm:t>
    </dgm:pt>
    <dgm:pt modelId="{A2C9B124-5DC0-4C87-8F3B-648179B825A0}" type="sibTrans" cxnId="{94B3978F-0FE8-4D26-BF6B-DD36D6D9C2D8}">
      <dgm:prSet/>
      <dgm:spPr/>
      <dgm:t>
        <a:bodyPr/>
        <a:lstStyle/>
        <a:p>
          <a:endParaRPr lang="da-DK"/>
        </a:p>
      </dgm:t>
    </dgm:pt>
    <dgm:pt modelId="{012BF05D-32FC-4C95-8262-B40B7E9F7DDD}">
      <dgm:prSet phldrT="[Tekst]"/>
      <dgm:spPr/>
      <dgm:t>
        <a:bodyPr/>
        <a:lstStyle/>
        <a:p>
          <a:r>
            <a:rPr lang="da-DK" dirty="0"/>
            <a:t>Method2()</a:t>
          </a:r>
        </a:p>
      </dgm:t>
    </dgm:pt>
    <dgm:pt modelId="{41F08C0D-EBFA-4983-8CB0-7AE9E448DEE3}" type="parTrans" cxnId="{0B690325-A32B-4AD5-A5C7-5C980BE31105}">
      <dgm:prSet/>
      <dgm:spPr/>
      <dgm:t>
        <a:bodyPr/>
        <a:lstStyle/>
        <a:p>
          <a:endParaRPr lang="da-DK"/>
        </a:p>
      </dgm:t>
    </dgm:pt>
    <dgm:pt modelId="{C87E2217-5943-49FD-8B23-EBF85391BC34}" type="sibTrans" cxnId="{0B690325-A32B-4AD5-A5C7-5C980BE31105}">
      <dgm:prSet/>
      <dgm:spPr/>
      <dgm:t>
        <a:bodyPr/>
        <a:lstStyle/>
        <a:p>
          <a:endParaRPr lang="da-DK"/>
        </a:p>
      </dgm:t>
    </dgm:pt>
    <dgm:pt modelId="{3D5FAF8F-BC46-479C-BE62-B47A868B0DF2}">
      <dgm:prSet phldrT="[Tekst]"/>
      <dgm:spPr/>
      <dgm:t>
        <a:bodyPr/>
        <a:lstStyle/>
        <a:p>
          <a:r>
            <a:rPr lang="da-DK" dirty="0"/>
            <a:t>Method4()</a:t>
          </a:r>
        </a:p>
      </dgm:t>
    </dgm:pt>
    <dgm:pt modelId="{255699AA-D2F3-4912-8D79-38507A5AF2F7}" type="parTrans" cxnId="{956202D2-7C9E-411F-B91D-1B91E87A5FD1}">
      <dgm:prSet/>
      <dgm:spPr/>
      <dgm:t>
        <a:bodyPr/>
        <a:lstStyle/>
        <a:p>
          <a:endParaRPr lang="da-DK"/>
        </a:p>
      </dgm:t>
    </dgm:pt>
    <dgm:pt modelId="{344CF0E4-08E9-4161-B287-F6AA4B174649}" type="sibTrans" cxnId="{956202D2-7C9E-411F-B91D-1B91E87A5FD1}">
      <dgm:prSet/>
      <dgm:spPr/>
      <dgm:t>
        <a:bodyPr/>
        <a:lstStyle/>
        <a:p>
          <a:endParaRPr lang="da-DK"/>
        </a:p>
      </dgm:t>
    </dgm:pt>
    <dgm:pt modelId="{1748C327-A7E0-4BF7-BCDE-6BD1B242E9BC}">
      <dgm:prSet phldrT="[Tekst]"/>
      <dgm:spPr/>
      <dgm:t>
        <a:bodyPr/>
        <a:lstStyle/>
        <a:p>
          <a:r>
            <a:rPr lang="da-DK" dirty="0"/>
            <a:t>Method5()</a:t>
          </a:r>
        </a:p>
      </dgm:t>
    </dgm:pt>
    <dgm:pt modelId="{F399D151-B37E-420E-AAFC-33E488EA59F6}" type="parTrans" cxnId="{B0AFE8D3-6786-452A-835A-919C3C2B7818}">
      <dgm:prSet/>
      <dgm:spPr/>
      <dgm:t>
        <a:bodyPr/>
        <a:lstStyle/>
        <a:p>
          <a:endParaRPr lang="da-DK"/>
        </a:p>
      </dgm:t>
    </dgm:pt>
    <dgm:pt modelId="{EDD5CC8F-2D4C-424A-8F90-77396A809776}" type="sibTrans" cxnId="{B0AFE8D3-6786-452A-835A-919C3C2B7818}">
      <dgm:prSet/>
      <dgm:spPr/>
      <dgm:t>
        <a:bodyPr/>
        <a:lstStyle/>
        <a:p>
          <a:endParaRPr lang="da-DK"/>
        </a:p>
      </dgm:t>
    </dgm:pt>
    <dgm:pt modelId="{84770809-5680-49A0-AABC-771A966B95C8}">
      <dgm:prSet phldrT="[Tekst]"/>
      <dgm:spPr/>
      <dgm:t>
        <a:bodyPr/>
        <a:lstStyle/>
        <a:p>
          <a:r>
            <a:rPr lang="da-DK" dirty="0"/>
            <a:t>Method3()</a:t>
          </a:r>
        </a:p>
      </dgm:t>
    </dgm:pt>
    <dgm:pt modelId="{BAE4C691-BFBE-48C8-9E54-9C555B172B0E}" type="parTrans" cxnId="{80185A80-6307-427F-9CDC-EE9BE5804F35}">
      <dgm:prSet/>
      <dgm:spPr/>
      <dgm:t>
        <a:bodyPr/>
        <a:lstStyle/>
        <a:p>
          <a:endParaRPr lang="da-DK"/>
        </a:p>
      </dgm:t>
    </dgm:pt>
    <dgm:pt modelId="{BA803BA3-61D8-43E4-A47A-73DF33780FF7}" type="sibTrans" cxnId="{80185A80-6307-427F-9CDC-EE9BE5804F35}">
      <dgm:prSet/>
      <dgm:spPr/>
      <dgm:t>
        <a:bodyPr/>
        <a:lstStyle/>
        <a:p>
          <a:endParaRPr lang="da-DK"/>
        </a:p>
      </dgm:t>
    </dgm:pt>
    <dgm:pt modelId="{32B6268A-8F02-46CF-BB41-03F5615A9593}">
      <dgm:prSet phldrT="[Tekst]"/>
      <dgm:spPr/>
      <dgm:t>
        <a:bodyPr/>
        <a:lstStyle/>
        <a:p>
          <a:r>
            <a:rPr lang="da-DK" dirty="0"/>
            <a:t>Method6()</a:t>
          </a:r>
        </a:p>
      </dgm:t>
    </dgm:pt>
    <dgm:pt modelId="{741D8F9A-43D5-4261-AFF5-DB27E6706AC1}" type="parTrans" cxnId="{320DC644-30DD-41A0-8491-33815221AEAA}">
      <dgm:prSet/>
      <dgm:spPr/>
      <dgm:t>
        <a:bodyPr/>
        <a:lstStyle/>
        <a:p>
          <a:endParaRPr lang="da-DK"/>
        </a:p>
      </dgm:t>
    </dgm:pt>
    <dgm:pt modelId="{D94ACC32-07C4-46EB-A068-414F3F65FDD1}" type="sibTrans" cxnId="{320DC644-30DD-41A0-8491-33815221AEAA}">
      <dgm:prSet/>
      <dgm:spPr/>
      <dgm:t>
        <a:bodyPr/>
        <a:lstStyle/>
        <a:p>
          <a:endParaRPr lang="da-DK"/>
        </a:p>
      </dgm:t>
    </dgm:pt>
    <dgm:pt modelId="{588DB9D3-396F-482D-8D07-883E75409CEE}" type="pres">
      <dgm:prSet presAssocID="{B40429B9-98AF-4730-9C3A-BE356A406D44}" presName="mainComposite" presStyleCnt="0">
        <dgm:presLayoutVars>
          <dgm:chPref val="1"/>
          <dgm:dir/>
          <dgm:animOne val="branch"/>
          <dgm:animLvl val="lvl"/>
          <dgm:resizeHandles val="exact"/>
        </dgm:presLayoutVars>
      </dgm:prSet>
      <dgm:spPr/>
    </dgm:pt>
    <dgm:pt modelId="{15B86674-DC16-41AC-BC40-B798177C9E21}" type="pres">
      <dgm:prSet presAssocID="{B40429B9-98AF-4730-9C3A-BE356A406D44}" presName="hierFlow" presStyleCnt="0"/>
      <dgm:spPr/>
    </dgm:pt>
    <dgm:pt modelId="{6497092D-8359-4C4E-97DE-CE028600D029}" type="pres">
      <dgm:prSet presAssocID="{B40429B9-98AF-4730-9C3A-BE356A406D44}" presName="hierChild1" presStyleCnt="0">
        <dgm:presLayoutVars>
          <dgm:chPref val="1"/>
          <dgm:animOne val="branch"/>
          <dgm:animLvl val="lvl"/>
        </dgm:presLayoutVars>
      </dgm:prSet>
      <dgm:spPr/>
    </dgm:pt>
    <dgm:pt modelId="{82305E07-3026-4FD9-A719-44A7B47727F2}" type="pres">
      <dgm:prSet presAssocID="{79981EE0-10D8-4463-B371-61CA956C5C77}" presName="Name14" presStyleCnt="0"/>
      <dgm:spPr/>
    </dgm:pt>
    <dgm:pt modelId="{7C5A9C5E-D062-45A3-A756-E5C7B588DCF2}" type="pres">
      <dgm:prSet presAssocID="{79981EE0-10D8-4463-B371-61CA956C5C77}" presName="level1Shape" presStyleLbl="node0" presStyleIdx="0" presStyleCnt="1">
        <dgm:presLayoutVars>
          <dgm:chPref val="3"/>
        </dgm:presLayoutVars>
      </dgm:prSet>
      <dgm:spPr/>
    </dgm:pt>
    <dgm:pt modelId="{30022903-744D-4879-A39B-C306D7FD060B}" type="pres">
      <dgm:prSet presAssocID="{79981EE0-10D8-4463-B371-61CA956C5C77}" presName="hierChild2" presStyleCnt="0"/>
      <dgm:spPr/>
    </dgm:pt>
    <dgm:pt modelId="{68B6F167-D9FF-47ED-A34F-7A41DA4AC0D2}" type="pres">
      <dgm:prSet presAssocID="{41F08C0D-EBFA-4983-8CB0-7AE9E448DEE3}" presName="Name19" presStyleLbl="parChTrans1D2" presStyleIdx="0" presStyleCnt="2"/>
      <dgm:spPr/>
    </dgm:pt>
    <dgm:pt modelId="{C0024D5F-236B-4E18-93F5-9324358CCDE1}" type="pres">
      <dgm:prSet presAssocID="{012BF05D-32FC-4C95-8262-B40B7E9F7DDD}" presName="Name21" presStyleCnt="0"/>
      <dgm:spPr/>
    </dgm:pt>
    <dgm:pt modelId="{046DE215-4599-4E3B-80AD-A8B8574340CC}" type="pres">
      <dgm:prSet presAssocID="{012BF05D-32FC-4C95-8262-B40B7E9F7DDD}" presName="level2Shape" presStyleLbl="node2" presStyleIdx="0" presStyleCnt="2"/>
      <dgm:spPr/>
    </dgm:pt>
    <dgm:pt modelId="{93D1AB3F-1AA6-4006-A895-A70C832A1099}" type="pres">
      <dgm:prSet presAssocID="{012BF05D-32FC-4C95-8262-B40B7E9F7DDD}" presName="hierChild3" presStyleCnt="0"/>
      <dgm:spPr/>
    </dgm:pt>
    <dgm:pt modelId="{CB7B46AD-50DC-4674-B975-6931352DC8B8}" type="pres">
      <dgm:prSet presAssocID="{255699AA-D2F3-4912-8D79-38507A5AF2F7}" presName="Name19" presStyleLbl="parChTrans1D3" presStyleIdx="0" presStyleCnt="3"/>
      <dgm:spPr/>
    </dgm:pt>
    <dgm:pt modelId="{652F6280-338D-47C3-8A5E-62BC07987B80}" type="pres">
      <dgm:prSet presAssocID="{3D5FAF8F-BC46-479C-BE62-B47A868B0DF2}" presName="Name21" presStyleCnt="0"/>
      <dgm:spPr/>
    </dgm:pt>
    <dgm:pt modelId="{55A19D1A-6802-4DD8-B7DF-E8230F18684F}" type="pres">
      <dgm:prSet presAssocID="{3D5FAF8F-BC46-479C-BE62-B47A868B0DF2}" presName="level2Shape" presStyleLbl="node3" presStyleIdx="0" presStyleCnt="3"/>
      <dgm:spPr/>
    </dgm:pt>
    <dgm:pt modelId="{4F488BC5-AC95-4CB1-AD07-AE89E0960D69}" type="pres">
      <dgm:prSet presAssocID="{3D5FAF8F-BC46-479C-BE62-B47A868B0DF2}" presName="hierChild3" presStyleCnt="0"/>
      <dgm:spPr/>
    </dgm:pt>
    <dgm:pt modelId="{3EFC2DA8-E88B-40F6-8EDD-45DD883F97C7}" type="pres">
      <dgm:prSet presAssocID="{F399D151-B37E-420E-AAFC-33E488EA59F6}" presName="Name19" presStyleLbl="parChTrans1D3" presStyleIdx="1" presStyleCnt="3"/>
      <dgm:spPr/>
    </dgm:pt>
    <dgm:pt modelId="{044F7171-7681-44E5-B350-24F3EB426E25}" type="pres">
      <dgm:prSet presAssocID="{1748C327-A7E0-4BF7-BCDE-6BD1B242E9BC}" presName="Name21" presStyleCnt="0"/>
      <dgm:spPr/>
    </dgm:pt>
    <dgm:pt modelId="{4B5C9AF4-7F1F-4826-B9AC-EB256580360B}" type="pres">
      <dgm:prSet presAssocID="{1748C327-A7E0-4BF7-BCDE-6BD1B242E9BC}" presName="level2Shape" presStyleLbl="node3" presStyleIdx="1" presStyleCnt="3"/>
      <dgm:spPr/>
    </dgm:pt>
    <dgm:pt modelId="{A04F76F5-DFB9-42BF-AB01-008ED0824DC7}" type="pres">
      <dgm:prSet presAssocID="{1748C327-A7E0-4BF7-BCDE-6BD1B242E9BC}" presName="hierChild3" presStyleCnt="0"/>
      <dgm:spPr/>
    </dgm:pt>
    <dgm:pt modelId="{4117FF87-D7D0-40FE-AB62-DA1AED69EB47}" type="pres">
      <dgm:prSet presAssocID="{BAE4C691-BFBE-48C8-9E54-9C555B172B0E}" presName="Name19" presStyleLbl="parChTrans1D2" presStyleIdx="1" presStyleCnt="2"/>
      <dgm:spPr/>
    </dgm:pt>
    <dgm:pt modelId="{F05B5284-1BE1-407B-B051-06DF201151E6}" type="pres">
      <dgm:prSet presAssocID="{84770809-5680-49A0-AABC-771A966B95C8}" presName="Name21" presStyleCnt="0"/>
      <dgm:spPr/>
    </dgm:pt>
    <dgm:pt modelId="{40B998C0-E012-486A-863A-E35F2362247F}" type="pres">
      <dgm:prSet presAssocID="{84770809-5680-49A0-AABC-771A966B95C8}" presName="level2Shape" presStyleLbl="node2" presStyleIdx="1" presStyleCnt="2"/>
      <dgm:spPr/>
    </dgm:pt>
    <dgm:pt modelId="{089EE449-E408-4BA7-AEB5-CACC5CFF6790}" type="pres">
      <dgm:prSet presAssocID="{84770809-5680-49A0-AABC-771A966B95C8}" presName="hierChild3" presStyleCnt="0"/>
      <dgm:spPr/>
    </dgm:pt>
    <dgm:pt modelId="{5D206E48-F4B6-415E-ABDD-01C662763D2F}" type="pres">
      <dgm:prSet presAssocID="{741D8F9A-43D5-4261-AFF5-DB27E6706AC1}" presName="Name19" presStyleLbl="parChTrans1D3" presStyleIdx="2" presStyleCnt="3"/>
      <dgm:spPr/>
    </dgm:pt>
    <dgm:pt modelId="{6F8BB116-D328-4D62-ADBE-767BE129FC25}" type="pres">
      <dgm:prSet presAssocID="{32B6268A-8F02-46CF-BB41-03F5615A9593}" presName="Name21" presStyleCnt="0"/>
      <dgm:spPr/>
    </dgm:pt>
    <dgm:pt modelId="{AB78BA55-1F94-40C6-92B2-1C6E67E04C39}" type="pres">
      <dgm:prSet presAssocID="{32B6268A-8F02-46CF-BB41-03F5615A9593}" presName="level2Shape" presStyleLbl="node3" presStyleIdx="2" presStyleCnt="3"/>
      <dgm:spPr/>
    </dgm:pt>
    <dgm:pt modelId="{6E0C0733-F8E2-4EB2-A7C4-53A21FD2AA3F}" type="pres">
      <dgm:prSet presAssocID="{32B6268A-8F02-46CF-BB41-03F5615A9593}" presName="hierChild3" presStyleCnt="0"/>
      <dgm:spPr/>
    </dgm:pt>
    <dgm:pt modelId="{7741439B-74E6-4507-B7CA-86AB8B3798A5}" type="pres">
      <dgm:prSet presAssocID="{B40429B9-98AF-4730-9C3A-BE356A406D44}" presName="bgShapesFlow" presStyleCnt="0"/>
      <dgm:spPr/>
    </dgm:pt>
  </dgm:ptLst>
  <dgm:cxnLst>
    <dgm:cxn modelId="{E79CD909-9B31-434E-A567-C29A03D980B7}" type="presOf" srcId="{84770809-5680-49A0-AABC-771A966B95C8}" destId="{40B998C0-E012-486A-863A-E35F2362247F}" srcOrd="0" destOrd="0" presId="urn:microsoft.com/office/officeart/2005/8/layout/hierarchy6"/>
    <dgm:cxn modelId="{597A2E1C-F3EC-4785-A7DA-ACEC71D19BDD}" type="presOf" srcId="{79981EE0-10D8-4463-B371-61CA956C5C77}" destId="{7C5A9C5E-D062-45A3-A756-E5C7B588DCF2}" srcOrd="0" destOrd="0" presId="urn:microsoft.com/office/officeart/2005/8/layout/hierarchy6"/>
    <dgm:cxn modelId="{0B690325-A32B-4AD5-A5C7-5C980BE31105}" srcId="{79981EE0-10D8-4463-B371-61CA956C5C77}" destId="{012BF05D-32FC-4C95-8262-B40B7E9F7DDD}" srcOrd="0" destOrd="0" parTransId="{41F08C0D-EBFA-4983-8CB0-7AE9E448DEE3}" sibTransId="{C87E2217-5943-49FD-8B23-EBF85391BC34}"/>
    <dgm:cxn modelId="{320DC644-30DD-41A0-8491-33815221AEAA}" srcId="{84770809-5680-49A0-AABC-771A966B95C8}" destId="{32B6268A-8F02-46CF-BB41-03F5615A9593}" srcOrd="0" destOrd="0" parTransId="{741D8F9A-43D5-4261-AFF5-DB27E6706AC1}" sibTransId="{D94ACC32-07C4-46EB-A068-414F3F65FDD1}"/>
    <dgm:cxn modelId="{6270F953-F7DE-424D-903A-47467FE8E0D1}" type="presOf" srcId="{F399D151-B37E-420E-AAFC-33E488EA59F6}" destId="{3EFC2DA8-E88B-40F6-8EDD-45DD883F97C7}" srcOrd="0" destOrd="0" presId="urn:microsoft.com/office/officeart/2005/8/layout/hierarchy6"/>
    <dgm:cxn modelId="{80185A80-6307-427F-9CDC-EE9BE5804F35}" srcId="{79981EE0-10D8-4463-B371-61CA956C5C77}" destId="{84770809-5680-49A0-AABC-771A966B95C8}" srcOrd="1" destOrd="0" parTransId="{BAE4C691-BFBE-48C8-9E54-9C555B172B0E}" sibTransId="{BA803BA3-61D8-43E4-A47A-73DF33780FF7}"/>
    <dgm:cxn modelId="{94B3978F-0FE8-4D26-BF6B-DD36D6D9C2D8}" srcId="{B40429B9-98AF-4730-9C3A-BE356A406D44}" destId="{79981EE0-10D8-4463-B371-61CA956C5C77}" srcOrd="0" destOrd="0" parTransId="{BBEB5E2D-1099-46FB-B748-CCB92E5B51E2}" sibTransId="{A2C9B124-5DC0-4C87-8F3B-648179B825A0}"/>
    <dgm:cxn modelId="{1EA954A0-FB2F-41A1-ACA3-278C56082EE4}" type="presOf" srcId="{32B6268A-8F02-46CF-BB41-03F5615A9593}" destId="{AB78BA55-1F94-40C6-92B2-1C6E67E04C39}" srcOrd="0" destOrd="0" presId="urn:microsoft.com/office/officeart/2005/8/layout/hierarchy6"/>
    <dgm:cxn modelId="{F28BA3A2-EDBA-46C3-8B52-8600A3218ABC}" type="presOf" srcId="{B40429B9-98AF-4730-9C3A-BE356A406D44}" destId="{588DB9D3-396F-482D-8D07-883E75409CEE}" srcOrd="0" destOrd="0" presId="urn:microsoft.com/office/officeart/2005/8/layout/hierarchy6"/>
    <dgm:cxn modelId="{FA3163A5-5AAF-4C35-86B5-6F96F3DBEA09}" type="presOf" srcId="{41F08C0D-EBFA-4983-8CB0-7AE9E448DEE3}" destId="{68B6F167-D9FF-47ED-A34F-7A41DA4AC0D2}" srcOrd="0" destOrd="0" presId="urn:microsoft.com/office/officeart/2005/8/layout/hierarchy6"/>
    <dgm:cxn modelId="{59C1AAAE-FA7F-4B0A-8CFE-85B6B83215FC}" type="presOf" srcId="{741D8F9A-43D5-4261-AFF5-DB27E6706AC1}" destId="{5D206E48-F4B6-415E-ABDD-01C662763D2F}" srcOrd="0" destOrd="0" presId="urn:microsoft.com/office/officeart/2005/8/layout/hierarchy6"/>
    <dgm:cxn modelId="{7069AAB1-4F15-4B03-BE55-2A39B93C20C2}" type="presOf" srcId="{255699AA-D2F3-4912-8D79-38507A5AF2F7}" destId="{CB7B46AD-50DC-4674-B975-6931352DC8B8}" srcOrd="0" destOrd="0" presId="urn:microsoft.com/office/officeart/2005/8/layout/hierarchy6"/>
    <dgm:cxn modelId="{530249C6-3676-41F0-B4AA-2CD928A0D9CE}" type="presOf" srcId="{012BF05D-32FC-4C95-8262-B40B7E9F7DDD}" destId="{046DE215-4599-4E3B-80AD-A8B8574340CC}" srcOrd="0" destOrd="0" presId="urn:microsoft.com/office/officeart/2005/8/layout/hierarchy6"/>
    <dgm:cxn modelId="{A272B2CB-C1FB-435E-9216-9BDF5FD132F7}" type="presOf" srcId="{BAE4C691-BFBE-48C8-9E54-9C555B172B0E}" destId="{4117FF87-D7D0-40FE-AB62-DA1AED69EB47}" srcOrd="0" destOrd="0" presId="urn:microsoft.com/office/officeart/2005/8/layout/hierarchy6"/>
    <dgm:cxn modelId="{956202D2-7C9E-411F-B91D-1B91E87A5FD1}" srcId="{012BF05D-32FC-4C95-8262-B40B7E9F7DDD}" destId="{3D5FAF8F-BC46-479C-BE62-B47A868B0DF2}" srcOrd="0" destOrd="0" parTransId="{255699AA-D2F3-4912-8D79-38507A5AF2F7}" sibTransId="{344CF0E4-08E9-4161-B287-F6AA4B174649}"/>
    <dgm:cxn modelId="{B0AFE8D3-6786-452A-835A-919C3C2B7818}" srcId="{012BF05D-32FC-4C95-8262-B40B7E9F7DDD}" destId="{1748C327-A7E0-4BF7-BCDE-6BD1B242E9BC}" srcOrd="1" destOrd="0" parTransId="{F399D151-B37E-420E-AAFC-33E488EA59F6}" sibTransId="{EDD5CC8F-2D4C-424A-8F90-77396A809776}"/>
    <dgm:cxn modelId="{4CC900D7-59B3-48EC-ACB0-636E83E6284E}" type="presOf" srcId="{3D5FAF8F-BC46-479C-BE62-B47A868B0DF2}" destId="{55A19D1A-6802-4DD8-B7DF-E8230F18684F}" srcOrd="0" destOrd="0" presId="urn:microsoft.com/office/officeart/2005/8/layout/hierarchy6"/>
    <dgm:cxn modelId="{50157CF2-B8B6-451D-A287-3FCAE5C6E0E4}" type="presOf" srcId="{1748C327-A7E0-4BF7-BCDE-6BD1B242E9BC}" destId="{4B5C9AF4-7F1F-4826-B9AC-EB256580360B}" srcOrd="0" destOrd="0" presId="urn:microsoft.com/office/officeart/2005/8/layout/hierarchy6"/>
    <dgm:cxn modelId="{EBD6ACCF-51EF-49ED-B4DC-93C2AC64A04B}" type="presParOf" srcId="{588DB9D3-396F-482D-8D07-883E75409CEE}" destId="{15B86674-DC16-41AC-BC40-B798177C9E21}" srcOrd="0" destOrd="0" presId="urn:microsoft.com/office/officeart/2005/8/layout/hierarchy6"/>
    <dgm:cxn modelId="{A6F7E80D-2DF9-4AF6-AAFB-A7B4048DC8CC}" type="presParOf" srcId="{15B86674-DC16-41AC-BC40-B798177C9E21}" destId="{6497092D-8359-4C4E-97DE-CE028600D029}" srcOrd="0" destOrd="0" presId="urn:microsoft.com/office/officeart/2005/8/layout/hierarchy6"/>
    <dgm:cxn modelId="{D05E2B41-2A20-4EF3-A372-C424CA9C496E}" type="presParOf" srcId="{6497092D-8359-4C4E-97DE-CE028600D029}" destId="{82305E07-3026-4FD9-A719-44A7B47727F2}" srcOrd="0" destOrd="0" presId="urn:microsoft.com/office/officeart/2005/8/layout/hierarchy6"/>
    <dgm:cxn modelId="{4AECEBC5-0CA4-43DF-A672-C1F53873D4C0}" type="presParOf" srcId="{82305E07-3026-4FD9-A719-44A7B47727F2}" destId="{7C5A9C5E-D062-45A3-A756-E5C7B588DCF2}" srcOrd="0" destOrd="0" presId="urn:microsoft.com/office/officeart/2005/8/layout/hierarchy6"/>
    <dgm:cxn modelId="{0813E615-3208-45B5-B322-751FC633F0D0}" type="presParOf" srcId="{82305E07-3026-4FD9-A719-44A7B47727F2}" destId="{30022903-744D-4879-A39B-C306D7FD060B}" srcOrd="1" destOrd="0" presId="urn:microsoft.com/office/officeart/2005/8/layout/hierarchy6"/>
    <dgm:cxn modelId="{D44F4190-C5B8-45FE-A111-BEF6EEBF0D6E}" type="presParOf" srcId="{30022903-744D-4879-A39B-C306D7FD060B}" destId="{68B6F167-D9FF-47ED-A34F-7A41DA4AC0D2}" srcOrd="0" destOrd="0" presId="urn:microsoft.com/office/officeart/2005/8/layout/hierarchy6"/>
    <dgm:cxn modelId="{EA1B3346-521C-4824-B0A0-DE42D339248B}" type="presParOf" srcId="{30022903-744D-4879-A39B-C306D7FD060B}" destId="{C0024D5F-236B-4E18-93F5-9324358CCDE1}" srcOrd="1" destOrd="0" presId="urn:microsoft.com/office/officeart/2005/8/layout/hierarchy6"/>
    <dgm:cxn modelId="{4DA611B0-7517-42A3-ACC8-CE0A23C83A45}" type="presParOf" srcId="{C0024D5F-236B-4E18-93F5-9324358CCDE1}" destId="{046DE215-4599-4E3B-80AD-A8B8574340CC}" srcOrd="0" destOrd="0" presId="urn:microsoft.com/office/officeart/2005/8/layout/hierarchy6"/>
    <dgm:cxn modelId="{668CEA57-9427-4971-922F-23D2ED0326C7}" type="presParOf" srcId="{C0024D5F-236B-4E18-93F5-9324358CCDE1}" destId="{93D1AB3F-1AA6-4006-A895-A70C832A1099}" srcOrd="1" destOrd="0" presId="urn:microsoft.com/office/officeart/2005/8/layout/hierarchy6"/>
    <dgm:cxn modelId="{EF1DF9F7-60DC-42D6-A7D6-D92A4661D79E}" type="presParOf" srcId="{93D1AB3F-1AA6-4006-A895-A70C832A1099}" destId="{CB7B46AD-50DC-4674-B975-6931352DC8B8}" srcOrd="0" destOrd="0" presId="urn:microsoft.com/office/officeart/2005/8/layout/hierarchy6"/>
    <dgm:cxn modelId="{5140B952-BFBF-4381-B122-80CA4C9FB3F7}" type="presParOf" srcId="{93D1AB3F-1AA6-4006-A895-A70C832A1099}" destId="{652F6280-338D-47C3-8A5E-62BC07987B80}" srcOrd="1" destOrd="0" presId="urn:microsoft.com/office/officeart/2005/8/layout/hierarchy6"/>
    <dgm:cxn modelId="{1890A4CB-AC4E-4A19-84E6-859465EC3DA8}" type="presParOf" srcId="{652F6280-338D-47C3-8A5E-62BC07987B80}" destId="{55A19D1A-6802-4DD8-B7DF-E8230F18684F}" srcOrd="0" destOrd="0" presId="urn:microsoft.com/office/officeart/2005/8/layout/hierarchy6"/>
    <dgm:cxn modelId="{228EF709-B2A6-4ABB-83A6-1882098CDDD4}" type="presParOf" srcId="{652F6280-338D-47C3-8A5E-62BC07987B80}" destId="{4F488BC5-AC95-4CB1-AD07-AE89E0960D69}" srcOrd="1" destOrd="0" presId="urn:microsoft.com/office/officeart/2005/8/layout/hierarchy6"/>
    <dgm:cxn modelId="{7987E98D-2BD7-4102-B39D-1BB23431D43A}" type="presParOf" srcId="{93D1AB3F-1AA6-4006-A895-A70C832A1099}" destId="{3EFC2DA8-E88B-40F6-8EDD-45DD883F97C7}" srcOrd="2" destOrd="0" presId="urn:microsoft.com/office/officeart/2005/8/layout/hierarchy6"/>
    <dgm:cxn modelId="{6F0D92BB-03A0-46BE-9DD5-D6B417DBCB77}" type="presParOf" srcId="{93D1AB3F-1AA6-4006-A895-A70C832A1099}" destId="{044F7171-7681-44E5-B350-24F3EB426E25}" srcOrd="3" destOrd="0" presId="urn:microsoft.com/office/officeart/2005/8/layout/hierarchy6"/>
    <dgm:cxn modelId="{FC03D00C-B1F3-4300-9F37-7626FB0101B9}" type="presParOf" srcId="{044F7171-7681-44E5-B350-24F3EB426E25}" destId="{4B5C9AF4-7F1F-4826-B9AC-EB256580360B}" srcOrd="0" destOrd="0" presId="urn:microsoft.com/office/officeart/2005/8/layout/hierarchy6"/>
    <dgm:cxn modelId="{BECF2054-A083-40AB-8AEB-F4B8EF798012}" type="presParOf" srcId="{044F7171-7681-44E5-B350-24F3EB426E25}" destId="{A04F76F5-DFB9-42BF-AB01-008ED0824DC7}" srcOrd="1" destOrd="0" presId="urn:microsoft.com/office/officeart/2005/8/layout/hierarchy6"/>
    <dgm:cxn modelId="{4EFEB530-8DD4-4595-BE6B-46D98C363F24}" type="presParOf" srcId="{30022903-744D-4879-A39B-C306D7FD060B}" destId="{4117FF87-D7D0-40FE-AB62-DA1AED69EB47}" srcOrd="2" destOrd="0" presId="urn:microsoft.com/office/officeart/2005/8/layout/hierarchy6"/>
    <dgm:cxn modelId="{43D5C7D7-D3FB-4B6F-A483-03039B4F5957}" type="presParOf" srcId="{30022903-744D-4879-A39B-C306D7FD060B}" destId="{F05B5284-1BE1-407B-B051-06DF201151E6}" srcOrd="3" destOrd="0" presId="urn:microsoft.com/office/officeart/2005/8/layout/hierarchy6"/>
    <dgm:cxn modelId="{07EF2BDC-F4A1-4C36-8256-5C45D00E157E}" type="presParOf" srcId="{F05B5284-1BE1-407B-B051-06DF201151E6}" destId="{40B998C0-E012-486A-863A-E35F2362247F}" srcOrd="0" destOrd="0" presId="urn:microsoft.com/office/officeart/2005/8/layout/hierarchy6"/>
    <dgm:cxn modelId="{80CC3901-1E3F-4FF0-9ED9-24EAAA154F6E}" type="presParOf" srcId="{F05B5284-1BE1-407B-B051-06DF201151E6}" destId="{089EE449-E408-4BA7-AEB5-CACC5CFF6790}" srcOrd="1" destOrd="0" presId="urn:microsoft.com/office/officeart/2005/8/layout/hierarchy6"/>
    <dgm:cxn modelId="{A99DC2AB-57D1-48F4-A391-907F4C00425E}" type="presParOf" srcId="{089EE449-E408-4BA7-AEB5-CACC5CFF6790}" destId="{5D206E48-F4B6-415E-ABDD-01C662763D2F}" srcOrd="0" destOrd="0" presId="urn:microsoft.com/office/officeart/2005/8/layout/hierarchy6"/>
    <dgm:cxn modelId="{51F36E72-979E-4005-BAB2-EE2B4964B2F1}" type="presParOf" srcId="{089EE449-E408-4BA7-AEB5-CACC5CFF6790}" destId="{6F8BB116-D328-4D62-ADBE-767BE129FC25}" srcOrd="1" destOrd="0" presId="urn:microsoft.com/office/officeart/2005/8/layout/hierarchy6"/>
    <dgm:cxn modelId="{0B145C2A-6917-4EE2-84DE-159C8DFB6C08}" type="presParOf" srcId="{6F8BB116-D328-4D62-ADBE-767BE129FC25}" destId="{AB78BA55-1F94-40C6-92B2-1C6E67E04C39}" srcOrd="0" destOrd="0" presId="urn:microsoft.com/office/officeart/2005/8/layout/hierarchy6"/>
    <dgm:cxn modelId="{CBF30458-6F90-4751-9489-976AB55DB81D}" type="presParOf" srcId="{6F8BB116-D328-4D62-ADBE-767BE129FC25}" destId="{6E0C0733-F8E2-4EB2-A7C4-53A21FD2AA3F}" srcOrd="1" destOrd="0" presId="urn:microsoft.com/office/officeart/2005/8/layout/hierarchy6"/>
    <dgm:cxn modelId="{366B8B64-140A-48DA-BACC-BA4C37A75179}" type="presParOf" srcId="{588DB9D3-396F-482D-8D07-883E75409CEE}" destId="{7741439B-74E6-4507-B7CA-86AB8B3798A5}"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0429B9-98AF-4730-9C3A-BE356A406D44}" type="doc">
      <dgm:prSet loTypeId="urn:microsoft.com/office/officeart/2005/8/layout/hierarchy6" loCatId="hierarchy" qsTypeId="urn:microsoft.com/office/officeart/2005/8/quickstyle/simple1" qsCatId="simple" csTypeId="urn:microsoft.com/office/officeart/2005/8/colors/colorful2" csCatId="colorful" phldr="1"/>
      <dgm:spPr/>
      <dgm:t>
        <a:bodyPr/>
        <a:lstStyle/>
        <a:p>
          <a:endParaRPr lang="da-DK"/>
        </a:p>
      </dgm:t>
    </dgm:pt>
    <dgm:pt modelId="{79981EE0-10D8-4463-B371-61CA956C5C77}">
      <dgm:prSet phldrT="[Tekst]"/>
      <dgm:spPr/>
      <dgm:t>
        <a:bodyPr/>
        <a:lstStyle/>
        <a:p>
          <a:r>
            <a:rPr lang="da-DK" dirty="0"/>
            <a:t>Method1()</a:t>
          </a:r>
        </a:p>
      </dgm:t>
    </dgm:pt>
    <dgm:pt modelId="{BBEB5E2D-1099-46FB-B748-CCB92E5B51E2}" type="parTrans" cxnId="{94B3978F-0FE8-4D26-BF6B-DD36D6D9C2D8}">
      <dgm:prSet/>
      <dgm:spPr/>
      <dgm:t>
        <a:bodyPr/>
        <a:lstStyle/>
        <a:p>
          <a:endParaRPr lang="da-DK"/>
        </a:p>
      </dgm:t>
    </dgm:pt>
    <dgm:pt modelId="{A2C9B124-5DC0-4C87-8F3B-648179B825A0}" type="sibTrans" cxnId="{94B3978F-0FE8-4D26-BF6B-DD36D6D9C2D8}">
      <dgm:prSet/>
      <dgm:spPr/>
      <dgm:t>
        <a:bodyPr/>
        <a:lstStyle/>
        <a:p>
          <a:endParaRPr lang="da-DK"/>
        </a:p>
      </dgm:t>
    </dgm:pt>
    <dgm:pt modelId="{012BF05D-32FC-4C95-8262-B40B7E9F7DDD}">
      <dgm:prSet phldrT="[Tekst]"/>
      <dgm:spPr/>
      <dgm:t>
        <a:bodyPr/>
        <a:lstStyle/>
        <a:p>
          <a:r>
            <a:rPr lang="da-DK" dirty="0"/>
            <a:t>Method2()</a:t>
          </a:r>
        </a:p>
      </dgm:t>
    </dgm:pt>
    <dgm:pt modelId="{41F08C0D-EBFA-4983-8CB0-7AE9E448DEE3}" type="parTrans" cxnId="{0B690325-A32B-4AD5-A5C7-5C980BE31105}">
      <dgm:prSet/>
      <dgm:spPr/>
      <dgm:t>
        <a:bodyPr/>
        <a:lstStyle/>
        <a:p>
          <a:endParaRPr lang="da-DK"/>
        </a:p>
      </dgm:t>
    </dgm:pt>
    <dgm:pt modelId="{C87E2217-5943-49FD-8B23-EBF85391BC34}" type="sibTrans" cxnId="{0B690325-A32B-4AD5-A5C7-5C980BE31105}">
      <dgm:prSet/>
      <dgm:spPr/>
      <dgm:t>
        <a:bodyPr/>
        <a:lstStyle/>
        <a:p>
          <a:endParaRPr lang="da-DK"/>
        </a:p>
      </dgm:t>
    </dgm:pt>
    <dgm:pt modelId="{3D5FAF8F-BC46-479C-BE62-B47A868B0DF2}">
      <dgm:prSet phldrT="[Tekst]"/>
      <dgm:spPr/>
      <dgm:t>
        <a:bodyPr/>
        <a:lstStyle/>
        <a:p>
          <a:r>
            <a:rPr lang="da-DK" dirty="0"/>
            <a:t>Method4()</a:t>
          </a:r>
        </a:p>
      </dgm:t>
    </dgm:pt>
    <dgm:pt modelId="{255699AA-D2F3-4912-8D79-38507A5AF2F7}" type="parTrans" cxnId="{956202D2-7C9E-411F-B91D-1B91E87A5FD1}">
      <dgm:prSet/>
      <dgm:spPr/>
      <dgm:t>
        <a:bodyPr/>
        <a:lstStyle/>
        <a:p>
          <a:endParaRPr lang="da-DK"/>
        </a:p>
      </dgm:t>
    </dgm:pt>
    <dgm:pt modelId="{344CF0E4-08E9-4161-B287-F6AA4B174649}" type="sibTrans" cxnId="{956202D2-7C9E-411F-B91D-1B91E87A5FD1}">
      <dgm:prSet/>
      <dgm:spPr/>
      <dgm:t>
        <a:bodyPr/>
        <a:lstStyle/>
        <a:p>
          <a:endParaRPr lang="da-DK"/>
        </a:p>
      </dgm:t>
    </dgm:pt>
    <dgm:pt modelId="{1748C327-A7E0-4BF7-BCDE-6BD1B242E9BC}">
      <dgm:prSet phldrT="[Tekst]"/>
      <dgm:spPr/>
      <dgm:t>
        <a:bodyPr/>
        <a:lstStyle/>
        <a:p>
          <a:r>
            <a:rPr lang="da-DK" dirty="0"/>
            <a:t>Method5()</a:t>
          </a:r>
        </a:p>
      </dgm:t>
    </dgm:pt>
    <dgm:pt modelId="{F399D151-B37E-420E-AAFC-33E488EA59F6}" type="parTrans" cxnId="{B0AFE8D3-6786-452A-835A-919C3C2B7818}">
      <dgm:prSet/>
      <dgm:spPr/>
      <dgm:t>
        <a:bodyPr/>
        <a:lstStyle/>
        <a:p>
          <a:endParaRPr lang="da-DK"/>
        </a:p>
      </dgm:t>
    </dgm:pt>
    <dgm:pt modelId="{EDD5CC8F-2D4C-424A-8F90-77396A809776}" type="sibTrans" cxnId="{B0AFE8D3-6786-452A-835A-919C3C2B7818}">
      <dgm:prSet/>
      <dgm:spPr/>
      <dgm:t>
        <a:bodyPr/>
        <a:lstStyle/>
        <a:p>
          <a:endParaRPr lang="da-DK"/>
        </a:p>
      </dgm:t>
    </dgm:pt>
    <dgm:pt modelId="{84770809-5680-49A0-AABC-771A966B95C8}">
      <dgm:prSet phldrT="[Tekst]"/>
      <dgm:spPr/>
      <dgm:t>
        <a:bodyPr/>
        <a:lstStyle/>
        <a:p>
          <a:r>
            <a:rPr lang="da-DK" dirty="0"/>
            <a:t>Method3()</a:t>
          </a:r>
        </a:p>
      </dgm:t>
    </dgm:pt>
    <dgm:pt modelId="{BAE4C691-BFBE-48C8-9E54-9C555B172B0E}" type="parTrans" cxnId="{80185A80-6307-427F-9CDC-EE9BE5804F35}">
      <dgm:prSet/>
      <dgm:spPr/>
      <dgm:t>
        <a:bodyPr/>
        <a:lstStyle/>
        <a:p>
          <a:endParaRPr lang="da-DK"/>
        </a:p>
      </dgm:t>
    </dgm:pt>
    <dgm:pt modelId="{BA803BA3-61D8-43E4-A47A-73DF33780FF7}" type="sibTrans" cxnId="{80185A80-6307-427F-9CDC-EE9BE5804F35}">
      <dgm:prSet/>
      <dgm:spPr/>
      <dgm:t>
        <a:bodyPr/>
        <a:lstStyle/>
        <a:p>
          <a:endParaRPr lang="da-DK"/>
        </a:p>
      </dgm:t>
    </dgm:pt>
    <dgm:pt modelId="{32B6268A-8F02-46CF-BB41-03F5615A9593}">
      <dgm:prSet phldrT="[Tekst]"/>
      <dgm:spPr/>
      <dgm:t>
        <a:bodyPr/>
        <a:lstStyle/>
        <a:p>
          <a:r>
            <a:rPr lang="da-DK" dirty="0"/>
            <a:t>Method6()</a:t>
          </a:r>
        </a:p>
      </dgm:t>
    </dgm:pt>
    <dgm:pt modelId="{741D8F9A-43D5-4261-AFF5-DB27E6706AC1}" type="parTrans" cxnId="{320DC644-30DD-41A0-8491-33815221AEAA}">
      <dgm:prSet/>
      <dgm:spPr/>
      <dgm:t>
        <a:bodyPr/>
        <a:lstStyle/>
        <a:p>
          <a:endParaRPr lang="da-DK"/>
        </a:p>
      </dgm:t>
    </dgm:pt>
    <dgm:pt modelId="{D94ACC32-07C4-46EB-A068-414F3F65FDD1}" type="sibTrans" cxnId="{320DC644-30DD-41A0-8491-33815221AEAA}">
      <dgm:prSet/>
      <dgm:spPr/>
      <dgm:t>
        <a:bodyPr/>
        <a:lstStyle/>
        <a:p>
          <a:endParaRPr lang="da-DK"/>
        </a:p>
      </dgm:t>
    </dgm:pt>
    <dgm:pt modelId="{588DB9D3-396F-482D-8D07-883E75409CEE}" type="pres">
      <dgm:prSet presAssocID="{B40429B9-98AF-4730-9C3A-BE356A406D44}" presName="mainComposite" presStyleCnt="0">
        <dgm:presLayoutVars>
          <dgm:chPref val="1"/>
          <dgm:dir/>
          <dgm:animOne val="branch"/>
          <dgm:animLvl val="lvl"/>
          <dgm:resizeHandles val="exact"/>
        </dgm:presLayoutVars>
      </dgm:prSet>
      <dgm:spPr/>
    </dgm:pt>
    <dgm:pt modelId="{15B86674-DC16-41AC-BC40-B798177C9E21}" type="pres">
      <dgm:prSet presAssocID="{B40429B9-98AF-4730-9C3A-BE356A406D44}" presName="hierFlow" presStyleCnt="0"/>
      <dgm:spPr/>
    </dgm:pt>
    <dgm:pt modelId="{6497092D-8359-4C4E-97DE-CE028600D029}" type="pres">
      <dgm:prSet presAssocID="{B40429B9-98AF-4730-9C3A-BE356A406D44}" presName="hierChild1" presStyleCnt="0">
        <dgm:presLayoutVars>
          <dgm:chPref val="1"/>
          <dgm:animOne val="branch"/>
          <dgm:animLvl val="lvl"/>
        </dgm:presLayoutVars>
      </dgm:prSet>
      <dgm:spPr/>
    </dgm:pt>
    <dgm:pt modelId="{82305E07-3026-4FD9-A719-44A7B47727F2}" type="pres">
      <dgm:prSet presAssocID="{79981EE0-10D8-4463-B371-61CA956C5C77}" presName="Name14" presStyleCnt="0"/>
      <dgm:spPr/>
    </dgm:pt>
    <dgm:pt modelId="{7C5A9C5E-D062-45A3-A756-E5C7B588DCF2}" type="pres">
      <dgm:prSet presAssocID="{79981EE0-10D8-4463-B371-61CA956C5C77}" presName="level1Shape" presStyleLbl="node0" presStyleIdx="0" presStyleCnt="1">
        <dgm:presLayoutVars>
          <dgm:chPref val="3"/>
        </dgm:presLayoutVars>
      </dgm:prSet>
      <dgm:spPr/>
    </dgm:pt>
    <dgm:pt modelId="{30022903-744D-4879-A39B-C306D7FD060B}" type="pres">
      <dgm:prSet presAssocID="{79981EE0-10D8-4463-B371-61CA956C5C77}" presName="hierChild2" presStyleCnt="0"/>
      <dgm:spPr/>
    </dgm:pt>
    <dgm:pt modelId="{68B6F167-D9FF-47ED-A34F-7A41DA4AC0D2}" type="pres">
      <dgm:prSet presAssocID="{41F08C0D-EBFA-4983-8CB0-7AE9E448DEE3}" presName="Name19" presStyleLbl="parChTrans1D2" presStyleIdx="0" presStyleCnt="2"/>
      <dgm:spPr/>
    </dgm:pt>
    <dgm:pt modelId="{C0024D5F-236B-4E18-93F5-9324358CCDE1}" type="pres">
      <dgm:prSet presAssocID="{012BF05D-32FC-4C95-8262-B40B7E9F7DDD}" presName="Name21" presStyleCnt="0"/>
      <dgm:spPr/>
    </dgm:pt>
    <dgm:pt modelId="{046DE215-4599-4E3B-80AD-A8B8574340CC}" type="pres">
      <dgm:prSet presAssocID="{012BF05D-32FC-4C95-8262-B40B7E9F7DDD}" presName="level2Shape" presStyleLbl="node2" presStyleIdx="0" presStyleCnt="2"/>
      <dgm:spPr/>
    </dgm:pt>
    <dgm:pt modelId="{93D1AB3F-1AA6-4006-A895-A70C832A1099}" type="pres">
      <dgm:prSet presAssocID="{012BF05D-32FC-4C95-8262-B40B7E9F7DDD}" presName="hierChild3" presStyleCnt="0"/>
      <dgm:spPr/>
    </dgm:pt>
    <dgm:pt modelId="{CB7B46AD-50DC-4674-B975-6931352DC8B8}" type="pres">
      <dgm:prSet presAssocID="{255699AA-D2F3-4912-8D79-38507A5AF2F7}" presName="Name19" presStyleLbl="parChTrans1D3" presStyleIdx="0" presStyleCnt="3"/>
      <dgm:spPr/>
    </dgm:pt>
    <dgm:pt modelId="{652F6280-338D-47C3-8A5E-62BC07987B80}" type="pres">
      <dgm:prSet presAssocID="{3D5FAF8F-BC46-479C-BE62-B47A868B0DF2}" presName="Name21" presStyleCnt="0"/>
      <dgm:spPr/>
    </dgm:pt>
    <dgm:pt modelId="{55A19D1A-6802-4DD8-B7DF-E8230F18684F}" type="pres">
      <dgm:prSet presAssocID="{3D5FAF8F-BC46-479C-BE62-B47A868B0DF2}" presName="level2Shape" presStyleLbl="node3" presStyleIdx="0" presStyleCnt="3"/>
      <dgm:spPr/>
    </dgm:pt>
    <dgm:pt modelId="{4F488BC5-AC95-4CB1-AD07-AE89E0960D69}" type="pres">
      <dgm:prSet presAssocID="{3D5FAF8F-BC46-479C-BE62-B47A868B0DF2}" presName="hierChild3" presStyleCnt="0"/>
      <dgm:spPr/>
    </dgm:pt>
    <dgm:pt modelId="{3EFC2DA8-E88B-40F6-8EDD-45DD883F97C7}" type="pres">
      <dgm:prSet presAssocID="{F399D151-B37E-420E-AAFC-33E488EA59F6}" presName="Name19" presStyleLbl="parChTrans1D3" presStyleIdx="1" presStyleCnt="3"/>
      <dgm:spPr/>
    </dgm:pt>
    <dgm:pt modelId="{044F7171-7681-44E5-B350-24F3EB426E25}" type="pres">
      <dgm:prSet presAssocID="{1748C327-A7E0-4BF7-BCDE-6BD1B242E9BC}" presName="Name21" presStyleCnt="0"/>
      <dgm:spPr/>
    </dgm:pt>
    <dgm:pt modelId="{4B5C9AF4-7F1F-4826-B9AC-EB256580360B}" type="pres">
      <dgm:prSet presAssocID="{1748C327-A7E0-4BF7-BCDE-6BD1B242E9BC}" presName="level2Shape" presStyleLbl="node3" presStyleIdx="1" presStyleCnt="3"/>
      <dgm:spPr/>
    </dgm:pt>
    <dgm:pt modelId="{A04F76F5-DFB9-42BF-AB01-008ED0824DC7}" type="pres">
      <dgm:prSet presAssocID="{1748C327-A7E0-4BF7-BCDE-6BD1B242E9BC}" presName="hierChild3" presStyleCnt="0"/>
      <dgm:spPr/>
    </dgm:pt>
    <dgm:pt modelId="{4117FF87-D7D0-40FE-AB62-DA1AED69EB47}" type="pres">
      <dgm:prSet presAssocID="{BAE4C691-BFBE-48C8-9E54-9C555B172B0E}" presName="Name19" presStyleLbl="parChTrans1D2" presStyleIdx="1" presStyleCnt="2"/>
      <dgm:spPr/>
    </dgm:pt>
    <dgm:pt modelId="{F05B5284-1BE1-407B-B051-06DF201151E6}" type="pres">
      <dgm:prSet presAssocID="{84770809-5680-49A0-AABC-771A966B95C8}" presName="Name21" presStyleCnt="0"/>
      <dgm:spPr/>
    </dgm:pt>
    <dgm:pt modelId="{40B998C0-E012-486A-863A-E35F2362247F}" type="pres">
      <dgm:prSet presAssocID="{84770809-5680-49A0-AABC-771A966B95C8}" presName="level2Shape" presStyleLbl="node2" presStyleIdx="1" presStyleCnt="2"/>
      <dgm:spPr/>
    </dgm:pt>
    <dgm:pt modelId="{089EE449-E408-4BA7-AEB5-CACC5CFF6790}" type="pres">
      <dgm:prSet presAssocID="{84770809-5680-49A0-AABC-771A966B95C8}" presName="hierChild3" presStyleCnt="0"/>
      <dgm:spPr/>
    </dgm:pt>
    <dgm:pt modelId="{5D206E48-F4B6-415E-ABDD-01C662763D2F}" type="pres">
      <dgm:prSet presAssocID="{741D8F9A-43D5-4261-AFF5-DB27E6706AC1}" presName="Name19" presStyleLbl="parChTrans1D3" presStyleIdx="2" presStyleCnt="3"/>
      <dgm:spPr/>
    </dgm:pt>
    <dgm:pt modelId="{6F8BB116-D328-4D62-ADBE-767BE129FC25}" type="pres">
      <dgm:prSet presAssocID="{32B6268A-8F02-46CF-BB41-03F5615A9593}" presName="Name21" presStyleCnt="0"/>
      <dgm:spPr/>
    </dgm:pt>
    <dgm:pt modelId="{AB78BA55-1F94-40C6-92B2-1C6E67E04C39}" type="pres">
      <dgm:prSet presAssocID="{32B6268A-8F02-46CF-BB41-03F5615A9593}" presName="level2Shape" presStyleLbl="node3" presStyleIdx="2" presStyleCnt="3"/>
      <dgm:spPr/>
    </dgm:pt>
    <dgm:pt modelId="{6E0C0733-F8E2-4EB2-A7C4-53A21FD2AA3F}" type="pres">
      <dgm:prSet presAssocID="{32B6268A-8F02-46CF-BB41-03F5615A9593}" presName="hierChild3" presStyleCnt="0"/>
      <dgm:spPr/>
    </dgm:pt>
    <dgm:pt modelId="{7741439B-74E6-4507-B7CA-86AB8B3798A5}" type="pres">
      <dgm:prSet presAssocID="{B40429B9-98AF-4730-9C3A-BE356A406D44}" presName="bgShapesFlow" presStyleCnt="0"/>
      <dgm:spPr/>
    </dgm:pt>
  </dgm:ptLst>
  <dgm:cxnLst>
    <dgm:cxn modelId="{4FF6910A-D8B3-45AA-A99F-7B9CE8A1903A}" type="presOf" srcId="{F399D151-B37E-420E-AAFC-33E488EA59F6}" destId="{3EFC2DA8-E88B-40F6-8EDD-45DD883F97C7}" srcOrd="0" destOrd="0" presId="urn:microsoft.com/office/officeart/2005/8/layout/hierarchy6"/>
    <dgm:cxn modelId="{D158ED20-9C6C-49DE-99EE-547AA05B21A6}" type="presOf" srcId="{255699AA-D2F3-4912-8D79-38507A5AF2F7}" destId="{CB7B46AD-50DC-4674-B975-6931352DC8B8}" srcOrd="0" destOrd="0" presId="urn:microsoft.com/office/officeart/2005/8/layout/hierarchy6"/>
    <dgm:cxn modelId="{0B690325-A32B-4AD5-A5C7-5C980BE31105}" srcId="{79981EE0-10D8-4463-B371-61CA956C5C77}" destId="{012BF05D-32FC-4C95-8262-B40B7E9F7DDD}" srcOrd="0" destOrd="0" parTransId="{41F08C0D-EBFA-4983-8CB0-7AE9E448DEE3}" sibTransId="{C87E2217-5943-49FD-8B23-EBF85391BC34}"/>
    <dgm:cxn modelId="{A1C4103A-7157-48BF-A974-8FDE47708BB4}" type="presOf" srcId="{79981EE0-10D8-4463-B371-61CA956C5C77}" destId="{7C5A9C5E-D062-45A3-A756-E5C7B588DCF2}" srcOrd="0" destOrd="0" presId="urn:microsoft.com/office/officeart/2005/8/layout/hierarchy6"/>
    <dgm:cxn modelId="{535D1140-9F40-484D-AA19-CFDA57B72C13}" type="presOf" srcId="{741D8F9A-43D5-4261-AFF5-DB27E6706AC1}" destId="{5D206E48-F4B6-415E-ABDD-01C662763D2F}" srcOrd="0" destOrd="0" presId="urn:microsoft.com/office/officeart/2005/8/layout/hierarchy6"/>
    <dgm:cxn modelId="{320DC644-30DD-41A0-8491-33815221AEAA}" srcId="{84770809-5680-49A0-AABC-771A966B95C8}" destId="{32B6268A-8F02-46CF-BB41-03F5615A9593}" srcOrd="0" destOrd="0" parTransId="{741D8F9A-43D5-4261-AFF5-DB27E6706AC1}" sibTransId="{D94ACC32-07C4-46EB-A068-414F3F65FDD1}"/>
    <dgm:cxn modelId="{917B566D-1F0B-4460-9D4B-A6E1031C8945}" type="presOf" srcId="{84770809-5680-49A0-AABC-771A966B95C8}" destId="{40B998C0-E012-486A-863A-E35F2362247F}" srcOrd="0" destOrd="0" presId="urn:microsoft.com/office/officeart/2005/8/layout/hierarchy6"/>
    <dgm:cxn modelId="{80185A80-6307-427F-9CDC-EE9BE5804F35}" srcId="{79981EE0-10D8-4463-B371-61CA956C5C77}" destId="{84770809-5680-49A0-AABC-771A966B95C8}" srcOrd="1" destOrd="0" parTransId="{BAE4C691-BFBE-48C8-9E54-9C555B172B0E}" sibTransId="{BA803BA3-61D8-43E4-A47A-73DF33780FF7}"/>
    <dgm:cxn modelId="{C9188E81-0BC7-4AA2-A4DE-52CFD123C0F5}" type="presOf" srcId="{BAE4C691-BFBE-48C8-9E54-9C555B172B0E}" destId="{4117FF87-D7D0-40FE-AB62-DA1AED69EB47}" srcOrd="0" destOrd="0" presId="urn:microsoft.com/office/officeart/2005/8/layout/hierarchy6"/>
    <dgm:cxn modelId="{94B3978F-0FE8-4D26-BF6B-DD36D6D9C2D8}" srcId="{B40429B9-98AF-4730-9C3A-BE356A406D44}" destId="{79981EE0-10D8-4463-B371-61CA956C5C77}" srcOrd="0" destOrd="0" parTransId="{BBEB5E2D-1099-46FB-B748-CCB92E5B51E2}" sibTransId="{A2C9B124-5DC0-4C87-8F3B-648179B825A0}"/>
    <dgm:cxn modelId="{09C364BF-B12E-4A9F-8810-FD6A1F23E1EE}" type="presOf" srcId="{012BF05D-32FC-4C95-8262-B40B7E9F7DDD}" destId="{046DE215-4599-4E3B-80AD-A8B8574340CC}" srcOrd="0" destOrd="0" presId="urn:microsoft.com/office/officeart/2005/8/layout/hierarchy6"/>
    <dgm:cxn modelId="{79674DC0-1B24-4AAC-BE64-78AD6084DDC9}" type="presOf" srcId="{41F08C0D-EBFA-4983-8CB0-7AE9E448DEE3}" destId="{68B6F167-D9FF-47ED-A34F-7A41DA4AC0D2}" srcOrd="0" destOrd="0" presId="urn:microsoft.com/office/officeart/2005/8/layout/hierarchy6"/>
    <dgm:cxn modelId="{B2DCE9C9-E7D5-4C8D-80DC-4CB30033C5F7}" type="presOf" srcId="{3D5FAF8F-BC46-479C-BE62-B47A868B0DF2}" destId="{55A19D1A-6802-4DD8-B7DF-E8230F18684F}" srcOrd="0" destOrd="0" presId="urn:microsoft.com/office/officeart/2005/8/layout/hierarchy6"/>
    <dgm:cxn modelId="{956202D2-7C9E-411F-B91D-1B91E87A5FD1}" srcId="{012BF05D-32FC-4C95-8262-B40B7E9F7DDD}" destId="{3D5FAF8F-BC46-479C-BE62-B47A868B0DF2}" srcOrd="0" destOrd="0" parTransId="{255699AA-D2F3-4912-8D79-38507A5AF2F7}" sibTransId="{344CF0E4-08E9-4161-B287-F6AA4B174649}"/>
    <dgm:cxn modelId="{102897D2-24AE-4EAB-9329-780C780CEADB}" type="presOf" srcId="{1748C327-A7E0-4BF7-BCDE-6BD1B242E9BC}" destId="{4B5C9AF4-7F1F-4826-B9AC-EB256580360B}" srcOrd="0" destOrd="0" presId="urn:microsoft.com/office/officeart/2005/8/layout/hierarchy6"/>
    <dgm:cxn modelId="{B0AFE8D3-6786-452A-835A-919C3C2B7818}" srcId="{012BF05D-32FC-4C95-8262-B40B7E9F7DDD}" destId="{1748C327-A7E0-4BF7-BCDE-6BD1B242E9BC}" srcOrd="1" destOrd="0" parTransId="{F399D151-B37E-420E-AAFC-33E488EA59F6}" sibTransId="{EDD5CC8F-2D4C-424A-8F90-77396A809776}"/>
    <dgm:cxn modelId="{CFD514DB-95C2-46FF-934D-C5F1B4A353CB}" type="presOf" srcId="{B40429B9-98AF-4730-9C3A-BE356A406D44}" destId="{588DB9D3-396F-482D-8D07-883E75409CEE}" srcOrd="0" destOrd="0" presId="urn:microsoft.com/office/officeart/2005/8/layout/hierarchy6"/>
    <dgm:cxn modelId="{5A2708EE-C32E-43AF-BCB1-FA60B889F0A3}" type="presOf" srcId="{32B6268A-8F02-46CF-BB41-03F5615A9593}" destId="{AB78BA55-1F94-40C6-92B2-1C6E67E04C39}" srcOrd="0" destOrd="0" presId="urn:microsoft.com/office/officeart/2005/8/layout/hierarchy6"/>
    <dgm:cxn modelId="{5860FCAF-F1DE-4199-8199-9A06A8860CC6}" type="presParOf" srcId="{588DB9D3-396F-482D-8D07-883E75409CEE}" destId="{15B86674-DC16-41AC-BC40-B798177C9E21}" srcOrd="0" destOrd="0" presId="urn:microsoft.com/office/officeart/2005/8/layout/hierarchy6"/>
    <dgm:cxn modelId="{0CFFB1EC-C23A-4492-B04F-995DE2338A00}" type="presParOf" srcId="{15B86674-DC16-41AC-BC40-B798177C9E21}" destId="{6497092D-8359-4C4E-97DE-CE028600D029}" srcOrd="0" destOrd="0" presId="urn:microsoft.com/office/officeart/2005/8/layout/hierarchy6"/>
    <dgm:cxn modelId="{A2CC223E-3C26-4E57-A55A-AC464BE5A202}" type="presParOf" srcId="{6497092D-8359-4C4E-97DE-CE028600D029}" destId="{82305E07-3026-4FD9-A719-44A7B47727F2}" srcOrd="0" destOrd="0" presId="urn:microsoft.com/office/officeart/2005/8/layout/hierarchy6"/>
    <dgm:cxn modelId="{918B6043-9ECE-425F-9825-4806CE5A3926}" type="presParOf" srcId="{82305E07-3026-4FD9-A719-44A7B47727F2}" destId="{7C5A9C5E-D062-45A3-A756-E5C7B588DCF2}" srcOrd="0" destOrd="0" presId="urn:microsoft.com/office/officeart/2005/8/layout/hierarchy6"/>
    <dgm:cxn modelId="{34B36C11-E0B7-4F59-9E71-F3667D11BCCF}" type="presParOf" srcId="{82305E07-3026-4FD9-A719-44A7B47727F2}" destId="{30022903-744D-4879-A39B-C306D7FD060B}" srcOrd="1" destOrd="0" presId="urn:microsoft.com/office/officeart/2005/8/layout/hierarchy6"/>
    <dgm:cxn modelId="{A9B2F888-CF27-4313-B7F5-34E6570C6052}" type="presParOf" srcId="{30022903-744D-4879-A39B-C306D7FD060B}" destId="{68B6F167-D9FF-47ED-A34F-7A41DA4AC0D2}" srcOrd="0" destOrd="0" presId="urn:microsoft.com/office/officeart/2005/8/layout/hierarchy6"/>
    <dgm:cxn modelId="{63675242-A43C-4C1C-93F0-FDA3456F4E76}" type="presParOf" srcId="{30022903-744D-4879-A39B-C306D7FD060B}" destId="{C0024D5F-236B-4E18-93F5-9324358CCDE1}" srcOrd="1" destOrd="0" presId="urn:microsoft.com/office/officeart/2005/8/layout/hierarchy6"/>
    <dgm:cxn modelId="{3E3D5587-C4AE-41E6-8751-954033112742}" type="presParOf" srcId="{C0024D5F-236B-4E18-93F5-9324358CCDE1}" destId="{046DE215-4599-4E3B-80AD-A8B8574340CC}" srcOrd="0" destOrd="0" presId="urn:microsoft.com/office/officeart/2005/8/layout/hierarchy6"/>
    <dgm:cxn modelId="{8D37826E-2CCC-4F4C-B98B-70B62F1A1F5E}" type="presParOf" srcId="{C0024D5F-236B-4E18-93F5-9324358CCDE1}" destId="{93D1AB3F-1AA6-4006-A895-A70C832A1099}" srcOrd="1" destOrd="0" presId="urn:microsoft.com/office/officeart/2005/8/layout/hierarchy6"/>
    <dgm:cxn modelId="{DD1383FB-04ED-4B3E-89D7-7B66AE431DD8}" type="presParOf" srcId="{93D1AB3F-1AA6-4006-A895-A70C832A1099}" destId="{CB7B46AD-50DC-4674-B975-6931352DC8B8}" srcOrd="0" destOrd="0" presId="urn:microsoft.com/office/officeart/2005/8/layout/hierarchy6"/>
    <dgm:cxn modelId="{BF445902-6919-4184-8631-C4FFDC87F36C}" type="presParOf" srcId="{93D1AB3F-1AA6-4006-A895-A70C832A1099}" destId="{652F6280-338D-47C3-8A5E-62BC07987B80}" srcOrd="1" destOrd="0" presId="urn:microsoft.com/office/officeart/2005/8/layout/hierarchy6"/>
    <dgm:cxn modelId="{A93A2C73-A1F7-42BB-88B4-35423B0B4374}" type="presParOf" srcId="{652F6280-338D-47C3-8A5E-62BC07987B80}" destId="{55A19D1A-6802-4DD8-B7DF-E8230F18684F}" srcOrd="0" destOrd="0" presId="urn:microsoft.com/office/officeart/2005/8/layout/hierarchy6"/>
    <dgm:cxn modelId="{FFA8A51F-2A36-4738-B85F-D292CF5FA099}" type="presParOf" srcId="{652F6280-338D-47C3-8A5E-62BC07987B80}" destId="{4F488BC5-AC95-4CB1-AD07-AE89E0960D69}" srcOrd="1" destOrd="0" presId="urn:microsoft.com/office/officeart/2005/8/layout/hierarchy6"/>
    <dgm:cxn modelId="{E3A0DADF-4F7E-4AEA-AD9B-67635A6ADA9A}" type="presParOf" srcId="{93D1AB3F-1AA6-4006-A895-A70C832A1099}" destId="{3EFC2DA8-E88B-40F6-8EDD-45DD883F97C7}" srcOrd="2" destOrd="0" presId="urn:microsoft.com/office/officeart/2005/8/layout/hierarchy6"/>
    <dgm:cxn modelId="{854936E3-52E0-477F-8D2E-10F061ABD374}" type="presParOf" srcId="{93D1AB3F-1AA6-4006-A895-A70C832A1099}" destId="{044F7171-7681-44E5-B350-24F3EB426E25}" srcOrd="3" destOrd="0" presId="urn:microsoft.com/office/officeart/2005/8/layout/hierarchy6"/>
    <dgm:cxn modelId="{F9D0B69D-170E-4CF2-9838-870E055C3D79}" type="presParOf" srcId="{044F7171-7681-44E5-B350-24F3EB426E25}" destId="{4B5C9AF4-7F1F-4826-B9AC-EB256580360B}" srcOrd="0" destOrd="0" presId="urn:microsoft.com/office/officeart/2005/8/layout/hierarchy6"/>
    <dgm:cxn modelId="{6E7B810C-F569-4E1B-B1E5-FE5409411A60}" type="presParOf" srcId="{044F7171-7681-44E5-B350-24F3EB426E25}" destId="{A04F76F5-DFB9-42BF-AB01-008ED0824DC7}" srcOrd="1" destOrd="0" presId="urn:microsoft.com/office/officeart/2005/8/layout/hierarchy6"/>
    <dgm:cxn modelId="{64EAA00A-5A0A-47D1-906E-95EF6DEBEE75}" type="presParOf" srcId="{30022903-744D-4879-A39B-C306D7FD060B}" destId="{4117FF87-D7D0-40FE-AB62-DA1AED69EB47}" srcOrd="2" destOrd="0" presId="urn:microsoft.com/office/officeart/2005/8/layout/hierarchy6"/>
    <dgm:cxn modelId="{3322AC95-0185-470F-BC42-6BEC56F1F63E}" type="presParOf" srcId="{30022903-744D-4879-A39B-C306D7FD060B}" destId="{F05B5284-1BE1-407B-B051-06DF201151E6}" srcOrd="3" destOrd="0" presId="urn:microsoft.com/office/officeart/2005/8/layout/hierarchy6"/>
    <dgm:cxn modelId="{269CE4FF-8499-4F1E-88C5-A0277D02FA5E}" type="presParOf" srcId="{F05B5284-1BE1-407B-B051-06DF201151E6}" destId="{40B998C0-E012-486A-863A-E35F2362247F}" srcOrd="0" destOrd="0" presId="urn:microsoft.com/office/officeart/2005/8/layout/hierarchy6"/>
    <dgm:cxn modelId="{6E936771-EFB0-4621-B1A5-13A0293C3647}" type="presParOf" srcId="{F05B5284-1BE1-407B-B051-06DF201151E6}" destId="{089EE449-E408-4BA7-AEB5-CACC5CFF6790}" srcOrd="1" destOrd="0" presId="urn:microsoft.com/office/officeart/2005/8/layout/hierarchy6"/>
    <dgm:cxn modelId="{E442851E-ABF6-46CC-9AB8-AA99DDF6DD03}" type="presParOf" srcId="{089EE449-E408-4BA7-AEB5-CACC5CFF6790}" destId="{5D206E48-F4B6-415E-ABDD-01C662763D2F}" srcOrd="0" destOrd="0" presId="urn:microsoft.com/office/officeart/2005/8/layout/hierarchy6"/>
    <dgm:cxn modelId="{4E9CEA2D-68A6-4EEA-B87A-DB9455EAA4E9}" type="presParOf" srcId="{089EE449-E408-4BA7-AEB5-CACC5CFF6790}" destId="{6F8BB116-D328-4D62-ADBE-767BE129FC25}" srcOrd="1" destOrd="0" presId="urn:microsoft.com/office/officeart/2005/8/layout/hierarchy6"/>
    <dgm:cxn modelId="{795B0682-8855-4921-94E4-1F5882D2E67A}" type="presParOf" srcId="{6F8BB116-D328-4D62-ADBE-767BE129FC25}" destId="{AB78BA55-1F94-40C6-92B2-1C6E67E04C39}" srcOrd="0" destOrd="0" presId="urn:microsoft.com/office/officeart/2005/8/layout/hierarchy6"/>
    <dgm:cxn modelId="{E955475D-5570-4CE3-8E05-D44924BB3CC7}" type="presParOf" srcId="{6F8BB116-D328-4D62-ADBE-767BE129FC25}" destId="{6E0C0733-F8E2-4EB2-A7C4-53A21FD2AA3F}" srcOrd="1" destOrd="0" presId="urn:microsoft.com/office/officeart/2005/8/layout/hierarchy6"/>
    <dgm:cxn modelId="{54A76F0B-E903-4243-909C-36D0C30E6E9B}" type="presParOf" srcId="{588DB9D3-396F-482D-8D07-883E75409CEE}" destId="{7741439B-74E6-4507-B7CA-86AB8B3798A5}"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0429B9-98AF-4730-9C3A-BE356A406D44}" type="doc">
      <dgm:prSet loTypeId="urn:microsoft.com/office/officeart/2005/8/layout/hierarchy6" loCatId="hierarchy" qsTypeId="urn:microsoft.com/office/officeart/2005/8/quickstyle/simple1" qsCatId="simple" csTypeId="urn:microsoft.com/office/officeart/2005/8/colors/colorful2" csCatId="colorful" phldr="1"/>
      <dgm:spPr/>
      <dgm:t>
        <a:bodyPr/>
        <a:lstStyle/>
        <a:p>
          <a:endParaRPr lang="da-DK"/>
        </a:p>
      </dgm:t>
    </dgm:pt>
    <dgm:pt modelId="{79981EE0-10D8-4463-B371-61CA956C5C77}">
      <dgm:prSet phldrT="[Tekst]"/>
      <dgm:spPr/>
      <dgm:t>
        <a:bodyPr/>
        <a:lstStyle/>
        <a:p>
          <a:r>
            <a:rPr lang="da-DK" dirty="0"/>
            <a:t>Method1()</a:t>
          </a:r>
        </a:p>
      </dgm:t>
    </dgm:pt>
    <dgm:pt modelId="{BBEB5E2D-1099-46FB-B748-CCB92E5B51E2}" type="parTrans" cxnId="{94B3978F-0FE8-4D26-BF6B-DD36D6D9C2D8}">
      <dgm:prSet/>
      <dgm:spPr/>
      <dgm:t>
        <a:bodyPr/>
        <a:lstStyle/>
        <a:p>
          <a:endParaRPr lang="da-DK"/>
        </a:p>
      </dgm:t>
    </dgm:pt>
    <dgm:pt modelId="{A2C9B124-5DC0-4C87-8F3B-648179B825A0}" type="sibTrans" cxnId="{94B3978F-0FE8-4D26-BF6B-DD36D6D9C2D8}">
      <dgm:prSet/>
      <dgm:spPr/>
      <dgm:t>
        <a:bodyPr/>
        <a:lstStyle/>
        <a:p>
          <a:endParaRPr lang="da-DK"/>
        </a:p>
      </dgm:t>
    </dgm:pt>
    <dgm:pt modelId="{012BF05D-32FC-4C95-8262-B40B7E9F7DDD}">
      <dgm:prSet phldrT="[Tekst]"/>
      <dgm:spPr/>
      <dgm:t>
        <a:bodyPr/>
        <a:lstStyle/>
        <a:p>
          <a:r>
            <a:rPr lang="da-DK" dirty="0"/>
            <a:t>Method2() – the stub</a:t>
          </a:r>
        </a:p>
      </dgm:t>
    </dgm:pt>
    <dgm:pt modelId="{41F08C0D-EBFA-4983-8CB0-7AE9E448DEE3}" type="parTrans" cxnId="{0B690325-A32B-4AD5-A5C7-5C980BE31105}">
      <dgm:prSet/>
      <dgm:spPr/>
      <dgm:t>
        <a:bodyPr/>
        <a:lstStyle/>
        <a:p>
          <a:endParaRPr lang="da-DK"/>
        </a:p>
      </dgm:t>
    </dgm:pt>
    <dgm:pt modelId="{C87E2217-5943-49FD-8B23-EBF85391BC34}" type="sibTrans" cxnId="{0B690325-A32B-4AD5-A5C7-5C980BE31105}">
      <dgm:prSet/>
      <dgm:spPr/>
      <dgm:t>
        <a:bodyPr/>
        <a:lstStyle/>
        <a:p>
          <a:endParaRPr lang="da-DK"/>
        </a:p>
      </dgm:t>
    </dgm:pt>
    <dgm:pt modelId="{84770809-5680-49A0-AABC-771A966B95C8}">
      <dgm:prSet phldrT="[Tekst]"/>
      <dgm:spPr/>
      <dgm:t>
        <a:bodyPr/>
        <a:lstStyle/>
        <a:p>
          <a:r>
            <a:rPr lang="da-DK" dirty="0"/>
            <a:t>Method3() – the stub</a:t>
          </a:r>
        </a:p>
      </dgm:t>
    </dgm:pt>
    <dgm:pt modelId="{BAE4C691-BFBE-48C8-9E54-9C555B172B0E}" type="parTrans" cxnId="{80185A80-6307-427F-9CDC-EE9BE5804F35}">
      <dgm:prSet/>
      <dgm:spPr/>
      <dgm:t>
        <a:bodyPr/>
        <a:lstStyle/>
        <a:p>
          <a:endParaRPr lang="da-DK"/>
        </a:p>
      </dgm:t>
    </dgm:pt>
    <dgm:pt modelId="{BA803BA3-61D8-43E4-A47A-73DF33780FF7}" type="sibTrans" cxnId="{80185A80-6307-427F-9CDC-EE9BE5804F35}">
      <dgm:prSet/>
      <dgm:spPr/>
      <dgm:t>
        <a:bodyPr/>
        <a:lstStyle/>
        <a:p>
          <a:endParaRPr lang="da-DK"/>
        </a:p>
      </dgm:t>
    </dgm:pt>
    <dgm:pt modelId="{588DB9D3-396F-482D-8D07-883E75409CEE}" type="pres">
      <dgm:prSet presAssocID="{B40429B9-98AF-4730-9C3A-BE356A406D44}" presName="mainComposite" presStyleCnt="0">
        <dgm:presLayoutVars>
          <dgm:chPref val="1"/>
          <dgm:dir/>
          <dgm:animOne val="branch"/>
          <dgm:animLvl val="lvl"/>
          <dgm:resizeHandles val="exact"/>
        </dgm:presLayoutVars>
      </dgm:prSet>
      <dgm:spPr/>
    </dgm:pt>
    <dgm:pt modelId="{15B86674-DC16-41AC-BC40-B798177C9E21}" type="pres">
      <dgm:prSet presAssocID="{B40429B9-98AF-4730-9C3A-BE356A406D44}" presName="hierFlow" presStyleCnt="0"/>
      <dgm:spPr/>
    </dgm:pt>
    <dgm:pt modelId="{6497092D-8359-4C4E-97DE-CE028600D029}" type="pres">
      <dgm:prSet presAssocID="{B40429B9-98AF-4730-9C3A-BE356A406D44}" presName="hierChild1" presStyleCnt="0">
        <dgm:presLayoutVars>
          <dgm:chPref val="1"/>
          <dgm:animOne val="branch"/>
          <dgm:animLvl val="lvl"/>
        </dgm:presLayoutVars>
      </dgm:prSet>
      <dgm:spPr/>
    </dgm:pt>
    <dgm:pt modelId="{82305E07-3026-4FD9-A719-44A7B47727F2}" type="pres">
      <dgm:prSet presAssocID="{79981EE0-10D8-4463-B371-61CA956C5C77}" presName="Name14" presStyleCnt="0"/>
      <dgm:spPr/>
    </dgm:pt>
    <dgm:pt modelId="{7C5A9C5E-D062-45A3-A756-E5C7B588DCF2}" type="pres">
      <dgm:prSet presAssocID="{79981EE0-10D8-4463-B371-61CA956C5C77}" presName="level1Shape" presStyleLbl="node0" presStyleIdx="0" presStyleCnt="1">
        <dgm:presLayoutVars>
          <dgm:chPref val="3"/>
        </dgm:presLayoutVars>
      </dgm:prSet>
      <dgm:spPr/>
    </dgm:pt>
    <dgm:pt modelId="{30022903-744D-4879-A39B-C306D7FD060B}" type="pres">
      <dgm:prSet presAssocID="{79981EE0-10D8-4463-B371-61CA956C5C77}" presName="hierChild2" presStyleCnt="0"/>
      <dgm:spPr/>
    </dgm:pt>
    <dgm:pt modelId="{68B6F167-D9FF-47ED-A34F-7A41DA4AC0D2}" type="pres">
      <dgm:prSet presAssocID="{41F08C0D-EBFA-4983-8CB0-7AE9E448DEE3}" presName="Name19" presStyleLbl="parChTrans1D2" presStyleIdx="0" presStyleCnt="2"/>
      <dgm:spPr/>
    </dgm:pt>
    <dgm:pt modelId="{C0024D5F-236B-4E18-93F5-9324358CCDE1}" type="pres">
      <dgm:prSet presAssocID="{012BF05D-32FC-4C95-8262-B40B7E9F7DDD}" presName="Name21" presStyleCnt="0"/>
      <dgm:spPr/>
    </dgm:pt>
    <dgm:pt modelId="{046DE215-4599-4E3B-80AD-A8B8574340CC}" type="pres">
      <dgm:prSet presAssocID="{012BF05D-32FC-4C95-8262-B40B7E9F7DDD}" presName="level2Shape" presStyleLbl="node2" presStyleIdx="0" presStyleCnt="2"/>
      <dgm:spPr/>
    </dgm:pt>
    <dgm:pt modelId="{93D1AB3F-1AA6-4006-A895-A70C832A1099}" type="pres">
      <dgm:prSet presAssocID="{012BF05D-32FC-4C95-8262-B40B7E9F7DDD}" presName="hierChild3" presStyleCnt="0"/>
      <dgm:spPr/>
    </dgm:pt>
    <dgm:pt modelId="{4117FF87-D7D0-40FE-AB62-DA1AED69EB47}" type="pres">
      <dgm:prSet presAssocID="{BAE4C691-BFBE-48C8-9E54-9C555B172B0E}" presName="Name19" presStyleLbl="parChTrans1D2" presStyleIdx="1" presStyleCnt="2"/>
      <dgm:spPr/>
    </dgm:pt>
    <dgm:pt modelId="{F05B5284-1BE1-407B-B051-06DF201151E6}" type="pres">
      <dgm:prSet presAssocID="{84770809-5680-49A0-AABC-771A966B95C8}" presName="Name21" presStyleCnt="0"/>
      <dgm:spPr/>
    </dgm:pt>
    <dgm:pt modelId="{40B998C0-E012-486A-863A-E35F2362247F}" type="pres">
      <dgm:prSet presAssocID="{84770809-5680-49A0-AABC-771A966B95C8}" presName="level2Shape" presStyleLbl="node2" presStyleIdx="1" presStyleCnt="2"/>
      <dgm:spPr/>
    </dgm:pt>
    <dgm:pt modelId="{089EE449-E408-4BA7-AEB5-CACC5CFF6790}" type="pres">
      <dgm:prSet presAssocID="{84770809-5680-49A0-AABC-771A966B95C8}" presName="hierChild3" presStyleCnt="0"/>
      <dgm:spPr/>
    </dgm:pt>
    <dgm:pt modelId="{7741439B-74E6-4507-B7CA-86AB8B3798A5}" type="pres">
      <dgm:prSet presAssocID="{B40429B9-98AF-4730-9C3A-BE356A406D44}" presName="bgShapesFlow" presStyleCnt="0"/>
      <dgm:spPr/>
    </dgm:pt>
  </dgm:ptLst>
  <dgm:cxnLst>
    <dgm:cxn modelId="{A5FE7E07-ABBB-4D47-A7D0-80334C2606C3}" type="presOf" srcId="{BAE4C691-BFBE-48C8-9E54-9C555B172B0E}" destId="{4117FF87-D7D0-40FE-AB62-DA1AED69EB47}" srcOrd="0" destOrd="0" presId="urn:microsoft.com/office/officeart/2005/8/layout/hierarchy6"/>
    <dgm:cxn modelId="{0B690325-A32B-4AD5-A5C7-5C980BE31105}" srcId="{79981EE0-10D8-4463-B371-61CA956C5C77}" destId="{012BF05D-32FC-4C95-8262-B40B7E9F7DDD}" srcOrd="0" destOrd="0" parTransId="{41F08C0D-EBFA-4983-8CB0-7AE9E448DEE3}" sibTransId="{C87E2217-5943-49FD-8B23-EBF85391BC34}"/>
    <dgm:cxn modelId="{4C760A38-3F26-47BB-9AC3-F3A625B0E972}" type="presOf" srcId="{012BF05D-32FC-4C95-8262-B40B7E9F7DDD}" destId="{046DE215-4599-4E3B-80AD-A8B8574340CC}" srcOrd="0" destOrd="0" presId="urn:microsoft.com/office/officeart/2005/8/layout/hierarchy6"/>
    <dgm:cxn modelId="{6925CF57-E39F-48CF-8FA7-8713CB837221}" type="presOf" srcId="{79981EE0-10D8-4463-B371-61CA956C5C77}" destId="{7C5A9C5E-D062-45A3-A756-E5C7B588DCF2}" srcOrd="0" destOrd="0" presId="urn:microsoft.com/office/officeart/2005/8/layout/hierarchy6"/>
    <dgm:cxn modelId="{80185A80-6307-427F-9CDC-EE9BE5804F35}" srcId="{79981EE0-10D8-4463-B371-61CA956C5C77}" destId="{84770809-5680-49A0-AABC-771A966B95C8}" srcOrd="1" destOrd="0" parTransId="{BAE4C691-BFBE-48C8-9E54-9C555B172B0E}" sibTransId="{BA803BA3-61D8-43E4-A47A-73DF33780FF7}"/>
    <dgm:cxn modelId="{94B3978F-0FE8-4D26-BF6B-DD36D6D9C2D8}" srcId="{B40429B9-98AF-4730-9C3A-BE356A406D44}" destId="{79981EE0-10D8-4463-B371-61CA956C5C77}" srcOrd="0" destOrd="0" parTransId="{BBEB5E2D-1099-46FB-B748-CCB92E5B51E2}" sibTransId="{A2C9B124-5DC0-4C87-8F3B-648179B825A0}"/>
    <dgm:cxn modelId="{5996F7B0-6555-485D-A6F2-6EA1ECDC2A68}" type="presOf" srcId="{B40429B9-98AF-4730-9C3A-BE356A406D44}" destId="{588DB9D3-396F-482D-8D07-883E75409CEE}" srcOrd="0" destOrd="0" presId="urn:microsoft.com/office/officeart/2005/8/layout/hierarchy6"/>
    <dgm:cxn modelId="{5BA522C1-330C-40C3-AB1D-9653AEFE90FE}" type="presOf" srcId="{41F08C0D-EBFA-4983-8CB0-7AE9E448DEE3}" destId="{68B6F167-D9FF-47ED-A34F-7A41DA4AC0D2}" srcOrd="0" destOrd="0" presId="urn:microsoft.com/office/officeart/2005/8/layout/hierarchy6"/>
    <dgm:cxn modelId="{7D9469F9-ABB9-429F-AFC6-A18F436F5215}" type="presOf" srcId="{84770809-5680-49A0-AABC-771A966B95C8}" destId="{40B998C0-E012-486A-863A-E35F2362247F}" srcOrd="0" destOrd="0" presId="urn:microsoft.com/office/officeart/2005/8/layout/hierarchy6"/>
    <dgm:cxn modelId="{65E471F6-3EA4-4F8F-B8B1-A3414476B970}" type="presParOf" srcId="{588DB9D3-396F-482D-8D07-883E75409CEE}" destId="{15B86674-DC16-41AC-BC40-B798177C9E21}" srcOrd="0" destOrd="0" presId="urn:microsoft.com/office/officeart/2005/8/layout/hierarchy6"/>
    <dgm:cxn modelId="{1DBD5023-9B45-4436-9C28-3D78321E7BA5}" type="presParOf" srcId="{15B86674-DC16-41AC-BC40-B798177C9E21}" destId="{6497092D-8359-4C4E-97DE-CE028600D029}" srcOrd="0" destOrd="0" presId="urn:microsoft.com/office/officeart/2005/8/layout/hierarchy6"/>
    <dgm:cxn modelId="{05844F63-BED2-4160-A96A-5C18BC6BE9DA}" type="presParOf" srcId="{6497092D-8359-4C4E-97DE-CE028600D029}" destId="{82305E07-3026-4FD9-A719-44A7B47727F2}" srcOrd="0" destOrd="0" presId="urn:microsoft.com/office/officeart/2005/8/layout/hierarchy6"/>
    <dgm:cxn modelId="{974A69FF-8EB6-4BC9-8E4F-36E0A7C8E09A}" type="presParOf" srcId="{82305E07-3026-4FD9-A719-44A7B47727F2}" destId="{7C5A9C5E-D062-45A3-A756-E5C7B588DCF2}" srcOrd="0" destOrd="0" presId="urn:microsoft.com/office/officeart/2005/8/layout/hierarchy6"/>
    <dgm:cxn modelId="{9FE0C7B7-5A92-4444-A3C2-1DB036DF510C}" type="presParOf" srcId="{82305E07-3026-4FD9-A719-44A7B47727F2}" destId="{30022903-744D-4879-A39B-C306D7FD060B}" srcOrd="1" destOrd="0" presId="urn:microsoft.com/office/officeart/2005/8/layout/hierarchy6"/>
    <dgm:cxn modelId="{FF6524A2-D222-4446-82E2-401077D22FB3}" type="presParOf" srcId="{30022903-744D-4879-A39B-C306D7FD060B}" destId="{68B6F167-D9FF-47ED-A34F-7A41DA4AC0D2}" srcOrd="0" destOrd="0" presId="urn:microsoft.com/office/officeart/2005/8/layout/hierarchy6"/>
    <dgm:cxn modelId="{058CAA27-FFF2-4130-8C13-5E5950DD498F}" type="presParOf" srcId="{30022903-744D-4879-A39B-C306D7FD060B}" destId="{C0024D5F-236B-4E18-93F5-9324358CCDE1}" srcOrd="1" destOrd="0" presId="urn:microsoft.com/office/officeart/2005/8/layout/hierarchy6"/>
    <dgm:cxn modelId="{86B7CBEA-A973-40FC-9CA6-253D90F87C6B}" type="presParOf" srcId="{C0024D5F-236B-4E18-93F5-9324358CCDE1}" destId="{046DE215-4599-4E3B-80AD-A8B8574340CC}" srcOrd="0" destOrd="0" presId="urn:microsoft.com/office/officeart/2005/8/layout/hierarchy6"/>
    <dgm:cxn modelId="{E865F9FC-094F-4716-AF1A-8F01DE297DD3}" type="presParOf" srcId="{C0024D5F-236B-4E18-93F5-9324358CCDE1}" destId="{93D1AB3F-1AA6-4006-A895-A70C832A1099}" srcOrd="1" destOrd="0" presId="urn:microsoft.com/office/officeart/2005/8/layout/hierarchy6"/>
    <dgm:cxn modelId="{987ADDE0-7AEA-473B-AB11-28AB50D83162}" type="presParOf" srcId="{30022903-744D-4879-A39B-C306D7FD060B}" destId="{4117FF87-D7D0-40FE-AB62-DA1AED69EB47}" srcOrd="2" destOrd="0" presId="urn:microsoft.com/office/officeart/2005/8/layout/hierarchy6"/>
    <dgm:cxn modelId="{1AC956DD-15B7-4FDC-84AE-BF90200B519C}" type="presParOf" srcId="{30022903-744D-4879-A39B-C306D7FD060B}" destId="{F05B5284-1BE1-407B-B051-06DF201151E6}" srcOrd="3" destOrd="0" presId="urn:microsoft.com/office/officeart/2005/8/layout/hierarchy6"/>
    <dgm:cxn modelId="{FF3E4006-FF1C-4D4A-BFBE-F45707C47715}" type="presParOf" srcId="{F05B5284-1BE1-407B-B051-06DF201151E6}" destId="{40B998C0-E012-486A-863A-E35F2362247F}" srcOrd="0" destOrd="0" presId="urn:microsoft.com/office/officeart/2005/8/layout/hierarchy6"/>
    <dgm:cxn modelId="{F7B196D1-B412-4884-8CDC-9DFF063D60CB}" type="presParOf" srcId="{F05B5284-1BE1-407B-B051-06DF201151E6}" destId="{089EE449-E408-4BA7-AEB5-CACC5CFF6790}" srcOrd="1" destOrd="0" presId="urn:microsoft.com/office/officeart/2005/8/layout/hierarchy6"/>
    <dgm:cxn modelId="{11EA9A19-DB35-47FB-BBCA-6AE0E8026F14}" type="presParOf" srcId="{588DB9D3-396F-482D-8D07-883E75409CEE}" destId="{7741439B-74E6-4507-B7CA-86AB8B3798A5}"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A9C5E-D062-45A3-A756-E5C7B588DCF2}">
      <dsp:nvSpPr>
        <dsp:cNvPr id="0" name=""/>
        <dsp:cNvSpPr/>
      </dsp:nvSpPr>
      <dsp:spPr>
        <a:xfrm>
          <a:off x="3565757" y="1040"/>
          <a:ext cx="1785742" cy="1190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a-DK" sz="2600" kern="1200" dirty="0"/>
            <a:t>Method1()</a:t>
          </a:r>
        </a:p>
      </dsp:txBody>
      <dsp:txXfrm>
        <a:off x="3600625" y="35908"/>
        <a:ext cx="1716006" cy="1120759"/>
      </dsp:txXfrm>
    </dsp:sp>
    <dsp:sp modelId="{68B6F167-D9FF-47ED-A34F-7A41DA4AC0D2}">
      <dsp:nvSpPr>
        <dsp:cNvPr id="0" name=""/>
        <dsp:cNvSpPr/>
      </dsp:nvSpPr>
      <dsp:spPr>
        <a:xfrm>
          <a:off x="2717529" y="1191535"/>
          <a:ext cx="1741099" cy="476198"/>
        </a:xfrm>
        <a:custGeom>
          <a:avLst/>
          <a:gdLst/>
          <a:ahLst/>
          <a:cxnLst/>
          <a:rect l="0" t="0" r="0" b="0"/>
          <a:pathLst>
            <a:path>
              <a:moveTo>
                <a:pt x="1741099" y="0"/>
              </a:moveTo>
              <a:lnTo>
                <a:pt x="1741099" y="238099"/>
              </a:lnTo>
              <a:lnTo>
                <a:pt x="0" y="238099"/>
              </a:lnTo>
              <a:lnTo>
                <a:pt x="0" y="47619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6DE215-4599-4E3B-80AD-A8B8574340CC}">
      <dsp:nvSpPr>
        <dsp:cNvPr id="0" name=""/>
        <dsp:cNvSpPr/>
      </dsp:nvSpPr>
      <dsp:spPr>
        <a:xfrm>
          <a:off x="1824658" y="1667733"/>
          <a:ext cx="1785742" cy="119049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a-DK" sz="2600" kern="1200" dirty="0"/>
            <a:t>Method2()</a:t>
          </a:r>
        </a:p>
      </dsp:txBody>
      <dsp:txXfrm>
        <a:off x="1859526" y="1702601"/>
        <a:ext cx="1716006" cy="1120759"/>
      </dsp:txXfrm>
    </dsp:sp>
    <dsp:sp modelId="{CB7B46AD-50DC-4674-B975-6931352DC8B8}">
      <dsp:nvSpPr>
        <dsp:cNvPr id="0" name=""/>
        <dsp:cNvSpPr/>
      </dsp:nvSpPr>
      <dsp:spPr>
        <a:xfrm>
          <a:off x="1556796" y="2858229"/>
          <a:ext cx="1160732" cy="476198"/>
        </a:xfrm>
        <a:custGeom>
          <a:avLst/>
          <a:gdLst/>
          <a:ahLst/>
          <a:cxnLst/>
          <a:rect l="0" t="0" r="0" b="0"/>
          <a:pathLst>
            <a:path>
              <a:moveTo>
                <a:pt x="1160732" y="0"/>
              </a:moveTo>
              <a:lnTo>
                <a:pt x="1160732" y="238099"/>
              </a:lnTo>
              <a:lnTo>
                <a:pt x="0" y="238099"/>
              </a:lnTo>
              <a:lnTo>
                <a:pt x="0" y="476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A19D1A-6802-4DD8-B7DF-E8230F18684F}">
      <dsp:nvSpPr>
        <dsp:cNvPr id="0" name=""/>
        <dsp:cNvSpPr/>
      </dsp:nvSpPr>
      <dsp:spPr>
        <a:xfrm>
          <a:off x="663925" y="3334427"/>
          <a:ext cx="1785742" cy="119049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a-DK" sz="2600" kern="1200" dirty="0"/>
            <a:t>Method4()</a:t>
          </a:r>
        </a:p>
      </dsp:txBody>
      <dsp:txXfrm>
        <a:off x="698793" y="3369295"/>
        <a:ext cx="1716006" cy="1120759"/>
      </dsp:txXfrm>
    </dsp:sp>
    <dsp:sp modelId="{3EFC2DA8-E88B-40F6-8EDD-45DD883F97C7}">
      <dsp:nvSpPr>
        <dsp:cNvPr id="0" name=""/>
        <dsp:cNvSpPr/>
      </dsp:nvSpPr>
      <dsp:spPr>
        <a:xfrm>
          <a:off x="2717529" y="2858229"/>
          <a:ext cx="1160732" cy="476198"/>
        </a:xfrm>
        <a:custGeom>
          <a:avLst/>
          <a:gdLst/>
          <a:ahLst/>
          <a:cxnLst/>
          <a:rect l="0" t="0" r="0" b="0"/>
          <a:pathLst>
            <a:path>
              <a:moveTo>
                <a:pt x="0" y="0"/>
              </a:moveTo>
              <a:lnTo>
                <a:pt x="0" y="238099"/>
              </a:lnTo>
              <a:lnTo>
                <a:pt x="1160732" y="238099"/>
              </a:lnTo>
              <a:lnTo>
                <a:pt x="1160732" y="476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5C9AF4-7F1F-4826-B9AC-EB256580360B}">
      <dsp:nvSpPr>
        <dsp:cNvPr id="0" name=""/>
        <dsp:cNvSpPr/>
      </dsp:nvSpPr>
      <dsp:spPr>
        <a:xfrm>
          <a:off x="2985391" y="3334427"/>
          <a:ext cx="1785742" cy="119049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a-DK" sz="2600" kern="1200" dirty="0"/>
            <a:t>Method5()</a:t>
          </a:r>
        </a:p>
      </dsp:txBody>
      <dsp:txXfrm>
        <a:off x="3020259" y="3369295"/>
        <a:ext cx="1716006" cy="1120759"/>
      </dsp:txXfrm>
    </dsp:sp>
    <dsp:sp modelId="{4117FF87-D7D0-40FE-AB62-DA1AED69EB47}">
      <dsp:nvSpPr>
        <dsp:cNvPr id="0" name=""/>
        <dsp:cNvSpPr/>
      </dsp:nvSpPr>
      <dsp:spPr>
        <a:xfrm>
          <a:off x="4458628" y="1191535"/>
          <a:ext cx="1741099" cy="476198"/>
        </a:xfrm>
        <a:custGeom>
          <a:avLst/>
          <a:gdLst/>
          <a:ahLst/>
          <a:cxnLst/>
          <a:rect l="0" t="0" r="0" b="0"/>
          <a:pathLst>
            <a:path>
              <a:moveTo>
                <a:pt x="0" y="0"/>
              </a:moveTo>
              <a:lnTo>
                <a:pt x="0" y="238099"/>
              </a:lnTo>
              <a:lnTo>
                <a:pt x="1741099" y="238099"/>
              </a:lnTo>
              <a:lnTo>
                <a:pt x="1741099" y="47619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B998C0-E012-486A-863A-E35F2362247F}">
      <dsp:nvSpPr>
        <dsp:cNvPr id="0" name=""/>
        <dsp:cNvSpPr/>
      </dsp:nvSpPr>
      <dsp:spPr>
        <a:xfrm>
          <a:off x="5306856" y="1667733"/>
          <a:ext cx="1785742" cy="119049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a-DK" sz="2600" kern="1200" dirty="0"/>
            <a:t>Method3()</a:t>
          </a:r>
        </a:p>
      </dsp:txBody>
      <dsp:txXfrm>
        <a:off x="5341724" y="1702601"/>
        <a:ext cx="1716006" cy="1120759"/>
      </dsp:txXfrm>
    </dsp:sp>
    <dsp:sp modelId="{5D206E48-F4B6-415E-ABDD-01C662763D2F}">
      <dsp:nvSpPr>
        <dsp:cNvPr id="0" name=""/>
        <dsp:cNvSpPr/>
      </dsp:nvSpPr>
      <dsp:spPr>
        <a:xfrm>
          <a:off x="6154008" y="2858229"/>
          <a:ext cx="91440" cy="476198"/>
        </a:xfrm>
        <a:custGeom>
          <a:avLst/>
          <a:gdLst/>
          <a:ahLst/>
          <a:cxnLst/>
          <a:rect l="0" t="0" r="0" b="0"/>
          <a:pathLst>
            <a:path>
              <a:moveTo>
                <a:pt x="45720" y="0"/>
              </a:moveTo>
              <a:lnTo>
                <a:pt x="45720" y="476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78BA55-1F94-40C6-92B2-1C6E67E04C39}">
      <dsp:nvSpPr>
        <dsp:cNvPr id="0" name=""/>
        <dsp:cNvSpPr/>
      </dsp:nvSpPr>
      <dsp:spPr>
        <a:xfrm>
          <a:off x="5306856" y="3334427"/>
          <a:ext cx="1785742" cy="119049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a-DK" sz="2600" kern="1200" dirty="0"/>
            <a:t>Method6()</a:t>
          </a:r>
        </a:p>
      </dsp:txBody>
      <dsp:txXfrm>
        <a:off x="5341724" y="3369295"/>
        <a:ext cx="1716006" cy="11207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A9C5E-D062-45A3-A756-E5C7B588DCF2}">
      <dsp:nvSpPr>
        <dsp:cNvPr id="0" name=""/>
        <dsp:cNvSpPr/>
      </dsp:nvSpPr>
      <dsp:spPr>
        <a:xfrm>
          <a:off x="2264493" y="570853"/>
          <a:ext cx="1391122" cy="9274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a-DK" sz="2000" kern="1200" dirty="0"/>
            <a:t>Method1()</a:t>
          </a:r>
        </a:p>
      </dsp:txBody>
      <dsp:txXfrm>
        <a:off x="2291656" y="598016"/>
        <a:ext cx="1336796" cy="873089"/>
      </dsp:txXfrm>
    </dsp:sp>
    <dsp:sp modelId="{68B6F167-D9FF-47ED-A34F-7A41DA4AC0D2}">
      <dsp:nvSpPr>
        <dsp:cNvPr id="0" name=""/>
        <dsp:cNvSpPr/>
      </dsp:nvSpPr>
      <dsp:spPr>
        <a:xfrm>
          <a:off x="1603710" y="1498268"/>
          <a:ext cx="1356344" cy="370966"/>
        </a:xfrm>
        <a:custGeom>
          <a:avLst/>
          <a:gdLst/>
          <a:ahLst/>
          <a:cxnLst/>
          <a:rect l="0" t="0" r="0" b="0"/>
          <a:pathLst>
            <a:path>
              <a:moveTo>
                <a:pt x="1356344" y="0"/>
              </a:moveTo>
              <a:lnTo>
                <a:pt x="1356344" y="185483"/>
              </a:lnTo>
              <a:lnTo>
                <a:pt x="0" y="185483"/>
              </a:lnTo>
              <a:lnTo>
                <a:pt x="0" y="37096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6DE215-4599-4E3B-80AD-A8B8574340CC}">
      <dsp:nvSpPr>
        <dsp:cNvPr id="0" name=""/>
        <dsp:cNvSpPr/>
      </dsp:nvSpPr>
      <dsp:spPr>
        <a:xfrm>
          <a:off x="908148" y="1869234"/>
          <a:ext cx="1391122" cy="92741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a-DK" sz="2000" kern="1200" dirty="0"/>
            <a:t>Method2()</a:t>
          </a:r>
        </a:p>
      </dsp:txBody>
      <dsp:txXfrm>
        <a:off x="935311" y="1896397"/>
        <a:ext cx="1336796" cy="873089"/>
      </dsp:txXfrm>
    </dsp:sp>
    <dsp:sp modelId="{CB7B46AD-50DC-4674-B975-6931352DC8B8}">
      <dsp:nvSpPr>
        <dsp:cNvPr id="0" name=""/>
        <dsp:cNvSpPr/>
      </dsp:nvSpPr>
      <dsp:spPr>
        <a:xfrm>
          <a:off x="699480" y="2796650"/>
          <a:ext cx="904229" cy="370966"/>
        </a:xfrm>
        <a:custGeom>
          <a:avLst/>
          <a:gdLst/>
          <a:ahLst/>
          <a:cxnLst/>
          <a:rect l="0" t="0" r="0" b="0"/>
          <a:pathLst>
            <a:path>
              <a:moveTo>
                <a:pt x="904229" y="0"/>
              </a:moveTo>
              <a:lnTo>
                <a:pt x="904229" y="185483"/>
              </a:lnTo>
              <a:lnTo>
                <a:pt x="0" y="185483"/>
              </a:lnTo>
              <a:lnTo>
                <a:pt x="0" y="3709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A19D1A-6802-4DD8-B7DF-E8230F18684F}">
      <dsp:nvSpPr>
        <dsp:cNvPr id="0" name=""/>
        <dsp:cNvSpPr/>
      </dsp:nvSpPr>
      <dsp:spPr>
        <a:xfrm>
          <a:off x="3918" y="3167616"/>
          <a:ext cx="1391122" cy="92741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a-DK" sz="2000" kern="1200" dirty="0"/>
            <a:t>Method4()</a:t>
          </a:r>
        </a:p>
      </dsp:txBody>
      <dsp:txXfrm>
        <a:off x="31081" y="3194779"/>
        <a:ext cx="1336796" cy="873089"/>
      </dsp:txXfrm>
    </dsp:sp>
    <dsp:sp modelId="{3EFC2DA8-E88B-40F6-8EDD-45DD883F97C7}">
      <dsp:nvSpPr>
        <dsp:cNvPr id="0" name=""/>
        <dsp:cNvSpPr/>
      </dsp:nvSpPr>
      <dsp:spPr>
        <a:xfrm>
          <a:off x="1603710" y="2796650"/>
          <a:ext cx="904229" cy="370966"/>
        </a:xfrm>
        <a:custGeom>
          <a:avLst/>
          <a:gdLst/>
          <a:ahLst/>
          <a:cxnLst/>
          <a:rect l="0" t="0" r="0" b="0"/>
          <a:pathLst>
            <a:path>
              <a:moveTo>
                <a:pt x="0" y="0"/>
              </a:moveTo>
              <a:lnTo>
                <a:pt x="0" y="185483"/>
              </a:lnTo>
              <a:lnTo>
                <a:pt x="904229" y="185483"/>
              </a:lnTo>
              <a:lnTo>
                <a:pt x="904229" y="3709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5C9AF4-7F1F-4826-B9AC-EB256580360B}">
      <dsp:nvSpPr>
        <dsp:cNvPr id="0" name=""/>
        <dsp:cNvSpPr/>
      </dsp:nvSpPr>
      <dsp:spPr>
        <a:xfrm>
          <a:off x="1812378" y="3167616"/>
          <a:ext cx="1391122" cy="92741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a-DK" sz="2000" kern="1200" dirty="0"/>
            <a:t>Method5()</a:t>
          </a:r>
        </a:p>
      </dsp:txBody>
      <dsp:txXfrm>
        <a:off x="1839541" y="3194779"/>
        <a:ext cx="1336796" cy="873089"/>
      </dsp:txXfrm>
    </dsp:sp>
    <dsp:sp modelId="{4117FF87-D7D0-40FE-AB62-DA1AED69EB47}">
      <dsp:nvSpPr>
        <dsp:cNvPr id="0" name=""/>
        <dsp:cNvSpPr/>
      </dsp:nvSpPr>
      <dsp:spPr>
        <a:xfrm>
          <a:off x="2960054" y="1498268"/>
          <a:ext cx="1356344" cy="370966"/>
        </a:xfrm>
        <a:custGeom>
          <a:avLst/>
          <a:gdLst/>
          <a:ahLst/>
          <a:cxnLst/>
          <a:rect l="0" t="0" r="0" b="0"/>
          <a:pathLst>
            <a:path>
              <a:moveTo>
                <a:pt x="0" y="0"/>
              </a:moveTo>
              <a:lnTo>
                <a:pt x="0" y="185483"/>
              </a:lnTo>
              <a:lnTo>
                <a:pt x="1356344" y="185483"/>
              </a:lnTo>
              <a:lnTo>
                <a:pt x="1356344" y="37096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B998C0-E012-486A-863A-E35F2362247F}">
      <dsp:nvSpPr>
        <dsp:cNvPr id="0" name=""/>
        <dsp:cNvSpPr/>
      </dsp:nvSpPr>
      <dsp:spPr>
        <a:xfrm>
          <a:off x="3620838" y="1869234"/>
          <a:ext cx="1391122" cy="92741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a-DK" sz="2000" kern="1200" dirty="0"/>
            <a:t>Method3()</a:t>
          </a:r>
        </a:p>
      </dsp:txBody>
      <dsp:txXfrm>
        <a:off x="3648001" y="1896397"/>
        <a:ext cx="1336796" cy="873089"/>
      </dsp:txXfrm>
    </dsp:sp>
    <dsp:sp modelId="{5D206E48-F4B6-415E-ABDD-01C662763D2F}">
      <dsp:nvSpPr>
        <dsp:cNvPr id="0" name=""/>
        <dsp:cNvSpPr/>
      </dsp:nvSpPr>
      <dsp:spPr>
        <a:xfrm>
          <a:off x="4270679" y="2796650"/>
          <a:ext cx="91440" cy="370966"/>
        </a:xfrm>
        <a:custGeom>
          <a:avLst/>
          <a:gdLst/>
          <a:ahLst/>
          <a:cxnLst/>
          <a:rect l="0" t="0" r="0" b="0"/>
          <a:pathLst>
            <a:path>
              <a:moveTo>
                <a:pt x="45720" y="0"/>
              </a:moveTo>
              <a:lnTo>
                <a:pt x="45720" y="3709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78BA55-1F94-40C6-92B2-1C6E67E04C39}">
      <dsp:nvSpPr>
        <dsp:cNvPr id="0" name=""/>
        <dsp:cNvSpPr/>
      </dsp:nvSpPr>
      <dsp:spPr>
        <a:xfrm>
          <a:off x="3620838" y="3167616"/>
          <a:ext cx="1391122" cy="92741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da-DK" sz="2000" kern="1200" dirty="0"/>
            <a:t>Method6()</a:t>
          </a:r>
        </a:p>
      </dsp:txBody>
      <dsp:txXfrm>
        <a:off x="3648001" y="3194779"/>
        <a:ext cx="1336796" cy="8730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A9C5E-D062-45A3-A756-E5C7B588DCF2}">
      <dsp:nvSpPr>
        <dsp:cNvPr id="0" name=""/>
        <dsp:cNvSpPr/>
      </dsp:nvSpPr>
      <dsp:spPr>
        <a:xfrm>
          <a:off x="2576537" y="477947"/>
          <a:ext cx="1582817" cy="1055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da-DK" sz="2300" kern="1200" dirty="0"/>
            <a:t>Method1()</a:t>
          </a:r>
        </a:p>
      </dsp:txBody>
      <dsp:txXfrm>
        <a:off x="2607443" y="508853"/>
        <a:ext cx="1521005" cy="993399"/>
      </dsp:txXfrm>
    </dsp:sp>
    <dsp:sp modelId="{68B6F167-D9FF-47ED-A34F-7A41DA4AC0D2}">
      <dsp:nvSpPr>
        <dsp:cNvPr id="0" name=""/>
        <dsp:cNvSpPr/>
      </dsp:nvSpPr>
      <dsp:spPr>
        <a:xfrm>
          <a:off x="1824699" y="1533159"/>
          <a:ext cx="1543247" cy="422084"/>
        </a:xfrm>
        <a:custGeom>
          <a:avLst/>
          <a:gdLst/>
          <a:ahLst/>
          <a:cxnLst/>
          <a:rect l="0" t="0" r="0" b="0"/>
          <a:pathLst>
            <a:path>
              <a:moveTo>
                <a:pt x="1543247" y="0"/>
              </a:moveTo>
              <a:lnTo>
                <a:pt x="1543247" y="211042"/>
              </a:lnTo>
              <a:lnTo>
                <a:pt x="0" y="211042"/>
              </a:lnTo>
              <a:lnTo>
                <a:pt x="0" y="4220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6DE215-4599-4E3B-80AD-A8B8574340CC}">
      <dsp:nvSpPr>
        <dsp:cNvPr id="0" name=""/>
        <dsp:cNvSpPr/>
      </dsp:nvSpPr>
      <dsp:spPr>
        <a:xfrm>
          <a:off x="1033290" y="1955244"/>
          <a:ext cx="1582817" cy="105521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da-DK" sz="2300" kern="1200" dirty="0"/>
            <a:t>Method2()</a:t>
          </a:r>
        </a:p>
      </dsp:txBody>
      <dsp:txXfrm>
        <a:off x="1064196" y="1986150"/>
        <a:ext cx="1521005" cy="993399"/>
      </dsp:txXfrm>
    </dsp:sp>
    <dsp:sp modelId="{CB7B46AD-50DC-4674-B975-6931352DC8B8}">
      <dsp:nvSpPr>
        <dsp:cNvPr id="0" name=""/>
        <dsp:cNvSpPr/>
      </dsp:nvSpPr>
      <dsp:spPr>
        <a:xfrm>
          <a:off x="795867" y="3010455"/>
          <a:ext cx="1028831" cy="422084"/>
        </a:xfrm>
        <a:custGeom>
          <a:avLst/>
          <a:gdLst/>
          <a:ahLst/>
          <a:cxnLst/>
          <a:rect l="0" t="0" r="0" b="0"/>
          <a:pathLst>
            <a:path>
              <a:moveTo>
                <a:pt x="1028831" y="0"/>
              </a:moveTo>
              <a:lnTo>
                <a:pt x="1028831" y="211042"/>
              </a:lnTo>
              <a:lnTo>
                <a:pt x="0" y="211042"/>
              </a:lnTo>
              <a:lnTo>
                <a:pt x="0" y="4220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A19D1A-6802-4DD8-B7DF-E8230F18684F}">
      <dsp:nvSpPr>
        <dsp:cNvPr id="0" name=""/>
        <dsp:cNvSpPr/>
      </dsp:nvSpPr>
      <dsp:spPr>
        <a:xfrm>
          <a:off x="4458" y="3432540"/>
          <a:ext cx="1582817" cy="1055211"/>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da-DK" sz="2300" kern="1200" dirty="0"/>
            <a:t>Method4()</a:t>
          </a:r>
        </a:p>
      </dsp:txBody>
      <dsp:txXfrm>
        <a:off x="35364" y="3463446"/>
        <a:ext cx="1521005" cy="993399"/>
      </dsp:txXfrm>
    </dsp:sp>
    <dsp:sp modelId="{3EFC2DA8-E88B-40F6-8EDD-45DD883F97C7}">
      <dsp:nvSpPr>
        <dsp:cNvPr id="0" name=""/>
        <dsp:cNvSpPr/>
      </dsp:nvSpPr>
      <dsp:spPr>
        <a:xfrm>
          <a:off x="1824699" y="3010455"/>
          <a:ext cx="1028831" cy="422084"/>
        </a:xfrm>
        <a:custGeom>
          <a:avLst/>
          <a:gdLst/>
          <a:ahLst/>
          <a:cxnLst/>
          <a:rect l="0" t="0" r="0" b="0"/>
          <a:pathLst>
            <a:path>
              <a:moveTo>
                <a:pt x="0" y="0"/>
              </a:moveTo>
              <a:lnTo>
                <a:pt x="0" y="211042"/>
              </a:lnTo>
              <a:lnTo>
                <a:pt x="1028831" y="211042"/>
              </a:lnTo>
              <a:lnTo>
                <a:pt x="1028831" y="4220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5C9AF4-7F1F-4826-B9AC-EB256580360B}">
      <dsp:nvSpPr>
        <dsp:cNvPr id="0" name=""/>
        <dsp:cNvSpPr/>
      </dsp:nvSpPr>
      <dsp:spPr>
        <a:xfrm>
          <a:off x="2062122" y="3432540"/>
          <a:ext cx="1582817" cy="1055211"/>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da-DK" sz="2300" kern="1200" dirty="0"/>
            <a:t>Method5()</a:t>
          </a:r>
        </a:p>
      </dsp:txBody>
      <dsp:txXfrm>
        <a:off x="2093028" y="3463446"/>
        <a:ext cx="1521005" cy="993399"/>
      </dsp:txXfrm>
    </dsp:sp>
    <dsp:sp modelId="{4117FF87-D7D0-40FE-AB62-DA1AED69EB47}">
      <dsp:nvSpPr>
        <dsp:cNvPr id="0" name=""/>
        <dsp:cNvSpPr/>
      </dsp:nvSpPr>
      <dsp:spPr>
        <a:xfrm>
          <a:off x="3367946" y="1533159"/>
          <a:ext cx="1543247" cy="422084"/>
        </a:xfrm>
        <a:custGeom>
          <a:avLst/>
          <a:gdLst/>
          <a:ahLst/>
          <a:cxnLst/>
          <a:rect l="0" t="0" r="0" b="0"/>
          <a:pathLst>
            <a:path>
              <a:moveTo>
                <a:pt x="0" y="0"/>
              </a:moveTo>
              <a:lnTo>
                <a:pt x="0" y="211042"/>
              </a:lnTo>
              <a:lnTo>
                <a:pt x="1543247" y="211042"/>
              </a:lnTo>
              <a:lnTo>
                <a:pt x="1543247" y="4220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B998C0-E012-486A-863A-E35F2362247F}">
      <dsp:nvSpPr>
        <dsp:cNvPr id="0" name=""/>
        <dsp:cNvSpPr/>
      </dsp:nvSpPr>
      <dsp:spPr>
        <a:xfrm>
          <a:off x="4119785" y="1955244"/>
          <a:ext cx="1582817" cy="105521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da-DK" sz="2300" kern="1200" dirty="0"/>
            <a:t>Method3()</a:t>
          </a:r>
        </a:p>
      </dsp:txBody>
      <dsp:txXfrm>
        <a:off x="4150691" y="1986150"/>
        <a:ext cx="1521005" cy="993399"/>
      </dsp:txXfrm>
    </dsp:sp>
    <dsp:sp modelId="{5D206E48-F4B6-415E-ABDD-01C662763D2F}">
      <dsp:nvSpPr>
        <dsp:cNvPr id="0" name=""/>
        <dsp:cNvSpPr/>
      </dsp:nvSpPr>
      <dsp:spPr>
        <a:xfrm>
          <a:off x="4865474" y="3010455"/>
          <a:ext cx="91440" cy="422084"/>
        </a:xfrm>
        <a:custGeom>
          <a:avLst/>
          <a:gdLst/>
          <a:ahLst/>
          <a:cxnLst/>
          <a:rect l="0" t="0" r="0" b="0"/>
          <a:pathLst>
            <a:path>
              <a:moveTo>
                <a:pt x="45720" y="0"/>
              </a:moveTo>
              <a:lnTo>
                <a:pt x="45720" y="4220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78BA55-1F94-40C6-92B2-1C6E67E04C39}">
      <dsp:nvSpPr>
        <dsp:cNvPr id="0" name=""/>
        <dsp:cNvSpPr/>
      </dsp:nvSpPr>
      <dsp:spPr>
        <a:xfrm>
          <a:off x="4119785" y="3432540"/>
          <a:ext cx="1582817" cy="1055211"/>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da-DK" sz="2300" kern="1200" dirty="0"/>
            <a:t>Method6()</a:t>
          </a:r>
        </a:p>
      </dsp:txBody>
      <dsp:txXfrm>
        <a:off x="4150691" y="3463446"/>
        <a:ext cx="1521005" cy="9933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A9C5E-D062-45A3-A756-E5C7B588DCF2}">
      <dsp:nvSpPr>
        <dsp:cNvPr id="0" name=""/>
        <dsp:cNvSpPr/>
      </dsp:nvSpPr>
      <dsp:spPr>
        <a:xfrm>
          <a:off x="1613471" y="498754"/>
          <a:ext cx="2480119" cy="165341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da-DK" sz="3600" kern="1200" dirty="0"/>
            <a:t>Method1()</a:t>
          </a:r>
        </a:p>
      </dsp:txBody>
      <dsp:txXfrm>
        <a:off x="1661898" y="547181"/>
        <a:ext cx="2383265" cy="1556559"/>
      </dsp:txXfrm>
    </dsp:sp>
    <dsp:sp modelId="{68B6F167-D9FF-47ED-A34F-7A41DA4AC0D2}">
      <dsp:nvSpPr>
        <dsp:cNvPr id="0" name=""/>
        <dsp:cNvSpPr/>
      </dsp:nvSpPr>
      <dsp:spPr>
        <a:xfrm>
          <a:off x="1241453" y="2152167"/>
          <a:ext cx="1612077" cy="661365"/>
        </a:xfrm>
        <a:custGeom>
          <a:avLst/>
          <a:gdLst/>
          <a:ahLst/>
          <a:cxnLst/>
          <a:rect l="0" t="0" r="0" b="0"/>
          <a:pathLst>
            <a:path>
              <a:moveTo>
                <a:pt x="1612077" y="0"/>
              </a:moveTo>
              <a:lnTo>
                <a:pt x="1612077" y="330682"/>
              </a:lnTo>
              <a:lnTo>
                <a:pt x="0" y="330682"/>
              </a:lnTo>
              <a:lnTo>
                <a:pt x="0" y="66136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6DE215-4599-4E3B-80AD-A8B8574340CC}">
      <dsp:nvSpPr>
        <dsp:cNvPr id="0" name=""/>
        <dsp:cNvSpPr/>
      </dsp:nvSpPr>
      <dsp:spPr>
        <a:xfrm>
          <a:off x="1393" y="2813532"/>
          <a:ext cx="2480119" cy="165341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da-DK" sz="3600" kern="1200" dirty="0"/>
            <a:t>Method2() – the stub</a:t>
          </a:r>
        </a:p>
      </dsp:txBody>
      <dsp:txXfrm>
        <a:off x="49820" y="2861959"/>
        <a:ext cx="2383265" cy="1556559"/>
      </dsp:txXfrm>
    </dsp:sp>
    <dsp:sp modelId="{4117FF87-D7D0-40FE-AB62-DA1AED69EB47}">
      <dsp:nvSpPr>
        <dsp:cNvPr id="0" name=""/>
        <dsp:cNvSpPr/>
      </dsp:nvSpPr>
      <dsp:spPr>
        <a:xfrm>
          <a:off x="2853531" y="2152167"/>
          <a:ext cx="1612077" cy="661365"/>
        </a:xfrm>
        <a:custGeom>
          <a:avLst/>
          <a:gdLst/>
          <a:ahLst/>
          <a:cxnLst/>
          <a:rect l="0" t="0" r="0" b="0"/>
          <a:pathLst>
            <a:path>
              <a:moveTo>
                <a:pt x="0" y="0"/>
              </a:moveTo>
              <a:lnTo>
                <a:pt x="0" y="330682"/>
              </a:lnTo>
              <a:lnTo>
                <a:pt x="1612077" y="330682"/>
              </a:lnTo>
              <a:lnTo>
                <a:pt x="1612077" y="66136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B998C0-E012-486A-863A-E35F2362247F}">
      <dsp:nvSpPr>
        <dsp:cNvPr id="0" name=""/>
        <dsp:cNvSpPr/>
      </dsp:nvSpPr>
      <dsp:spPr>
        <a:xfrm>
          <a:off x="3225548" y="2813532"/>
          <a:ext cx="2480119" cy="165341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da-DK" sz="3600" kern="1200" dirty="0"/>
            <a:t>Method3() – the stub</a:t>
          </a:r>
        </a:p>
      </dsp:txBody>
      <dsp:txXfrm>
        <a:off x="3273975" y="2861959"/>
        <a:ext cx="2383265" cy="15565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44CBDB-E0A5-4653-800E-B2747B5F08C6}" type="datetimeFigureOut">
              <a:rPr lang="da-DK" smtClean="0"/>
              <a:t>21-02-2022</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8DEFF4-B6D5-41C9-B04D-2FC252336508}" type="slidenum">
              <a:rPr lang="da-DK" smtClean="0"/>
              <a:t>‹nr.›</a:t>
            </a:fld>
            <a:endParaRPr lang="da-DK"/>
          </a:p>
        </p:txBody>
      </p:sp>
    </p:spTree>
    <p:extLst>
      <p:ext uri="{BB962C8B-B14F-4D97-AF65-F5344CB8AC3E}">
        <p14:creationId xmlns:p14="http://schemas.microsoft.com/office/powerpoint/2010/main" val="37367976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D8FF86-EBB5-49C3-8EA9-1FF7B3A17EBD}" type="datetimeFigureOut">
              <a:rPr lang="da-DK" smtClean="0"/>
              <a:t>21-02-2022</a:t>
            </a:fld>
            <a:endParaRPr lang="da-DK"/>
          </a:p>
        </p:txBody>
      </p:sp>
      <p:sp>
        <p:nvSpPr>
          <p:cNvPr id="4" name="Pladsholder til diasbillede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a-DK"/>
          </a:p>
        </p:txBody>
      </p:sp>
      <p:sp>
        <p:nvSpPr>
          <p:cNvPr id="7" name="Pladsholder til dias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97D6B3-27A1-4AFC-9DFA-E99013D84442}" type="slidenum">
              <a:rPr lang="da-DK" smtClean="0"/>
              <a:t>‹nr.›</a:t>
            </a:fld>
            <a:endParaRPr lang="da-DK"/>
          </a:p>
        </p:txBody>
      </p:sp>
    </p:spTree>
    <p:extLst>
      <p:ext uri="{BB962C8B-B14F-4D97-AF65-F5344CB8AC3E}">
        <p14:creationId xmlns:p14="http://schemas.microsoft.com/office/powerpoint/2010/main" val="93473675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Test: Some initial test planning may occur during inception.</a:t>
            </a:r>
          </a:p>
          <a:p>
            <a:endParaRPr lang="da-DK" dirty="0"/>
          </a:p>
        </p:txBody>
      </p:sp>
      <p:sp>
        <p:nvSpPr>
          <p:cNvPr id="4" name="Pladsholder til dato 3"/>
          <p:cNvSpPr>
            <a:spLocks noGrp="1"/>
          </p:cNvSpPr>
          <p:nvPr>
            <p:ph type="dt" idx="1"/>
          </p:nvPr>
        </p:nvSpPr>
        <p:spPr/>
        <p:txBody>
          <a:bodyPr/>
          <a:lstStyle/>
          <a:p>
            <a:fld id="{3EBD32A6-B312-4E71-99E0-A6654BA176FE}" type="datetime1">
              <a:rPr lang="da-DK" smtClean="0"/>
              <a:t>21-02-2022</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2</a:t>
            </a:fld>
            <a:endParaRPr lang="da-DK"/>
          </a:p>
        </p:txBody>
      </p:sp>
    </p:spTree>
    <p:extLst>
      <p:ext uri="{BB962C8B-B14F-4D97-AF65-F5344CB8AC3E}">
        <p14:creationId xmlns:p14="http://schemas.microsoft.com/office/powerpoint/2010/main" val="319363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Date Placeholder 3"/>
          <p:cNvSpPr>
            <a:spLocks noGrp="1"/>
          </p:cNvSpPr>
          <p:nvPr>
            <p:ph type="dt" idx="10"/>
          </p:nvPr>
        </p:nvSpPr>
        <p:spPr/>
        <p:txBody>
          <a:bodyPr/>
          <a:lstStyle/>
          <a:p>
            <a:fld id="{3EBD32A6-B312-4E71-99E0-A6654BA176FE}" type="datetime1">
              <a:rPr lang="da-DK" smtClean="0"/>
              <a:t>21-02-2022</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A9C4E1A5-6CB7-5447-B42E-8AE694A2D83A}" type="slidenum">
              <a:rPr lang="da-DK" smtClean="0"/>
              <a:t>4</a:t>
            </a:fld>
            <a:endParaRPr lang="da-DK"/>
          </a:p>
        </p:txBody>
      </p:sp>
    </p:spTree>
    <p:extLst>
      <p:ext uri="{BB962C8B-B14F-4D97-AF65-F5344CB8AC3E}">
        <p14:creationId xmlns:p14="http://schemas.microsoft.com/office/powerpoint/2010/main" val="1571488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iasbillede 1"/>
          <p:cNvSpPr>
            <a:spLocks noGrp="1" noRot="1" noChangeAspect="1"/>
          </p:cNvSpPr>
          <p:nvPr>
            <p:ph type="sldImg"/>
          </p:nvPr>
        </p:nvSpPr>
        <p:spPr/>
      </p:sp>
      <p:sp>
        <p:nvSpPr>
          <p:cNvPr id="3" name="Pladsholder til noter 2"/>
          <p:cNvSpPr>
            <a:spLocks noGrp="1"/>
          </p:cNvSpPr>
          <p:nvPr>
            <p:ph type="body" idx="1"/>
          </p:nvPr>
        </p:nvSpPr>
        <p:spPr/>
        <p:txBody>
          <a:bodyPr>
            <a:normAutofit/>
          </a:bodyPr>
          <a:lstStyle/>
          <a:p>
            <a:r>
              <a:rPr lang="da-DK" dirty="0" err="1"/>
              <a:t>Which</a:t>
            </a:r>
            <a:r>
              <a:rPr lang="da-DK" baseline="0" dirty="0"/>
              <a:t> </a:t>
            </a:r>
            <a:r>
              <a:rPr lang="da-DK" baseline="0" dirty="0" err="1"/>
              <a:t>brings</a:t>
            </a:r>
            <a:r>
              <a:rPr lang="da-DK" baseline="0" dirty="0"/>
              <a:t> </a:t>
            </a:r>
            <a:r>
              <a:rPr lang="da-DK" baseline="0" dirty="0" err="1"/>
              <a:t>us</a:t>
            </a:r>
            <a:r>
              <a:rPr lang="da-DK" baseline="0" dirty="0"/>
              <a:t> to the </a:t>
            </a:r>
            <a:r>
              <a:rPr lang="da-DK" baseline="0" dirty="0" err="1"/>
              <a:t>phases</a:t>
            </a:r>
            <a:r>
              <a:rPr lang="da-DK" baseline="0" dirty="0"/>
              <a:t> and </a:t>
            </a:r>
            <a:r>
              <a:rPr lang="da-DK" baseline="0" dirty="0" err="1"/>
              <a:t>how</a:t>
            </a:r>
            <a:r>
              <a:rPr lang="da-DK" baseline="0" dirty="0"/>
              <a:t> </a:t>
            </a:r>
            <a:r>
              <a:rPr lang="da-DK" baseline="0" dirty="0" err="1"/>
              <a:t>they</a:t>
            </a:r>
            <a:r>
              <a:rPr lang="da-DK" baseline="0" dirty="0"/>
              <a:t> </a:t>
            </a:r>
            <a:r>
              <a:rPr lang="da-DK" baseline="0" dirty="0" err="1"/>
              <a:t>relate</a:t>
            </a:r>
            <a:r>
              <a:rPr lang="da-DK" baseline="0" dirty="0"/>
              <a:t>. </a:t>
            </a:r>
            <a:endParaRPr lang="da-DK" dirty="0"/>
          </a:p>
        </p:txBody>
      </p:sp>
      <p:sp>
        <p:nvSpPr>
          <p:cNvPr id="4" name="Pladsholder til diasnummer 3"/>
          <p:cNvSpPr>
            <a:spLocks noGrp="1"/>
          </p:cNvSpPr>
          <p:nvPr>
            <p:ph type="sldNum" sz="quarter" idx="10"/>
          </p:nvPr>
        </p:nvSpPr>
        <p:spPr/>
        <p:txBody>
          <a:bodyPr/>
          <a:lstStyle/>
          <a:p>
            <a:pPr>
              <a:defRPr/>
            </a:pPr>
            <a:fld id="{E1530965-2D50-44CC-A4A5-EE11210592E9}" type="slidenum">
              <a:rPr lang="da-DK" smtClean="0"/>
              <a:pPr>
                <a:defRPr/>
              </a:pPr>
              <a:t>5</a:t>
            </a:fld>
            <a:endParaRPr lang="da-DK"/>
          </a:p>
        </p:txBody>
      </p:sp>
    </p:spTree>
    <p:extLst>
      <p:ext uri="{BB962C8B-B14F-4D97-AF65-F5344CB8AC3E}">
        <p14:creationId xmlns:p14="http://schemas.microsoft.com/office/powerpoint/2010/main" val="2432335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Date Placeholder 3"/>
          <p:cNvSpPr>
            <a:spLocks noGrp="1"/>
          </p:cNvSpPr>
          <p:nvPr>
            <p:ph type="dt" idx="10"/>
          </p:nvPr>
        </p:nvSpPr>
        <p:spPr/>
        <p:txBody>
          <a:bodyPr/>
          <a:lstStyle/>
          <a:p>
            <a:fld id="{3EBD32A6-B312-4E71-99E0-A6654BA176FE}" type="datetime1">
              <a:rPr lang="da-DK" smtClean="0"/>
              <a:t>21-02-2022</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A9C4E1A5-6CB7-5447-B42E-8AE694A2D83A}" type="slidenum">
              <a:rPr lang="da-DK" smtClean="0"/>
              <a:t>12</a:t>
            </a:fld>
            <a:endParaRPr lang="da-DK"/>
          </a:p>
        </p:txBody>
      </p:sp>
    </p:spTree>
    <p:extLst>
      <p:ext uri="{BB962C8B-B14F-4D97-AF65-F5344CB8AC3E}">
        <p14:creationId xmlns:p14="http://schemas.microsoft.com/office/powerpoint/2010/main" val="72896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1597D6B3-27A1-4AFC-9DFA-E99013D84442}" type="slidenum">
              <a:rPr lang="da-DK" smtClean="0"/>
              <a:t>15</a:t>
            </a:fld>
            <a:endParaRPr lang="da-DK"/>
          </a:p>
        </p:txBody>
      </p:sp>
    </p:spTree>
    <p:extLst>
      <p:ext uri="{BB962C8B-B14F-4D97-AF65-F5344CB8AC3E}">
        <p14:creationId xmlns:p14="http://schemas.microsoft.com/office/powerpoint/2010/main" val="849672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dirty="0"/>
              <a:t>When designing your tests, it’s important to only pick one invalid value per test case; using more than one can lead to missed product bugs. Suppose you choose a test with both an invalid User Name and an invalid Sex. The product may throw an error when it detects the invalid User Name, and never even get to the logic that validates the Sex. If there are bugs in the Sex-validation logic, your test won’t catch it.</a:t>
            </a:r>
            <a:endParaRPr lang="da-DK" dirty="0"/>
          </a:p>
        </p:txBody>
      </p:sp>
      <p:sp>
        <p:nvSpPr>
          <p:cNvPr id="4" name="Pladsholder til dato 3"/>
          <p:cNvSpPr>
            <a:spLocks noGrp="1"/>
          </p:cNvSpPr>
          <p:nvPr>
            <p:ph type="dt" idx="1"/>
          </p:nvPr>
        </p:nvSpPr>
        <p:spPr/>
        <p:txBody>
          <a:bodyPr/>
          <a:lstStyle/>
          <a:p>
            <a:fld id="{3EBD32A6-B312-4E71-99E0-A6654BA176FE}" type="datetime1">
              <a:rPr lang="da-DK" smtClean="0"/>
              <a:t>21-02-2022</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18</a:t>
            </a:fld>
            <a:endParaRPr lang="da-DK"/>
          </a:p>
        </p:txBody>
      </p:sp>
    </p:spTree>
    <p:extLst>
      <p:ext uri="{BB962C8B-B14F-4D97-AF65-F5344CB8AC3E}">
        <p14:creationId xmlns:p14="http://schemas.microsoft.com/office/powerpoint/2010/main" val="3639224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noProof="0" dirty="0"/>
              <a:t>Balance 3000: Boundary around 3000 (only allowed to redraw 3000). Test around boundary.</a:t>
            </a:r>
            <a:endParaRPr lang="da-DK" dirty="0"/>
          </a:p>
          <a:p>
            <a:endParaRPr lang="da-DK" dirty="0"/>
          </a:p>
        </p:txBody>
      </p:sp>
      <p:sp>
        <p:nvSpPr>
          <p:cNvPr id="4" name="Pladsholder til dato 3"/>
          <p:cNvSpPr>
            <a:spLocks noGrp="1"/>
          </p:cNvSpPr>
          <p:nvPr>
            <p:ph type="dt" idx="1"/>
          </p:nvPr>
        </p:nvSpPr>
        <p:spPr/>
        <p:txBody>
          <a:bodyPr/>
          <a:lstStyle/>
          <a:p>
            <a:fld id="{3EBD32A6-B312-4E71-99E0-A6654BA176FE}" type="datetime1">
              <a:rPr lang="da-DK" smtClean="0"/>
              <a:t>21-02-2022</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25</a:t>
            </a:fld>
            <a:endParaRPr lang="da-DK"/>
          </a:p>
        </p:txBody>
      </p:sp>
    </p:spTree>
    <p:extLst>
      <p:ext uri="{BB962C8B-B14F-4D97-AF65-F5344CB8AC3E}">
        <p14:creationId xmlns:p14="http://schemas.microsoft.com/office/powerpoint/2010/main" val="2523416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1597D6B3-27A1-4AFC-9DFA-E99013D84442}" type="slidenum">
              <a:rPr lang="da-DK" smtClean="0"/>
              <a:t>29</a:t>
            </a:fld>
            <a:endParaRPr lang="da-DK"/>
          </a:p>
        </p:txBody>
      </p:sp>
    </p:spTree>
    <p:extLst>
      <p:ext uri="{BB962C8B-B14F-4D97-AF65-F5344CB8AC3E}">
        <p14:creationId xmlns:p14="http://schemas.microsoft.com/office/powerpoint/2010/main" val="4192251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1597D6B3-27A1-4AFC-9DFA-E99013D84442}" type="slidenum">
              <a:rPr lang="da-DK" smtClean="0"/>
              <a:t>30</a:t>
            </a:fld>
            <a:endParaRPr lang="da-DK"/>
          </a:p>
        </p:txBody>
      </p:sp>
    </p:spTree>
    <p:extLst>
      <p:ext uri="{BB962C8B-B14F-4D97-AF65-F5344CB8AC3E}">
        <p14:creationId xmlns:p14="http://schemas.microsoft.com/office/powerpoint/2010/main" val="3585411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Pladsholder til diasbillede 1"/>
          <p:cNvSpPr>
            <a:spLocks noGrp="1" noRot="1" noChangeAspect="1" noTextEdit="1"/>
          </p:cNvSpPr>
          <p:nvPr>
            <p:ph type="sldImg"/>
          </p:nvPr>
        </p:nvSpPr>
        <p:spPr>
          <a:ln/>
        </p:spPr>
      </p:sp>
      <p:sp>
        <p:nvSpPr>
          <p:cNvPr id="61443" name="Pladsholder til no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a-DK" altLang="da-DK" dirty="0">
                <a:latin typeface="Arial" panose="020B0604020202020204" pitchFamily="34" charset="0"/>
              </a:rPr>
              <a:t>In class </a:t>
            </a:r>
            <a:r>
              <a:rPr lang="da-DK" altLang="da-DK" dirty="0" err="1">
                <a:latin typeface="Arial" panose="020B0604020202020204" pitchFamily="34" charset="0"/>
              </a:rPr>
              <a:t>AccountTest</a:t>
            </a:r>
            <a:endParaRPr lang="da-DK" altLang="da-DK" dirty="0">
              <a:latin typeface="Arial" panose="020B0604020202020204" pitchFamily="34" charset="0"/>
            </a:endParaRPr>
          </a:p>
          <a:p>
            <a:r>
              <a:rPr lang="da-DK" altLang="da-DK" dirty="0">
                <a:latin typeface="Arial" panose="020B0604020202020204" pitchFamily="34" charset="0"/>
              </a:rPr>
              <a:t>0.0</a:t>
            </a:r>
          </a:p>
        </p:txBody>
      </p:sp>
      <p:sp>
        <p:nvSpPr>
          <p:cNvPr id="61444" name="Pladsholder til dias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575D23A-16A5-42F4-B9B5-2A5D46FF8C8C}" type="slidenum">
              <a:rPr lang="da-DK" altLang="da-DK"/>
              <a:pPr>
                <a:spcBef>
                  <a:spcPct val="0"/>
                </a:spcBef>
              </a:pPr>
              <a:t>32</a:t>
            </a:fld>
            <a:endParaRPr lang="da-DK" altLang="da-DK"/>
          </a:p>
        </p:txBody>
      </p:sp>
    </p:spTree>
    <p:extLst>
      <p:ext uri="{BB962C8B-B14F-4D97-AF65-F5344CB8AC3E}">
        <p14:creationId xmlns:p14="http://schemas.microsoft.com/office/powerpoint/2010/main" val="842859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However defined, a unit is tested “by itself,” with adjacent software units being replaced by stubs and drivers to emulate inputs and</a:t>
            </a:r>
            <a:r>
              <a:rPr lang="da-DK" sz="1200" b="1" dirty="0"/>
              <a:t> </a:t>
            </a:r>
            <a:r>
              <a:rPr lang="en-US" sz="1200" dirty="0"/>
              <a:t>outputs. </a:t>
            </a:r>
          </a:p>
          <a:p>
            <a:r>
              <a:rPr lang="en-US" sz="1200" dirty="0"/>
              <a:t>The goal of unit testing is to verify that, taken by itself, the unit functions correctly. (Another view is to see how the unit functions, assuming </a:t>
            </a:r>
            <a:r>
              <a:rPr lang="da-DK" sz="1200" dirty="0"/>
              <a:t>everything else is perfect.)</a:t>
            </a:r>
          </a:p>
          <a:p>
            <a:endParaRPr lang="da-DK" dirty="0"/>
          </a:p>
        </p:txBody>
      </p:sp>
      <p:sp>
        <p:nvSpPr>
          <p:cNvPr id="4" name="Date Placeholder 3"/>
          <p:cNvSpPr>
            <a:spLocks noGrp="1"/>
          </p:cNvSpPr>
          <p:nvPr>
            <p:ph type="dt" idx="10"/>
          </p:nvPr>
        </p:nvSpPr>
        <p:spPr/>
        <p:txBody>
          <a:bodyPr/>
          <a:lstStyle/>
          <a:p>
            <a:fld id="{3EBD32A6-B312-4E71-99E0-A6654BA176FE}" type="datetime1">
              <a:rPr lang="da-DK" smtClean="0"/>
              <a:t>21-02-2022</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A9C4E1A5-6CB7-5447-B42E-8AE694A2D83A}" type="slidenum">
              <a:rPr lang="da-DK" smtClean="0"/>
              <a:t>36</a:t>
            </a:fld>
            <a:endParaRPr lang="da-DK"/>
          </a:p>
        </p:txBody>
      </p:sp>
    </p:spTree>
    <p:extLst>
      <p:ext uri="{BB962C8B-B14F-4D97-AF65-F5344CB8AC3E}">
        <p14:creationId xmlns:p14="http://schemas.microsoft.com/office/powerpoint/2010/main" val="3607595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Test Class </a:t>
            </a:r>
            <a:r>
              <a:rPr lang="da-DK" dirty="0" err="1"/>
              <a:t>BankTest</a:t>
            </a:r>
            <a:endParaRPr lang="da-DK" dirty="0"/>
          </a:p>
          <a:p>
            <a:endParaRPr lang="da-DK" dirty="0"/>
          </a:p>
        </p:txBody>
      </p:sp>
      <p:sp>
        <p:nvSpPr>
          <p:cNvPr id="4" name="Pladsholder til dato 3"/>
          <p:cNvSpPr>
            <a:spLocks noGrp="1"/>
          </p:cNvSpPr>
          <p:nvPr>
            <p:ph type="dt" idx="1"/>
          </p:nvPr>
        </p:nvSpPr>
        <p:spPr/>
        <p:txBody>
          <a:bodyPr/>
          <a:lstStyle/>
          <a:p>
            <a:fld id="{3EBD32A6-B312-4E71-99E0-A6654BA176FE}" type="datetime1">
              <a:rPr lang="da-DK" smtClean="0"/>
              <a:t>21-02-2022</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43</a:t>
            </a:fld>
            <a:endParaRPr lang="da-DK"/>
          </a:p>
        </p:txBody>
      </p:sp>
    </p:spTree>
    <p:extLst>
      <p:ext uri="{BB962C8B-B14F-4D97-AF65-F5344CB8AC3E}">
        <p14:creationId xmlns:p14="http://schemas.microsoft.com/office/powerpoint/2010/main" val="1128602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idx="1"/>
          </p:nvPr>
        </p:nvSpPr>
        <p:spPr/>
        <p:txBody>
          <a:bodyPr/>
          <a:lstStyle/>
          <a:p>
            <a:fld id="{3EBD32A6-B312-4E71-99E0-A6654BA176FE}" type="datetime1">
              <a:rPr lang="da-DK" smtClean="0"/>
              <a:t>21-02-2022</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54</a:t>
            </a:fld>
            <a:endParaRPr lang="da-DK"/>
          </a:p>
        </p:txBody>
      </p:sp>
    </p:spTree>
    <p:extLst>
      <p:ext uri="{BB962C8B-B14F-4D97-AF65-F5344CB8AC3E}">
        <p14:creationId xmlns:p14="http://schemas.microsoft.com/office/powerpoint/2010/main" val="1768800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-&gt; </a:t>
            </a:r>
            <a:r>
              <a:rPr lang="da-DK" dirty="0" err="1"/>
              <a:t>Arrow</a:t>
            </a:r>
            <a:r>
              <a:rPr lang="da-DK" dirty="0"/>
              <a:t> Operator </a:t>
            </a:r>
            <a:r>
              <a:rPr lang="da-DK" dirty="0" err="1"/>
              <a:t>used</a:t>
            </a:r>
            <a:r>
              <a:rPr lang="da-DK" dirty="0"/>
              <a:t> in Lambda </a:t>
            </a:r>
            <a:r>
              <a:rPr lang="da-DK" dirty="0" err="1"/>
              <a:t>expression</a:t>
            </a:r>
            <a:endParaRPr lang="da-DK" dirty="0"/>
          </a:p>
        </p:txBody>
      </p:sp>
      <p:sp>
        <p:nvSpPr>
          <p:cNvPr id="4" name="Pladsholder til dato 3"/>
          <p:cNvSpPr>
            <a:spLocks noGrp="1"/>
          </p:cNvSpPr>
          <p:nvPr>
            <p:ph type="dt" idx="1"/>
          </p:nvPr>
        </p:nvSpPr>
        <p:spPr/>
        <p:txBody>
          <a:bodyPr/>
          <a:lstStyle/>
          <a:p>
            <a:fld id="{3EBD32A6-B312-4E71-99E0-A6654BA176FE}" type="datetime1">
              <a:rPr lang="da-DK" smtClean="0"/>
              <a:t>21-02-2022</a:t>
            </a:fld>
            <a:endParaRPr lang="da-DK"/>
          </a:p>
        </p:txBody>
      </p:sp>
      <p:sp>
        <p:nvSpPr>
          <p:cNvPr id="5" name="Pladsholder til sidefod 4"/>
          <p:cNvSpPr>
            <a:spLocks noGrp="1"/>
          </p:cNvSpPr>
          <p:nvPr>
            <p:ph type="ftr" sz="quarter" idx="4"/>
          </p:nvPr>
        </p:nvSpPr>
        <p:spPr/>
        <p:txBody>
          <a:bodyPr/>
          <a:lstStyle/>
          <a:p>
            <a:endParaRPr lang="da-DK"/>
          </a:p>
        </p:txBody>
      </p:sp>
      <p:sp>
        <p:nvSpPr>
          <p:cNvPr id="6" name="Pladsholder til slidenummer 5"/>
          <p:cNvSpPr>
            <a:spLocks noGrp="1"/>
          </p:cNvSpPr>
          <p:nvPr>
            <p:ph type="sldNum" sz="quarter" idx="5"/>
          </p:nvPr>
        </p:nvSpPr>
        <p:spPr/>
        <p:txBody>
          <a:bodyPr/>
          <a:lstStyle/>
          <a:p>
            <a:fld id="{A9C4E1A5-6CB7-5447-B42E-8AE694A2D83A}" type="slidenum">
              <a:rPr lang="da-DK" smtClean="0"/>
              <a:t>61</a:t>
            </a:fld>
            <a:endParaRPr lang="da-DK"/>
          </a:p>
        </p:txBody>
      </p:sp>
    </p:spTree>
    <p:extLst>
      <p:ext uri="{BB962C8B-B14F-4D97-AF65-F5344CB8AC3E}">
        <p14:creationId xmlns:p14="http://schemas.microsoft.com/office/powerpoint/2010/main" val="9543942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lide ver. 1">
    <p:spTree>
      <p:nvGrpSpPr>
        <p:cNvPr id="1" name=""/>
        <p:cNvGrpSpPr/>
        <p:nvPr/>
      </p:nvGrpSpPr>
      <p:grpSpPr>
        <a:xfrm>
          <a:off x="0" y="0"/>
          <a:ext cx="0" cy="0"/>
          <a:chOff x="0" y="0"/>
          <a:chExt cx="0" cy="0"/>
        </a:xfrm>
      </p:grpSpPr>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en-GB" noProof="0" dirty="0" err="1"/>
              <a:t>Titel</a:t>
            </a:r>
            <a:endParaRPr lang="en-GB" noProof="0" dirty="0"/>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en-GB" noProof="0" dirty="0" err="1"/>
              <a:t>Undertitel</a:t>
            </a:r>
            <a:endParaRPr lang="en-GB" noProof="0" dirty="0"/>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12" name="Billed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1260752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slide ver. 2">
    <p:spTree>
      <p:nvGrpSpPr>
        <p:cNvPr id="1" name=""/>
        <p:cNvGrpSpPr/>
        <p:nvPr/>
      </p:nvGrpSpPr>
      <p:grpSpPr>
        <a:xfrm>
          <a:off x="0" y="0"/>
          <a:ext cx="0" cy="0"/>
          <a:chOff x="0" y="0"/>
          <a:chExt cx="0" cy="0"/>
        </a:xfrm>
      </p:grpSpPr>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da-DK" noProof="0" dirty="0"/>
              <a:t>Titel</a:t>
            </a:r>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da-DK" noProof="0" dirty="0"/>
              <a:t>Undertitel</a:t>
            </a:r>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13" name="Billed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22528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lide ver. 3">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en-GB" noProof="0" dirty="0" err="1"/>
              <a:t>Titel</a:t>
            </a:r>
            <a:endParaRPr lang="en-GB" noProof="0" dirty="0"/>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en-GB" noProof="0" dirty="0" err="1"/>
              <a:t>Undertitel</a:t>
            </a:r>
            <a:endParaRPr lang="en-GB" noProof="0" dirty="0"/>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3881981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lide ver. 4">
    <p:spTree>
      <p:nvGrpSpPr>
        <p:cNvPr id="1" name=""/>
        <p:cNvGrpSpPr/>
        <p:nvPr/>
      </p:nvGrpSpPr>
      <p:grpSpPr>
        <a:xfrm>
          <a:off x="0" y="0"/>
          <a:ext cx="0" cy="0"/>
          <a:chOff x="0" y="0"/>
          <a:chExt cx="0" cy="0"/>
        </a:xfrm>
      </p:grpSpPr>
      <p:pic>
        <p:nvPicPr>
          <p:cNvPr id="4" name="Billed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3140968"/>
            <a:ext cx="11232000" cy="576792"/>
          </a:xfrm>
        </p:spPr>
        <p:txBody>
          <a:bodyPr anchor="b" anchorCtr="0">
            <a:noAutofit/>
          </a:bodyPr>
          <a:lstStyle>
            <a:lvl1pPr algn="l">
              <a:lnSpc>
                <a:spcPts val="4000"/>
              </a:lnSpc>
              <a:defRPr sz="4000" cap="none" spc="23" baseline="0">
                <a:solidFill>
                  <a:schemeClr val="bg1"/>
                </a:solidFill>
              </a:defRPr>
            </a:lvl1pPr>
          </a:lstStyle>
          <a:p>
            <a:r>
              <a:rPr lang="en-GB" noProof="0" dirty="0" err="1"/>
              <a:t>Titel</a:t>
            </a:r>
            <a:endParaRPr lang="en-GB" noProof="0" dirty="0"/>
          </a:p>
        </p:txBody>
      </p:sp>
      <p:sp>
        <p:nvSpPr>
          <p:cNvPr id="5" name="Pladsholder til tekst 4"/>
          <p:cNvSpPr>
            <a:spLocks noGrp="1"/>
          </p:cNvSpPr>
          <p:nvPr>
            <p:ph type="body" sz="quarter" idx="17" hasCustomPrompt="1"/>
          </p:nvPr>
        </p:nvSpPr>
        <p:spPr>
          <a:xfrm>
            <a:off x="468000" y="3841444"/>
            <a:ext cx="11232000" cy="361936"/>
          </a:xfrm>
        </p:spPr>
        <p:txBody>
          <a:bodyPr>
            <a:noAutofit/>
          </a:bodyPr>
          <a:lstStyle>
            <a:lvl1pPr marL="0" indent="0" algn="l">
              <a:lnSpc>
                <a:spcPts val="2400"/>
              </a:lnSpc>
              <a:spcBef>
                <a:spcPts val="0"/>
              </a:spcBef>
              <a:buNone/>
              <a:defRPr sz="2200" b="0" cap="none" baseline="0">
                <a:solidFill>
                  <a:schemeClr val="bg1"/>
                </a:solidFill>
                <a:latin typeface="+mj-lt"/>
              </a:defRPr>
            </a:lvl1pPr>
          </a:lstStyle>
          <a:p>
            <a:pPr lvl="0"/>
            <a:r>
              <a:rPr lang="en-GB" noProof="0" dirty="0" err="1"/>
              <a:t>Undertitel</a:t>
            </a:r>
            <a:endParaRPr lang="en-GB" noProof="0" dirty="0"/>
          </a:p>
        </p:txBody>
      </p:sp>
      <p:sp>
        <p:nvSpPr>
          <p:cNvPr id="10" name="Pladsholder til tekst 9"/>
          <p:cNvSpPr>
            <a:spLocks noGrp="1"/>
          </p:cNvSpPr>
          <p:nvPr>
            <p:ph type="body" sz="quarter" idx="18" hasCustomPrompt="1"/>
          </p:nvPr>
        </p:nvSpPr>
        <p:spPr>
          <a:xfrm>
            <a:off x="468312" y="404813"/>
            <a:ext cx="3600000" cy="252000"/>
          </a:xfrm>
        </p:spPr>
        <p:txBody>
          <a:bodyPr/>
          <a:lstStyle>
            <a:lvl1pPr marL="0" indent="0">
              <a:lnSpc>
                <a:spcPct val="100000"/>
              </a:lnSpc>
              <a:buNone/>
              <a:defRPr sz="1200" b="1">
                <a:solidFill>
                  <a:schemeClr val="bg1"/>
                </a:solidFill>
              </a:defRPr>
            </a:lvl1pPr>
          </a:lstStyle>
          <a:p>
            <a:pPr lvl="0"/>
            <a:r>
              <a:rPr lang="en-GB" noProof="0" dirty="0" err="1"/>
              <a:t>Indsæt</a:t>
            </a:r>
            <a:r>
              <a:rPr lang="en-GB" noProof="0" dirty="0"/>
              <a:t> </a:t>
            </a:r>
            <a:r>
              <a:rPr lang="en-GB" noProof="0" dirty="0" err="1"/>
              <a:t>navn</a:t>
            </a:r>
            <a:r>
              <a:rPr lang="en-GB" noProof="0" dirty="0"/>
              <a:t>, </a:t>
            </a:r>
            <a:r>
              <a:rPr lang="en-GB" noProof="0" dirty="0" err="1"/>
              <a:t>uddannelse</a:t>
            </a:r>
            <a:r>
              <a:rPr lang="en-GB" noProof="0" dirty="0"/>
              <a:t> </a:t>
            </a:r>
            <a:r>
              <a:rPr lang="en-GB" noProof="0" dirty="0" err="1"/>
              <a:t>eller</a:t>
            </a:r>
            <a:r>
              <a:rPr lang="en-GB" noProof="0" dirty="0"/>
              <a:t> </a:t>
            </a:r>
            <a:r>
              <a:rPr lang="en-GB" noProof="0" dirty="0" err="1"/>
              <a:t>kontekst</a:t>
            </a:r>
            <a:endParaRPr lang="en-GB" noProof="0"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31112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el og indholdsobjek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8000" y="756000"/>
            <a:ext cx="11232000" cy="468000"/>
          </a:xfrm>
        </p:spPr>
        <p:txBody>
          <a:bodyPr/>
          <a:lstStyle>
            <a:lvl1pPr>
              <a:defRPr/>
            </a:lvl1pPr>
          </a:lstStyle>
          <a:p>
            <a:r>
              <a:rPr lang="da-DK" noProof="0" dirty="0"/>
              <a:t>Overskrift</a:t>
            </a:r>
          </a:p>
        </p:txBody>
      </p:sp>
      <p:sp>
        <p:nvSpPr>
          <p:cNvPr id="10" name="Pladsholder til tekst 3"/>
          <p:cNvSpPr>
            <a:spLocks noGrp="1"/>
          </p:cNvSpPr>
          <p:nvPr>
            <p:ph type="body" sz="quarter" idx="13" hasCustomPrompt="1"/>
          </p:nvPr>
        </p:nvSpPr>
        <p:spPr>
          <a:xfrm>
            <a:off x="480485" y="1548000"/>
            <a:ext cx="11231033" cy="3960000"/>
          </a:xfrm>
        </p:spPr>
        <p:txBody>
          <a:bodyPr/>
          <a:lstStyle>
            <a:lvl1pPr>
              <a:lnSpc>
                <a:spcPct val="100000"/>
              </a:lnSpc>
              <a:defRPr sz="2800"/>
            </a:lvl1pPr>
            <a:lvl2pPr>
              <a:lnSpc>
                <a:spcPct val="100000"/>
              </a:lnSpc>
              <a:defRPr sz="2400"/>
            </a:lvl2pPr>
            <a:lvl3pPr>
              <a:lnSpc>
                <a:spcPct val="100000"/>
              </a:lnSpc>
              <a:spcAft>
                <a:spcPts val="200"/>
              </a:spcAft>
              <a:defRPr sz="2000"/>
            </a:lvl3pPr>
            <a:lvl4pPr>
              <a:lnSpc>
                <a:spcPct val="100000"/>
              </a:lnSpc>
              <a:spcAft>
                <a:spcPts val="200"/>
              </a:spcAft>
              <a:defRPr sz="1800"/>
            </a:lvl4pPr>
            <a:lvl5pPr>
              <a:lnSpc>
                <a:spcPct val="100000"/>
              </a:lnSpc>
              <a:spcAft>
                <a:spcPts val="200"/>
              </a:spcAft>
              <a:defRPr sz="1600"/>
            </a:lvl5pPr>
          </a:lstStyle>
          <a:p>
            <a:pPr lvl="0"/>
            <a:r>
              <a:rPr lang="da-DK" noProof="0" dirty="0"/>
              <a:t>Tekst</a:t>
            </a:r>
          </a:p>
          <a:p>
            <a:pPr lvl="1"/>
            <a:r>
              <a:rPr lang="da-DK" noProof="0" dirty="0"/>
              <a:t>Tekst</a:t>
            </a:r>
          </a:p>
          <a:p>
            <a:pPr lvl="2"/>
            <a:r>
              <a:rPr lang="da-DK" noProof="0" dirty="0"/>
              <a:t>Tekst</a:t>
            </a:r>
          </a:p>
          <a:p>
            <a:pPr lvl="3"/>
            <a:r>
              <a:rPr lang="da-DK" noProof="0" dirty="0"/>
              <a:t>Tekst</a:t>
            </a:r>
          </a:p>
          <a:p>
            <a:pPr lvl="4"/>
            <a:r>
              <a:rPr lang="da-DK" noProof="0" dirty="0"/>
              <a:t>Tekst</a:t>
            </a:r>
          </a:p>
        </p:txBody>
      </p:sp>
      <p:sp>
        <p:nvSpPr>
          <p:cNvPr id="2" name="Pladsholder til dato 1"/>
          <p:cNvSpPr>
            <a:spLocks noGrp="1"/>
          </p:cNvSpPr>
          <p:nvPr>
            <p:ph type="dt" sz="half" idx="14"/>
          </p:nvPr>
        </p:nvSpPr>
        <p:spPr/>
        <p:txBody>
          <a:bodyPr/>
          <a:lstStyle/>
          <a:p>
            <a:endParaRPr lang="da-DK" noProof="0" dirty="0"/>
          </a:p>
        </p:txBody>
      </p:sp>
    </p:spTree>
    <p:extLst>
      <p:ext uri="{BB962C8B-B14F-4D97-AF65-F5344CB8AC3E}">
        <p14:creationId xmlns:p14="http://schemas.microsoft.com/office/powerpoint/2010/main" val="2144848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 indholdsobjekter">
    <p:spTree>
      <p:nvGrpSpPr>
        <p:cNvPr id="1" name=""/>
        <p:cNvGrpSpPr/>
        <p:nvPr/>
      </p:nvGrpSpPr>
      <p:grpSpPr>
        <a:xfrm>
          <a:off x="0" y="0"/>
          <a:ext cx="0" cy="0"/>
          <a:chOff x="0" y="0"/>
          <a:chExt cx="0" cy="0"/>
        </a:xfrm>
      </p:grpSpPr>
      <p:sp>
        <p:nvSpPr>
          <p:cNvPr id="8" name="Pladsholder til indhold 7"/>
          <p:cNvSpPr>
            <a:spLocks noGrp="1"/>
          </p:cNvSpPr>
          <p:nvPr>
            <p:ph sz="quarter" idx="18" hasCustomPrompt="1"/>
          </p:nvPr>
        </p:nvSpPr>
        <p:spPr>
          <a:xfrm>
            <a:off x="8124000" y="0"/>
            <a:ext cx="4068000" cy="6858000"/>
          </a:xfrm>
        </p:spPr>
        <p:txBody>
          <a:bodyPr/>
          <a:lstStyle>
            <a:lvl1pPr marL="0" indent="0">
              <a:lnSpc>
                <a:spcPts val="2400"/>
              </a:lnSpc>
              <a:buNone/>
              <a:defRPr sz="2000"/>
            </a:lvl1pPr>
          </a:lstStyle>
          <a:p>
            <a:pPr lvl="0"/>
            <a:r>
              <a:rPr lang="da-DK" noProof="0" dirty="0"/>
              <a:t>Indsæt element</a:t>
            </a:r>
          </a:p>
        </p:txBody>
      </p:sp>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7999" y="756000"/>
            <a:ext cx="7200000" cy="1016816"/>
          </a:xfrm>
        </p:spPr>
        <p:txBody>
          <a:bodyPr/>
          <a:lstStyle>
            <a:lvl1pPr>
              <a:defRPr baseline="0"/>
            </a:lvl1pPr>
          </a:lstStyle>
          <a:p>
            <a:r>
              <a:rPr lang="da-DK" noProof="0" dirty="0"/>
              <a:t>Overskrift (2 linjer)</a:t>
            </a:r>
          </a:p>
        </p:txBody>
      </p:sp>
      <p:sp>
        <p:nvSpPr>
          <p:cNvPr id="6" name="Pladsholder til tekst 5"/>
          <p:cNvSpPr>
            <a:spLocks noGrp="1"/>
          </p:cNvSpPr>
          <p:nvPr>
            <p:ph type="body" sz="quarter" idx="17" hasCustomPrompt="1"/>
          </p:nvPr>
        </p:nvSpPr>
        <p:spPr>
          <a:xfrm>
            <a:off x="467998" y="1916832"/>
            <a:ext cx="7200000" cy="3591168"/>
          </a:xfrm>
        </p:spPr>
        <p:txBody>
          <a:bodyPr/>
          <a:lstStyle>
            <a:lvl1pPr marL="0" indent="0">
              <a:lnSpc>
                <a:spcPts val="2400"/>
              </a:lnSpc>
              <a:buNone/>
              <a:defRPr sz="2800"/>
            </a:lvl1pPr>
          </a:lstStyle>
          <a:p>
            <a:pPr lvl="0"/>
            <a:r>
              <a:rPr lang="da-DK" noProof="0" dirty="0"/>
              <a:t>Tekst</a:t>
            </a:r>
          </a:p>
        </p:txBody>
      </p:sp>
      <p:sp>
        <p:nvSpPr>
          <p:cNvPr id="15" name="Pladsholder til dato 14"/>
          <p:cNvSpPr>
            <a:spLocks noGrp="1"/>
          </p:cNvSpPr>
          <p:nvPr>
            <p:ph type="dt" sz="half" idx="19"/>
          </p:nvPr>
        </p:nvSpPr>
        <p:spPr/>
        <p:txBody>
          <a:bodyPr/>
          <a:lstStyle/>
          <a:p>
            <a:endParaRPr lang="da-DK" noProof="0" dirty="0"/>
          </a:p>
        </p:txBody>
      </p:sp>
    </p:spTree>
    <p:extLst>
      <p:ext uri="{BB962C8B-B14F-4D97-AF65-F5344CB8AC3E}">
        <p14:creationId xmlns:p14="http://schemas.microsoft.com/office/powerpoint/2010/main" val="2342337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e indholdsobjekter">
    <p:spTree>
      <p:nvGrpSpPr>
        <p:cNvPr id="1" name=""/>
        <p:cNvGrpSpPr/>
        <p:nvPr/>
      </p:nvGrpSpPr>
      <p:grpSpPr>
        <a:xfrm>
          <a:off x="0" y="0"/>
          <a:ext cx="0" cy="0"/>
          <a:chOff x="0" y="0"/>
          <a:chExt cx="0" cy="0"/>
        </a:xfrm>
      </p:grpSpPr>
      <p:sp>
        <p:nvSpPr>
          <p:cNvPr id="7" name="Pladsholder til indhold 7"/>
          <p:cNvSpPr>
            <a:spLocks noGrp="1"/>
          </p:cNvSpPr>
          <p:nvPr>
            <p:ph sz="quarter" idx="20" hasCustomPrompt="1"/>
          </p:nvPr>
        </p:nvSpPr>
        <p:spPr>
          <a:xfrm>
            <a:off x="8123730" y="3524228"/>
            <a:ext cx="4068000" cy="3330000"/>
          </a:xfrm>
        </p:spPr>
        <p:txBody>
          <a:bodyPr/>
          <a:lstStyle>
            <a:lvl1pPr marL="0" indent="0">
              <a:lnSpc>
                <a:spcPts val="2400"/>
              </a:lnSpc>
              <a:buNone/>
              <a:defRPr sz="2000"/>
            </a:lvl1pPr>
          </a:lstStyle>
          <a:p>
            <a:pPr lvl="0"/>
            <a:r>
              <a:rPr lang="da-DK" noProof="0" dirty="0"/>
              <a:t>Indsæt element</a:t>
            </a:r>
          </a:p>
        </p:txBody>
      </p:sp>
      <p:sp>
        <p:nvSpPr>
          <p:cNvPr id="8" name="Pladsholder til indhold 7"/>
          <p:cNvSpPr>
            <a:spLocks noGrp="1"/>
          </p:cNvSpPr>
          <p:nvPr>
            <p:ph sz="quarter" idx="18" hasCustomPrompt="1"/>
          </p:nvPr>
        </p:nvSpPr>
        <p:spPr>
          <a:xfrm>
            <a:off x="8124000" y="0"/>
            <a:ext cx="4068000" cy="3330000"/>
          </a:xfrm>
        </p:spPr>
        <p:txBody>
          <a:bodyPr/>
          <a:lstStyle>
            <a:lvl1pPr marL="0" indent="0">
              <a:lnSpc>
                <a:spcPts val="2400"/>
              </a:lnSpc>
              <a:buNone/>
              <a:defRPr sz="2000"/>
            </a:lvl1pPr>
          </a:lstStyle>
          <a:p>
            <a:pPr lvl="0"/>
            <a:r>
              <a:rPr lang="da-DK" noProof="0" dirty="0"/>
              <a:t>Indsæt element</a:t>
            </a:r>
          </a:p>
        </p:txBody>
      </p:sp>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7999" y="756000"/>
            <a:ext cx="7200000" cy="1016816"/>
          </a:xfrm>
        </p:spPr>
        <p:txBody>
          <a:bodyPr/>
          <a:lstStyle>
            <a:lvl1pPr>
              <a:defRPr baseline="0"/>
            </a:lvl1pPr>
          </a:lstStyle>
          <a:p>
            <a:r>
              <a:rPr lang="da-DK" noProof="0" dirty="0"/>
              <a:t>Overskrift (2 linjer)</a:t>
            </a:r>
          </a:p>
        </p:txBody>
      </p:sp>
      <p:sp>
        <p:nvSpPr>
          <p:cNvPr id="6" name="Pladsholder til tekst 5"/>
          <p:cNvSpPr>
            <a:spLocks noGrp="1"/>
          </p:cNvSpPr>
          <p:nvPr>
            <p:ph type="body" sz="quarter" idx="17" hasCustomPrompt="1"/>
          </p:nvPr>
        </p:nvSpPr>
        <p:spPr>
          <a:xfrm>
            <a:off x="467998" y="1916832"/>
            <a:ext cx="7200000" cy="3591168"/>
          </a:xfrm>
        </p:spPr>
        <p:txBody>
          <a:bodyPr/>
          <a:lstStyle>
            <a:lvl1pPr marL="0" indent="0">
              <a:lnSpc>
                <a:spcPts val="2400"/>
              </a:lnSpc>
              <a:buNone/>
              <a:defRPr sz="2800"/>
            </a:lvl1pPr>
          </a:lstStyle>
          <a:p>
            <a:pPr lvl="0"/>
            <a:r>
              <a:rPr lang="da-DK" noProof="0" dirty="0"/>
              <a:t>Tekst</a:t>
            </a:r>
          </a:p>
        </p:txBody>
      </p:sp>
      <p:sp>
        <p:nvSpPr>
          <p:cNvPr id="15" name="Pladsholder til dato 14"/>
          <p:cNvSpPr>
            <a:spLocks noGrp="1"/>
          </p:cNvSpPr>
          <p:nvPr>
            <p:ph type="dt" sz="half" idx="19"/>
          </p:nvPr>
        </p:nvSpPr>
        <p:spPr/>
        <p:txBody>
          <a:bodyPr/>
          <a:lstStyle/>
          <a:p>
            <a:endParaRPr lang="da-DK" noProof="0" dirty="0"/>
          </a:p>
        </p:txBody>
      </p:sp>
    </p:spTree>
    <p:extLst>
      <p:ext uri="{BB962C8B-B14F-4D97-AF65-F5344CB8AC3E}">
        <p14:creationId xmlns:p14="http://schemas.microsoft.com/office/powerpoint/2010/main" val="47442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8000" y="756000"/>
            <a:ext cx="11232000" cy="468000"/>
          </a:xfrm>
        </p:spPr>
        <p:txBody>
          <a:bodyPr/>
          <a:lstStyle>
            <a:lvl1pPr>
              <a:defRPr/>
            </a:lvl1pPr>
          </a:lstStyle>
          <a:p>
            <a:r>
              <a:rPr lang="da-DK" noProof="0" dirty="0"/>
              <a:t>Overskrift</a:t>
            </a:r>
          </a:p>
        </p:txBody>
      </p:sp>
      <p:sp>
        <p:nvSpPr>
          <p:cNvPr id="16" name="Pladsholder til tekst 9"/>
          <p:cNvSpPr>
            <a:spLocks noGrp="1"/>
          </p:cNvSpPr>
          <p:nvPr>
            <p:ph type="body" sz="quarter" idx="19" hasCustomPrompt="1"/>
          </p:nvPr>
        </p:nvSpPr>
        <p:spPr>
          <a:xfrm>
            <a:off x="468000" y="1548000"/>
            <a:ext cx="5457600" cy="648000"/>
          </a:xfrm>
        </p:spPr>
        <p:txBody>
          <a:bodyPr/>
          <a:lstStyle>
            <a:lvl1pPr marL="0" indent="0">
              <a:lnSpc>
                <a:spcPct val="100000"/>
              </a:lnSpc>
              <a:buNone/>
              <a:defRPr sz="2800" b="0">
                <a:solidFill>
                  <a:schemeClr val="bg2"/>
                </a:solidFill>
              </a:defRPr>
            </a:lvl1pPr>
          </a:lstStyle>
          <a:p>
            <a:pPr lvl="0"/>
            <a:r>
              <a:rPr lang="da-DK" noProof="0" dirty="0"/>
              <a:t>Tekst</a:t>
            </a:r>
          </a:p>
        </p:txBody>
      </p:sp>
      <p:sp>
        <p:nvSpPr>
          <p:cNvPr id="17" name="Pladsholder til indhold 7"/>
          <p:cNvSpPr>
            <a:spLocks noGrp="1"/>
          </p:cNvSpPr>
          <p:nvPr>
            <p:ph sz="quarter" idx="20" hasCustomPrompt="1"/>
          </p:nvPr>
        </p:nvSpPr>
        <p:spPr>
          <a:xfrm>
            <a:off x="468000" y="2196000"/>
            <a:ext cx="5457600" cy="3312256"/>
          </a:xfrm>
        </p:spPr>
        <p:txBody>
          <a:bodyPr/>
          <a:lstStyle>
            <a:lvl1pPr>
              <a:lnSpc>
                <a:spcPct val="100000"/>
              </a:lnSpc>
              <a:defRPr sz="2800"/>
            </a:lvl1pPr>
            <a:lvl2pPr>
              <a:lnSpc>
                <a:spcPts val="2400"/>
              </a:lnSpc>
              <a:defRPr sz="2000"/>
            </a:lvl2pPr>
            <a:lvl3pPr>
              <a:lnSpc>
                <a:spcPts val="2400"/>
              </a:lnSpc>
              <a:defRPr sz="2000"/>
            </a:lvl3pPr>
            <a:lvl4pPr>
              <a:lnSpc>
                <a:spcPts val="2400"/>
              </a:lnSpc>
              <a:defRPr sz="2000"/>
            </a:lvl4pPr>
            <a:lvl5pPr>
              <a:lnSpc>
                <a:spcPts val="2400"/>
              </a:lnSpc>
              <a:defRPr sz="2000"/>
            </a:lvl5pPr>
          </a:lstStyle>
          <a:p>
            <a:pPr lvl="0"/>
            <a:r>
              <a:rPr lang="da-DK" noProof="0" dirty="0"/>
              <a:t>Indsæt tekst eller element</a:t>
            </a:r>
          </a:p>
        </p:txBody>
      </p:sp>
      <p:sp>
        <p:nvSpPr>
          <p:cNvPr id="18" name="Pladsholder til indhold 7"/>
          <p:cNvSpPr>
            <a:spLocks noGrp="1"/>
          </p:cNvSpPr>
          <p:nvPr>
            <p:ph sz="quarter" idx="21" hasCustomPrompt="1"/>
          </p:nvPr>
        </p:nvSpPr>
        <p:spPr>
          <a:xfrm>
            <a:off x="6240016" y="2196000"/>
            <a:ext cx="5458159" cy="3312256"/>
          </a:xfrm>
        </p:spPr>
        <p:txBody>
          <a:bodyPr/>
          <a:lstStyle>
            <a:lvl1pPr>
              <a:lnSpc>
                <a:spcPct val="100000"/>
              </a:lnSpc>
              <a:defRPr sz="2800"/>
            </a:lvl1pPr>
            <a:lvl2pPr>
              <a:lnSpc>
                <a:spcPts val="2400"/>
              </a:lnSpc>
              <a:defRPr sz="2000"/>
            </a:lvl2pPr>
            <a:lvl3pPr>
              <a:lnSpc>
                <a:spcPts val="2400"/>
              </a:lnSpc>
              <a:defRPr sz="2000"/>
            </a:lvl3pPr>
            <a:lvl4pPr>
              <a:lnSpc>
                <a:spcPts val="2400"/>
              </a:lnSpc>
              <a:defRPr sz="2000"/>
            </a:lvl4pPr>
            <a:lvl5pPr>
              <a:lnSpc>
                <a:spcPts val="2400"/>
              </a:lnSpc>
              <a:defRPr sz="2000"/>
            </a:lvl5pPr>
          </a:lstStyle>
          <a:p>
            <a:pPr lvl="0"/>
            <a:r>
              <a:rPr lang="da-DK" noProof="0" dirty="0"/>
              <a:t>Indsæt tekst eller element</a:t>
            </a:r>
          </a:p>
        </p:txBody>
      </p:sp>
      <p:sp>
        <p:nvSpPr>
          <p:cNvPr id="21" name="Pladsholder til tekst 9"/>
          <p:cNvSpPr>
            <a:spLocks noGrp="1"/>
          </p:cNvSpPr>
          <p:nvPr>
            <p:ph type="body" sz="quarter" idx="22" hasCustomPrompt="1"/>
          </p:nvPr>
        </p:nvSpPr>
        <p:spPr>
          <a:xfrm>
            <a:off x="6240016" y="1548000"/>
            <a:ext cx="5457600" cy="648000"/>
          </a:xfrm>
        </p:spPr>
        <p:txBody>
          <a:bodyPr/>
          <a:lstStyle>
            <a:lvl1pPr marL="0" indent="0">
              <a:lnSpc>
                <a:spcPct val="100000"/>
              </a:lnSpc>
              <a:buNone/>
              <a:defRPr sz="2800" b="0">
                <a:solidFill>
                  <a:schemeClr val="bg2"/>
                </a:solidFill>
              </a:defRPr>
            </a:lvl1pPr>
          </a:lstStyle>
          <a:p>
            <a:pPr lvl="0"/>
            <a:r>
              <a:rPr lang="da-DK" noProof="0" dirty="0"/>
              <a:t>Tekst</a:t>
            </a:r>
          </a:p>
        </p:txBody>
      </p:sp>
      <p:sp>
        <p:nvSpPr>
          <p:cNvPr id="2" name="Pladsholder til dato 1"/>
          <p:cNvSpPr>
            <a:spLocks noGrp="1"/>
          </p:cNvSpPr>
          <p:nvPr>
            <p:ph type="dt" sz="half" idx="23"/>
          </p:nvPr>
        </p:nvSpPr>
        <p:spPr/>
        <p:txBody>
          <a:bodyPr/>
          <a:lstStyle/>
          <a:p>
            <a:endParaRPr lang="da-DK" noProof="0" dirty="0"/>
          </a:p>
        </p:txBody>
      </p:sp>
    </p:spTree>
    <p:extLst>
      <p:ext uri="{BB962C8B-B14F-4D97-AF65-F5344CB8AC3E}">
        <p14:creationId xmlns:p14="http://schemas.microsoft.com/office/powerpoint/2010/main" val="4036452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dhold med billedteks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16" name="Pladsholder til tekst 9"/>
          <p:cNvSpPr>
            <a:spLocks noGrp="1"/>
          </p:cNvSpPr>
          <p:nvPr>
            <p:ph type="body" sz="quarter" idx="19" hasCustomPrompt="1"/>
          </p:nvPr>
        </p:nvSpPr>
        <p:spPr>
          <a:xfrm>
            <a:off x="468000" y="684000"/>
            <a:ext cx="3251736" cy="4788000"/>
          </a:xfrm>
        </p:spPr>
        <p:txBody>
          <a:bodyPr/>
          <a:lstStyle>
            <a:lvl1pPr marL="0" indent="0">
              <a:lnSpc>
                <a:spcPct val="100000"/>
              </a:lnSpc>
              <a:buNone/>
              <a:defRPr sz="2800" b="0">
                <a:solidFill>
                  <a:schemeClr val="bg2"/>
                </a:solidFill>
              </a:defRPr>
            </a:lvl1pPr>
          </a:lstStyle>
          <a:p>
            <a:pPr lvl="0"/>
            <a:r>
              <a:rPr lang="da-DK" noProof="0" dirty="0"/>
              <a:t>Tekst</a:t>
            </a:r>
          </a:p>
        </p:txBody>
      </p:sp>
      <p:sp>
        <p:nvSpPr>
          <p:cNvPr id="18" name="Pladsholder til indhold 7"/>
          <p:cNvSpPr>
            <a:spLocks noGrp="1"/>
          </p:cNvSpPr>
          <p:nvPr>
            <p:ph sz="quarter" idx="21" hasCustomPrompt="1"/>
          </p:nvPr>
        </p:nvSpPr>
        <p:spPr>
          <a:xfrm>
            <a:off x="4079777" y="684000"/>
            <a:ext cx="7620224" cy="4788000"/>
          </a:xfrm>
        </p:spPr>
        <p:txBody>
          <a:bodyPr/>
          <a:lstStyle>
            <a:lvl1pPr marL="0" indent="0">
              <a:lnSpc>
                <a:spcPts val="2400"/>
              </a:lnSpc>
              <a:buNone/>
              <a:defRPr sz="2000"/>
            </a:lvl1pPr>
            <a:lvl2pPr>
              <a:lnSpc>
                <a:spcPts val="2400"/>
              </a:lnSpc>
              <a:defRPr sz="2000"/>
            </a:lvl2pPr>
            <a:lvl3pPr>
              <a:lnSpc>
                <a:spcPts val="2400"/>
              </a:lnSpc>
              <a:defRPr sz="2000"/>
            </a:lvl3pPr>
            <a:lvl4pPr>
              <a:lnSpc>
                <a:spcPts val="2400"/>
              </a:lnSpc>
              <a:defRPr sz="2000"/>
            </a:lvl4pPr>
            <a:lvl5pPr>
              <a:lnSpc>
                <a:spcPts val="2400"/>
              </a:lnSpc>
              <a:defRPr sz="2000"/>
            </a:lvl5pPr>
          </a:lstStyle>
          <a:p>
            <a:pPr lvl="0"/>
            <a:r>
              <a:rPr lang="da-DK" noProof="0" dirty="0"/>
              <a:t>Indsæt element</a:t>
            </a:r>
          </a:p>
        </p:txBody>
      </p:sp>
      <p:sp>
        <p:nvSpPr>
          <p:cNvPr id="2" name="Pladsholder til dato 1"/>
          <p:cNvSpPr>
            <a:spLocks noGrp="1"/>
          </p:cNvSpPr>
          <p:nvPr>
            <p:ph type="dt" sz="half" idx="22"/>
          </p:nvPr>
        </p:nvSpPr>
        <p:spPr/>
        <p:txBody>
          <a:bodyPr/>
          <a:lstStyle/>
          <a:p>
            <a:endParaRPr lang="da-DK" noProof="0" dirty="0"/>
          </a:p>
        </p:txBody>
      </p:sp>
    </p:spTree>
    <p:extLst>
      <p:ext uri="{BB962C8B-B14F-4D97-AF65-F5344CB8AC3E}">
        <p14:creationId xmlns:p14="http://schemas.microsoft.com/office/powerpoint/2010/main" val="34184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lede med billedteks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16" name="Pladsholder til tekst 9"/>
          <p:cNvSpPr>
            <a:spLocks noGrp="1"/>
          </p:cNvSpPr>
          <p:nvPr>
            <p:ph type="body" sz="quarter" idx="19" hasCustomPrompt="1"/>
          </p:nvPr>
        </p:nvSpPr>
        <p:spPr>
          <a:xfrm>
            <a:off x="468000" y="4631364"/>
            <a:ext cx="11232000" cy="567088"/>
          </a:xfrm>
        </p:spPr>
        <p:txBody>
          <a:bodyPr/>
          <a:lstStyle>
            <a:lvl1pPr marL="0" indent="0">
              <a:lnSpc>
                <a:spcPts val="2400"/>
              </a:lnSpc>
              <a:buNone/>
              <a:defRPr sz="2000" b="0">
                <a:solidFill>
                  <a:schemeClr val="bg2"/>
                </a:solidFill>
              </a:defRPr>
            </a:lvl1pPr>
          </a:lstStyle>
          <a:p>
            <a:pPr lvl="0"/>
            <a:r>
              <a:rPr lang="da-DK" noProof="0" dirty="0"/>
              <a:t>Billedtekst</a:t>
            </a:r>
          </a:p>
        </p:txBody>
      </p:sp>
      <p:sp>
        <p:nvSpPr>
          <p:cNvPr id="3" name="Pladsholder til billede 2"/>
          <p:cNvSpPr>
            <a:spLocks noGrp="1"/>
          </p:cNvSpPr>
          <p:nvPr>
            <p:ph type="pic" sz="quarter" idx="20" hasCustomPrompt="1"/>
          </p:nvPr>
        </p:nvSpPr>
        <p:spPr>
          <a:xfrm>
            <a:off x="0" y="0"/>
            <a:ext cx="12192000" cy="4392000"/>
          </a:xfrm>
        </p:spPr>
        <p:txBody>
          <a:bodyPr/>
          <a:lstStyle>
            <a:lvl1pPr marL="0" indent="0">
              <a:lnSpc>
                <a:spcPts val="2400"/>
              </a:lnSpc>
              <a:buFont typeface="Arial" panose="020B0604020202020204" pitchFamily="34" charset="0"/>
              <a:buNone/>
              <a:defRPr sz="2000"/>
            </a:lvl1pPr>
          </a:lstStyle>
          <a:p>
            <a:r>
              <a:rPr lang="da-DK" noProof="0" dirty="0"/>
              <a:t>Indsæt billede</a:t>
            </a:r>
          </a:p>
        </p:txBody>
      </p:sp>
      <p:sp>
        <p:nvSpPr>
          <p:cNvPr id="2" name="Pladsholder til dato 1"/>
          <p:cNvSpPr>
            <a:spLocks noGrp="1"/>
          </p:cNvSpPr>
          <p:nvPr>
            <p:ph type="dt" sz="half" idx="21"/>
          </p:nvPr>
        </p:nvSpPr>
        <p:spPr/>
        <p:txBody>
          <a:bodyPr/>
          <a:lstStyle/>
          <a:p>
            <a:endParaRPr lang="da-DK" noProof="0" dirty="0"/>
          </a:p>
        </p:txBody>
      </p:sp>
    </p:spTree>
    <p:extLst>
      <p:ext uri="{BB962C8B-B14F-4D97-AF65-F5344CB8AC3E}">
        <p14:creationId xmlns:p14="http://schemas.microsoft.com/office/powerpoint/2010/main" val="3751873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9" name="Titel 1"/>
          <p:cNvSpPr>
            <a:spLocks noGrp="1"/>
          </p:cNvSpPr>
          <p:nvPr>
            <p:ph type="title" hasCustomPrompt="1"/>
          </p:nvPr>
        </p:nvSpPr>
        <p:spPr>
          <a:xfrm>
            <a:off x="468000" y="756000"/>
            <a:ext cx="11232000" cy="1592880"/>
          </a:xfrm>
        </p:spPr>
        <p:txBody>
          <a:bodyPr/>
          <a:lstStyle>
            <a:lvl1pPr>
              <a:defRPr/>
            </a:lvl1pPr>
          </a:lstStyle>
          <a:p>
            <a:r>
              <a:rPr lang="da-DK" noProof="0" dirty="0"/>
              <a:t>Overskrift</a:t>
            </a:r>
          </a:p>
        </p:txBody>
      </p:sp>
      <p:sp>
        <p:nvSpPr>
          <p:cNvPr id="2" name="Pladsholder til dato 1"/>
          <p:cNvSpPr>
            <a:spLocks noGrp="1"/>
          </p:cNvSpPr>
          <p:nvPr>
            <p:ph type="dt" sz="half" idx="14"/>
          </p:nvPr>
        </p:nvSpPr>
        <p:spPr/>
        <p:txBody>
          <a:bodyPr/>
          <a:lstStyle/>
          <a:p>
            <a:endParaRPr lang="da-DK" noProof="0" dirty="0"/>
          </a:p>
        </p:txBody>
      </p:sp>
    </p:spTree>
    <p:extLst>
      <p:ext uri="{BB962C8B-B14F-4D97-AF65-F5344CB8AC3E}">
        <p14:creationId xmlns:p14="http://schemas.microsoft.com/office/powerpoint/2010/main" val="1436889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‹nr.›</a:t>
            </a:fld>
            <a:endParaRPr lang="da-DK" noProof="0" dirty="0"/>
          </a:p>
        </p:txBody>
      </p:sp>
      <p:sp>
        <p:nvSpPr>
          <p:cNvPr id="2" name="Pladsholder til dato 1"/>
          <p:cNvSpPr>
            <a:spLocks noGrp="1"/>
          </p:cNvSpPr>
          <p:nvPr>
            <p:ph type="dt" sz="half" idx="14"/>
          </p:nvPr>
        </p:nvSpPr>
        <p:spPr/>
        <p:txBody>
          <a:bodyPr/>
          <a:lstStyle/>
          <a:p>
            <a:endParaRPr lang="da-DK" noProof="0" dirty="0"/>
          </a:p>
        </p:txBody>
      </p:sp>
    </p:spTree>
    <p:extLst>
      <p:ext uri="{BB962C8B-B14F-4D97-AF65-F5344CB8AC3E}">
        <p14:creationId xmlns:p14="http://schemas.microsoft.com/office/powerpoint/2010/main" val="1601705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fsnitsoverskrift">
    <p:spTree>
      <p:nvGrpSpPr>
        <p:cNvPr id="1" name=""/>
        <p:cNvGrpSpPr/>
        <p:nvPr/>
      </p:nvGrpSpPr>
      <p:grpSpPr>
        <a:xfrm>
          <a:off x="0" y="0"/>
          <a:ext cx="0" cy="0"/>
          <a:chOff x="0" y="0"/>
          <a:chExt cx="0" cy="0"/>
        </a:xfrm>
      </p:grpSpPr>
      <p:sp>
        <p:nvSpPr>
          <p:cNvPr id="4" name="Rektangel 3"/>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a:p>
        </p:txBody>
      </p:sp>
      <p:sp>
        <p:nvSpPr>
          <p:cNvPr id="11" name="Pladsholder til tekst 9"/>
          <p:cNvSpPr>
            <a:spLocks noGrp="1"/>
          </p:cNvSpPr>
          <p:nvPr>
            <p:ph type="body" sz="quarter" idx="19" hasCustomPrompt="1"/>
          </p:nvPr>
        </p:nvSpPr>
        <p:spPr>
          <a:xfrm>
            <a:off x="468000" y="682641"/>
            <a:ext cx="7644224" cy="4680000"/>
          </a:xfrm>
        </p:spPr>
        <p:txBody>
          <a:bodyPr/>
          <a:lstStyle>
            <a:lvl1pPr marL="0" indent="0">
              <a:lnSpc>
                <a:spcPts val="3800"/>
              </a:lnSpc>
              <a:buNone/>
              <a:defRPr sz="3600" b="1">
                <a:solidFill>
                  <a:schemeClr val="accent4"/>
                </a:solidFill>
              </a:defRPr>
            </a:lvl1pPr>
          </a:lstStyle>
          <a:p>
            <a:pPr lvl="0"/>
            <a:r>
              <a:rPr lang="da-DK" noProof="0" dirty="0"/>
              <a:t>Afsnitsoverskrift</a:t>
            </a:r>
          </a:p>
        </p:txBody>
      </p:sp>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13628902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slide Brand blue">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866C69AC-C5A2-4D58-8943-5A9B00FBF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7" name="Billed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1043055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apitelslide Yellow">
    <p:spTree>
      <p:nvGrpSpPr>
        <p:cNvPr id="1" name=""/>
        <p:cNvGrpSpPr/>
        <p:nvPr/>
      </p:nvGrpSpPr>
      <p:grpSpPr>
        <a:xfrm>
          <a:off x="0" y="0"/>
          <a:ext cx="0" cy="0"/>
          <a:chOff x="0" y="0"/>
          <a:chExt cx="0" cy="0"/>
        </a:xfrm>
      </p:grpSpPr>
      <p:pic>
        <p:nvPicPr>
          <p:cNvPr id="4" name="Billed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8" name="Billed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3139759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apitelslide Blue">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8" name="Billed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7473019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apitelslide Red">
    <p:spTree>
      <p:nvGrpSpPr>
        <p:cNvPr id="1" name=""/>
        <p:cNvGrpSpPr/>
        <p:nvPr/>
      </p:nvGrpSpPr>
      <p:grpSpPr>
        <a:xfrm>
          <a:off x="0" y="0"/>
          <a:ext cx="0" cy="0"/>
          <a:chOff x="0" y="0"/>
          <a:chExt cx="0" cy="0"/>
        </a:xfrm>
      </p:grpSpPr>
      <p:pic>
        <p:nvPicPr>
          <p:cNvPr id="4" name="Billed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kapitelslide</a:t>
            </a:r>
          </a:p>
        </p:txBody>
      </p:sp>
      <p:pic>
        <p:nvPicPr>
          <p:cNvPr id="8" name="Billed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3034851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fslutningsslide">
    <p:spTree>
      <p:nvGrpSpPr>
        <p:cNvPr id="1" name=""/>
        <p:cNvGrpSpPr/>
        <p:nvPr/>
      </p:nvGrpSpPr>
      <p:grpSpPr>
        <a:xfrm>
          <a:off x="0" y="0"/>
          <a:ext cx="0" cy="0"/>
          <a:chOff x="0" y="0"/>
          <a:chExt cx="0" cy="0"/>
        </a:xfrm>
      </p:grpSpPr>
      <p:sp>
        <p:nvSpPr>
          <p:cNvPr id="7" name="Rektangel 6"/>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a:p>
        </p:txBody>
      </p:sp>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dirty="0"/>
              <a:t>Titel afslutningsslide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dirty="0"/>
              <a:t>Undertitel afslutningsslide</a:t>
            </a:r>
          </a:p>
        </p:txBody>
      </p:sp>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32900026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indhold 2"/>
          <p:cNvSpPr>
            <a:spLocks noGrp="1"/>
          </p:cNvSpPr>
          <p:nvPr>
            <p:ph idx="1"/>
          </p:nvPr>
        </p:nvSpPr>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5" name="Pladsholder til sidefod 4"/>
          <p:cNvSpPr>
            <a:spLocks noGrp="1"/>
          </p:cNvSpPr>
          <p:nvPr>
            <p:ph type="ftr" sz="quarter" idx="11"/>
          </p:nvPr>
        </p:nvSpPr>
        <p:spPr/>
        <p:txBody>
          <a:bodyPr/>
          <a:lstStyle/>
          <a:p>
            <a:endParaRPr lang="da-DK"/>
          </a:p>
        </p:txBody>
      </p:sp>
      <p:sp>
        <p:nvSpPr>
          <p:cNvPr id="6" name="Pladsholder til diasnummer 5"/>
          <p:cNvSpPr>
            <a:spLocks noGrp="1"/>
          </p:cNvSpPr>
          <p:nvPr>
            <p:ph type="sldNum" sz="quarter" idx="12"/>
          </p:nvPr>
        </p:nvSpPr>
        <p:spPr/>
        <p:txBody>
          <a:bodyPr/>
          <a:lstStyle/>
          <a:p>
            <a:fld id="{F7AB382F-E9E6-CE49-B414-1E064FB7F064}" type="slidenum">
              <a:rPr lang="da-DK" smtClean="0"/>
              <a:t>‹nr.›</a:t>
            </a:fld>
            <a:endParaRPr lang="da-DK"/>
          </a:p>
        </p:txBody>
      </p:sp>
    </p:spTree>
    <p:extLst>
      <p:ext uri="{BB962C8B-B14F-4D97-AF65-F5344CB8AC3E}">
        <p14:creationId xmlns:p14="http://schemas.microsoft.com/office/powerpoint/2010/main" val="9877031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1_To indholdsobjekt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indhold 2"/>
          <p:cNvSpPr>
            <a:spLocks noGrp="1"/>
          </p:cNvSpPr>
          <p:nvPr>
            <p:ph sz="half" idx="1"/>
          </p:nvPr>
        </p:nvSpPr>
        <p:spPr>
          <a:xfrm>
            <a:off x="909352" y="1600201"/>
            <a:ext cx="508504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4" name="Pladsholder til indhold 3"/>
          <p:cNvSpPr>
            <a:spLocks noGrp="1"/>
          </p:cNvSpPr>
          <p:nvPr>
            <p:ph sz="half" idx="2"/>
          </p:nvPr>
        </p:nvSpPr>
        <p:spPr>
          <a:xfrm>
            <a:off x="6197601" y="1600201"/>
            <a:ext cx="505386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6" name="Pladsholder til sidefod 5"/>
          <p:cNvSpPr>
            <a:spLocks noGrp="1"/>
          </p:cNvSpPr>
          <p:nvPr>
            <p:ph type="ftr" sz="quarter" idx="11"/>
          </p:nvPr>
        </p:nvSpPr>
        <p:spPr/>
        <p:txBody>
          <a:bodyPr/>
          <a:lstStyle/>
          <a:p>
            <a:endParaRPr lang="da-DK"/>
          </a:p>
        </p:txBody>
      </p:sp>
      <p:sp>
        <p:nvSpPr>
          <p:cNvPr id="7" name="Pladsholder til diasnummer 6"/>
          <p:cNvSpPr>
            <a:spLocks noGrp="1"/>
          </p:cNvSpPr>
          <p:nvPr>
            <p:ph type="sldNum" sz="quarter" idx="12"/>
          </p:nvPr>
        </p:nvSpPr>
        <p:spPr/>
        <p:txBody>
          <a:bodyPr/>
          <a:lstStyle/>
          <a:p>
            <a:fld id="{F7AB382F-E9E6-CE49-B414-1E064FB7F064}" type="slidenum">
              <a:rPr lang="da-DK" smtClean="0"/>
              <a:t>‹nr.›</a:t>
            </a:fld>
            <a:endParaRPr lang="da-DK"/>
          </a:p>
        </p:txBody>
      </p:sp>
    </p:spTree>
    <p:extLst>
      <p:ext uri="{BB962C8B-B14F-4D97-AF65-F5344CB8AC3E}">
        <p14:creationId xmlns:p14="http://schemas.microsoft.com/office/powerpoint/2010/main" val="1572591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468000" y="756000"/>
            <a:ext cx="11232000" cy="468000"/>
          </a:xfrm>
          <a:prstGeom prst="rect">
            <a:avLst/>
          </a:prstGeom>
        </p:spPr>
        <p:txBody>
          <a:bodyPr vert="horz" lIns="0" tIns="0" rIns="0" bIns="0" rtlCol="0" anchor="t" anchorCtr="0">
            <a:noAutofit/>
          </a:bodyPr>
          <a:lstStyle/>
          <a:p>
            <a:r>
              <a:rPr lang="da-DK" noProof="0" dirty="0"/>
              <a:t>Overskrift</a:t>
            </a:r>
          </a:p>
        </p:txBody>
      </p:sp>
      <p:sp>
        <p:nvSpPr>
          <p:cNvPr id="3" name="Pladsholder til tekst 2"/>
          <p:cNvSpPr>
            <a:spLocks noGrp="1"/>
          </p:cNvSpPr>
          <p:nvPr>
            <p:ph type="body" idx="1"/>
          </p:nvPr>
        </p:nvSpPr>
        <p:spPr>
          <a:xfrm>
            <a:off x="468000" y="1548000"/>
            <a:ext cx="11232000" cy="3960000"/>
          </a:xfrm>
          <a:prstGeom prst="rect">
            <a:avLst/>
          </a:prstGeom>
        </p:spPr>
        <p:txBody>
          <a:bodyPr vert="horz" lIns="0" tIns="0" rIns="0" bIns="0" rtlCol="0" anchor="t" anchorCtr="0">
            <a:noAutofit/>
          </a:bodyPr>
          <a:lstStyle/>
          <a:p>
            <a:pPr lvl="0"/>
            <a:r>
              <a:rPr lang="da-DK" noProof="0" dirty="0"/>
              <a:t>Tekst</a:t>
            </a:r>
          </a:p>
          <a:p>
            <a:pPr lvl="1"/>
            <a:r>
              <a:rPr lang="da-DK" noProof="0" dirty="0"/>
              <a:t>Tekst</a:t>
            </a:r>
          </a:p>
          <a:p>
            <a:pPr lvl="2"/>
            <a:r>
              <a:rPr lang="da-DK" noProof="0" dirty="0"/>
              <a:t>Tekst</a:t>
            </a:r>
          </a:p>
          <a:p>
            <a:pPr lvl="3"/>
            <a:r>
              <a:rPr lang="da-DK" noProof="0" dirty="0"/>
              <a:t>Tekst</a:t>
            </a:r>
          </a:p>
          <a:p>
            <a:pPr lvl="4"/>
            <a:r>
              <a:rPr lang="da-DK" noProof="0" dirty="0"/>
              <a:t>Tekst</a:t>
            </a:r>
          </a:p>
        </p:txBody>
      </p:sp>
      <p:sp>
        <p:nvSpPr>
          <p:cNvPr id="5" name="Pladsholder til dato 4"/>
          <p:cNvSpPr>
            <a:spLocks noGrp="1"/>
          </p:cNvSpPr>
          <p:nvPr>
            <p:ph type="dt" sz="half" idx="2"/>
          </p:nvPr>
        </p:nvSpPr>
        <p:spPr>
          <a:xfrm>
            <a:off x="9526087" y="6228000"/>
            <a:ext cx="1824000" cy="252000"/>
          </a:xfrm>
          <a:prstGeom prst="rect">
            <a:avLst/>
          </a:prstGeom>
        </p:spPr>
        <p:txBody>
          <a:bodyPr vert="horz" lIns="0" tIns="0" rIns="0" bIns="0" rtlCol="0" anchor="ctr"/>
          <a:lstStyle>
            <a:lvl1pPr algn="r">
              <a:defRPr sz="900">
                <a:solidFill>
                  <a:schemeClr val="bg2"/>
                </a:solidFill>
              </a:defRPr>
            </a:lvl1pPr>
          </a:lstStyle>
          <a:p>
            <a:endParaRPr lang="da-DK" noProof="0" dirty="0"/>
          </a:p>
        </p:txBody>
      </p:sp>
      <p:sp>
        <p:nvSpPr>
          <p:cNvPr id="7" name="Pladsholder til slidenummer 6"/>
          <p:cNvSpPr>
            <a:spLocks noGrp="1"/>
          </p:cNvSpPr>
          <p:nvPr>
            <p:ph type="sldNum" sz="quarter" idx="4"/>
          </p:nvPr>
        </p:nvSpPr>
        <p:spPr>
          <a:xfrm>
            <a:off x="11424592" y="6228000"/>
            <a:ext cx="275408" cy="252000"/>
          </a:xfrm>
          <a:prstGeom prst="rect">
            <a:avLst/>
          </a:prstGeom>
        </p:spPr>
        <p:txBody>
          <a:bodyPr vert="horz" lIns="0" tIns="0" rIns="0" bIns="0" rtlCol="0" anchor="ctr"/>
          <a:lstStyle>
            <a:lvl1pPr algn="r">
              <a:defRPr sz="900">
                <a:solidFill>
                  <a:schemeClr val="bg2"/>
                </a:solidFill>
              </a:defRPr>
            </a:lvl1pPr>
          </a:lstStyle>
          <a:p>
            <a:fld id="{20EB7ABC-56F9-4FEF-9CF0-E2D14234E329}" type="slidenum">
              <a:rPr lang="da-DK" noProof="0" smtClean="0"/>
              <a:pPr/>
              <a:t>‹nr.›</a:t>
            </a:fld>
            <a:endParaRPr lang="da-DK" noProof="0" dirty="0"/>
          </a:p>
        </p:txBody>
      </p:sp>
      <p:cxnSp>
        <p:nvCxnSpPr>
          <p:cNvPr id="11" name="Lige forbindelse 10"/>
          <p:cNvCxnSpPr/>
          <p:nvPr userDrawn="1"/>
        </p:nvCxnSpPr>
        <p:spPr>
          <a:xfrm>
            <a:off x="11470634" y="6301633"/>
            <a:ext cx="0" cy="90000"/>
          </a:xfrm>
          <a:prstGeom prst="line">
            <a:avLst/>
          </a:prstGeom>
          <a:ln w="9525"/>
        </p:spPr>
        <p:style>
          <a:lnRef idx="1">
            <a:schemeClr val="accent1"/>
          </a:lnRef>
          <a:fillRef idx="0">
            <a:schemeClr val="accent1"/>
          </a:fillRef>
          <a:effectRef idx="0">
            <a:schemeClr val="accent1"/>
          </a:effectRef>
          <a:fontRef idx="minor">
            <a:schemeClr val="tx1"/>
          </a:fontRef>
        </p:style>
      </p:cxnSp>
      <p:pic>
        <p:nvPicPr>
          <p:cNvPr id="8" name="Billede 7"/>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468000" y="6012000"/>
            <a:ext cx="2340000" cy="360000"/>
          </a:xfrm>
          <a:prstGeom prst="rect">
            <a:avLst/>
          </a:prstGeom>
        </p:spPr>
      </p:pic>
    </p:spTree>
    <p:extLst>
      <p:ext uri="{BB962C8B-B14F-4D97-AF65-F5344CB8AC3E}">
        <p14:creationId xmlns:p14="http://schemas.microsoft.com/office/powerpoint/2010/main" val="2536115730"/>
      </p:ext>
    </p:extLst>
  </p:cSld>
  <p:clrMap bg1="lt1" tx1="dk1" bg2="lt2" tx2="dk2" accent1="accent1" accent2="accent2" accent3="accent3" accent4="accent4" accent5="accent5" accent6="accent6" hlink="hlink" folHlink="folHlink"/>
  <p:sldLayoutIdLst>
    <p:sldLayoutId id="2147483714" r:id="rId1"/>
    <p:sldLayoutId id="2147483697" r:id="rId2"/>
    <p:sldLayoutId id="2147483717" r:id="rId3"/>
    <p:sldLayoutId id="2147483716" r:id="rId4"/>
    <p:sldLayoutId id="2147483699" r:id="rId5"/>
    <p:sldLayoutId id="2147483701" r:id="rId6"/>
    <p:sldLayoutId id="2147483703" r:id="rId7"/>
    <p:sldLayoutId id="2147483700"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8" r:id="rId19"/>
    <p:sldLayoutId id="2147483719" r:id="rId20"/>
  </p:sldLayoutIdLst>
  <p:hf hdr="0" ftr="0" dt="0"/>
  <p:txStyles>
    <p:titleStyle>
      <a:lvl1pPr algn="l" defTabSz="914378" rtl="0" eaLnBrk="1" latinLnBrk="0" hangingPunct="1">
        <a:lnSpc>
          <a:spcPts val="3800"/>
        </a:lnSpc>
        <a:spcBef>
          <a:spcPct val="0"/>
        </a:spcBef>
        <a:buNone/>
        <a:defRPr sz="3600" b="1" kern="1200" cap="none" spc="23" baseline="0">
          <a:solidFill>
            <a:schemeClr val="bg2"/>
          </a:solidFill>
          <a:latin typeface="+mj-lt"/>
          <a:ea typeface="+mj-ea"/>
          <a:cs typeface="+mj-cs"/>
        </a:defRPr>
      </a:lvl1pPr>
    </p:titleStyle>
    <p:bodyStyle>
      <a:lvl1pPr marL="288000" indent="-288000" algn="l" defTabSz="914378" rtl="0" eaLnBrk="1" latinLnBrk="0" hangingPunct="1">
        <a:lnSpc>
          <a:spcPts val="3000"/>
        </a:lnSpc>
        <a:spcBef>
          <a:spcPts val="0"/>
        </a:spcBef>
        <a:buClrTx/>
        <a:buSzPct val="100000"/>
        <a:buFont typeface="Arial" panose="020B0604020202020204" pitchFamily="34" charset="0"/>
        <a:buChar char="•"/>
        <a:tabLst>
          <a:tab pos="358775" algn="l"/>
        </a:tabLst>
        <a:defRPr sz="2400" kern="1200">
          <a:solidFill>
            <a:srgbClr val="004250"/>
          </a:solidFill>
          <a:latin typeface="+mn-lt"/>
          <a:ea typeface="+mn-ea"/>
          <a:cs typeface="+mn-cs"/>
        </a:defRPr>
      </a:lvl1pPr>
      <a:lvl2pPr marL="566738" indent="-261938" algn="l" defTabSz="914378" rtl="0" eaLnBrk="1" latinLnBrk="0" hangingPunct="1">
        <a:lnSpc>
          <a:spcPct val="100000"/>
        </a:lnSpc>
        <a:spcBef>
          <a:spcPts val="0"/>
        </a:spcBef>
        <a:buClr>
          <a:srgbClr val="40717C"/>
        </a:buClr>
        <a:buSzPct val="100000"/>
        <a:buFont typeface="Arial" panose="020B0604020202020204" pitchFamily="34" charset="0"/>
        <a:buChar char="•"/>
        <a:defRPr sz="2000" kern="1200">
          <a:solidFill>
            <a:srgbClr val="40717C"/>
          </a:solidFill>
          <a:latin typeface="+mn-lt"/>
          <a:ea typeface="+mn-ea"/>
          <a:cs typeface="+mn-cs"/>
        </a:defRPr>
      </a:lvl2pPr>
      <a:lvl3pPr marL="827088" indent="-260350" algn="l" defTabSz="914378" rtl="0" eaLnBrk="1" latinLnBrk="0" hangingPunct="1">
        <a:lnSpc>
          <a:spcPct val="100000"/>
        </a:lnSpc>
        <a:spcBef>
          <a:spcPts val="0"/>
        </a:spcBef>
        <a:buClrTx/>
        <a:buSzPct val="100000"/>
        <a:buFont typeface="Arial" panose="020B0604020202020204" pitchFamily="34" charset="0"/>
        <a:buChar char="•"/>
        <a:defRPr sz="1800" kern="1200">
          <a:solidFill>
            <a:srgbClr val="7FA0A7"/>
          </a:solidFill>
          <a:latin typeface="+mn-lt"/>
          <a:ea typeface="+mn-ea"/>
          <a:cs typeface="+mn-cs"/>
        </a:defRPr>
      </a:lvl3pPr>
      <a:lvl4pPr marL="1055688" indent="-228600" algn="l" defTabSz="914378" rtl="0" eaLnBrk="1" latinLnBrk="0" hangingPunct="1">
        <a:lnSpc>
          <a:spcPct val="100000"/>
        </a:lnSpc>
        <a:spcBef>
          <a:spcPts val="0"/>
        </a:spcBef>
        <a:buClrTx/>
        <a:buSzPct val="100000"/>
        <a:buFont typeface="Arial" panose="020B0604020202020204" pitchFamily="34" charset="0"/>
        <a:buChar char="•"/>
        <a:defRPr sz="1600" kern="1200">
          <a:solidFill>
            <a:srgbClr val="7FA0A7"/>
          </a:solidFill>
          <a:latin typeface="+mn-lt"/>
          <a:ea typeface="+mn-ea"/>
          <a:cs typeface="+mn-cs"/>
        </a:defRPr>
      </a:lvl4pPr>
      <a:lvl5pPr marL="1262063" indent="-195263" algn="l" defTabSz="914378" rtl="0" eaLnBrk="1" latinLnBrk="0" hangingPunct="1">
        <a:lnSpc>
          <a:spcPct val="100000"/>
        </a:lnSpc>
        <a:spcBef>
          <a:spcPts val="0"/>
        </a:spcBef>
        <a:buClrTx/>
        <a:buSzPct val="100000"/>
        <a:buFont typeface="Arial" panose="020B0604020202020204" pitchFamily="34" charset="0"/>
        <a:buChar char="•"/>
        <a:defRPr sz="1400" kern="1200">
          <a:solidFill>
            <a:srgbClr val="7FA0A7"/>
          </a:solidFill>
          <a:latin typeface="+mn-lt"/>
          <a:ea typeface="+mn-ea"/>
          <a:cs typeface="+mn-cs"/>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a-DK"/>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19.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7.emf"/><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hyperlink" Target="https://experttesters.com/2013/08/16/equivalence-class-testing/" TargetMode="Externa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hyperlink" Target="https://junit.org/junit5/docs/current/api/org.junit.jupiter.api/org/junit/jupiter/api/Assertions.html" TargetMode="External"/><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7.emf"/><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5.xml"/><Relationship Id="rId5" Type="http://schemas.openxmlformats.org/officeDocument/2006/relationships/image" Target="../media/image17.emf"/><Relationship Id="rId4" Type="http://schemas.openxmlformats.org/officeDocument/2006/relationships/image" Target="../media/image16.emf"/></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5.xml"/><Relationship Id="rId6" Type="http://schemas.openxmlformats.org/officeDocument/2006/relationships/hyperlink" Target="https://www.guru99.com/integration-testing.html" TargetMode="External"/><Relationship Id="rId5" Type="http://schemas.openxmlformats.org/officeDocument/2006/relationships/image" Target="../media/image17.emf"/><Relationship Id="rId4" Type="http://schemas.openxmlformats.org/officeDocument/2006/relationships/image" Target="../media/image16.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3.png"/><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33.png"/><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Modul 3</a:t>
            </a:r>
          </a:p>
        </p:txBody>
      </p:sp>
      <p:sp>
        <p:nvSpPr>
          <p:cNvPr id="3" name="Pladsholder til tekst 2"/>
          <p:cNvSpPr>
            <a:spLocks noGrp="1"/>
          </p:cNvSpPr>
          <p:nvPr>
            <p:ph type="body" sz="quarter" idx="17"/>
          </p:nvPr>
        </p:nvSpPr>
        <p:spPr/>
        <p:txBody>
          <a:bodyPr/>
          <a:lstStyle/>
          <a:p>
            <a:r>
              <a:rPr lang="da-DK" dirty="0"/>
              <a:t>Unit og integrationstest</a:t>
            </a:r>
          </a:p>
        </p:txBody>
      </p:sp>
      <p:sp>
        <p:nvSpPr>
          <p:cNvPr id="8" name="Pladsholder til tekst 7"/>
          <p:cNvSpPr>
            <a:spLocks noGrp="1"/>
          </p:cNvSpPr>
          <p:nvPr>
            <p:ph type="body" sz="quarter" idx="18"/>
          </p:nvPr>
        </p:nvSpPr>
        <p:spPr/>
        <p:txBody>
          <a:bodyPr/>
          <a:lstStyle/>
          <a:p>
            <a:r>
              <a:rPr lang="da-DK" dirty="0"/>
              <a:t>Datamatiker</a:t>
            </a:r>
          </a:p>
        </p:txBody>
      </p:sp>
    </p:spTree>
    <p:extLst>
      <p:ext uri="{BB962C8B-B14F-4D97-AF65-F5344CB8AC3E}">
        <p14:creationId xmlns:p14="http://schemas.microsoft.com/office/powerpoint/2010/main" val="361239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384" y="308824"/>
            <a:ext cx="11232000" cy="468000"/>
          </a:xfrm>
        </p:spPr>
        <p:txBody>
          <a:bodyPr/>
          <a:lstStyle/>
          <a:p>
            <a:r>
              <a:rPr lang="en-US" dirty="0"/>
              <a:t>Test as Discipline in UP</a:t>
            </a:r>
            <a:endParaRPr lang="da-DK" dirty="0"/>
          </a:p>
        </p:txBody>
      </p:sp>
      <p:sp>
        <p:nvSpPr>
          <p:cNvPr id="3" name="Content Placeholder 2"/>
          <p:cNvSpPr>
            <a:spLocks noGrp="1"/>
          </p:cNvSpPr>
          <p:nvPr>
            <p:ph idx="1"/>
          </p:nvPr>
        </p:nvSpPr>
        <p:spPr>
          <a:xfrm>
            <a:off x="695400" y="1147351"/>
            <a:ext cx="9184465" cy="1417553"/>
          </a:xfrm>
        </p:spPr>
        <p:txBody>
          <a:bodyPr>
            <a:normAutofit/>
          </a:bodyPr>
          <a:lstStyle/>
          <a:p>
            <a:r>
              <a:rPr lang="da-DK" sz="2800" dirty="0"/>
              <a:t>Testing during all the </a:t>
            </a:r>
            <a:r>
              <a:rPr lang="da-DK" sz="2800" dirty="0" err="1"/>
              <a:t>development</a:t>
            </a:r>
            <a:r>
              <a:rPr lang="da-DK" sz="2800" dirty="0"/>
              <a:t> </a:t>
            </a:r>
            <a:r>
              <a:rPr lang="da-DK" sz="2800" dirty="0" err="1"/>
              <a:t>processes</a:t>
            </a:r>
            <a:r>
              <a:rPr lang="da-DK" sz="2800" dirty="0"/>
              <a:t>/</a:t>
            </a:r>
            <a:r>
              <a:rPr lang="da-DK" sz="2800" dirty="0" err="1"/>
              <a:t>phases</a:t>
            </a:r>
            <a:endParaRPr lang="da-DK" sz="2800" dirty="0"/>
          </a:p>
          <a:p>
            <a:r>
              <a:rPr lang="da-DK" sz="2800" dirty="0"/>
              <a:t>Continuosly verify quality for each artifact, activity and deliverable.</a:t>
            </a:r>
          </a:p>
        </p:txBody>
      </p:sp>
      <p:pic>
        <p:nvPicPr>
          <p:cNvPr id="5" name="Picture 2" descr="http://upload.wikimedia.org/wikipedia/commons/0/05/Development-iterative.gif"/>
          <p:cNvPicPr>
            <a:picLocks noChangeAspect="1" noChangeArrowheads="1"/>
          </p:cNvPicPr>
          <p:nvPr/>
        </p:nvPicPr>
        <p:blipFill>
          <a:blip r:embed="rId3" cstate="print"/>
          <a:srcRect/>
          <a:stretch>
            <a:fillRect/>
          </a:stretch>
        </p:blipFill>
        <p:spPr bwMode="auto">
          <a:xfrm>
            <a:off x="3287688" y="2420888"/>
            <a:ext cx="7584362" cy="4178117"/>
          </a:xfrm>
          <a:prstGeom prst="rect">
            <a:avLst/>
          </a:prstGeom>
          <a:noFill/>
        </p:spPr>
      </p:pic>
      <p:sp>
        <p:nvSpPr>
          <p:cNvPr id="6" name="Rectangle: Rounded Corners 5"/>
          <p:cNvSpPr/>
          <p:nvPr/>
        </p:nvSpPr>
        <p:spPr>
          <a:xfrm>
            <a:off x="3556312" y="5301207"/>
            <a:ext cx="7584362" cy="365859"/>
          </a:xfrm>
          <a:prstGeom prst="roundRect">
            <a:avLst/>
          </a:prstGeom>
          <a:noFill/>
          <a:ln w="38100">
            <a:solidFill>
              <a:schemeClr val="accent1">
                <a:lumMod val="90000"/>
                <a:lumOff val="10000"/>
              </a:schemeClr>
            </a:solidFill>
            <a:prstDash val="dash"/>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da-DK"/>
          </a:p>
        </p:txBody>
      </p:sp>
      <p:sp>
        <p:nvSpPr>
          <p:cNvPr id="7" name="Tekstfelt 6">
            <a:extLst>
              <a:ext uri="{FF2B5EF4-FFF2-40B4-BE49-F238E27FC236}">
                <a16:creationId xmlns:a16="http://schemas.microsoft.com/office/drawing/2014/main" id="{5553A938-1EA1-4F82-BE12-108BB77ADCA9}"/>
              </a:ext>
            </a:extLst>
          </p:cNvPr>
          <p:cNvSpPr txBox="1"/>
          <p:nvPr/>
        </p:nvSpPr>
        <p:spPr>
          <a:xfrm>
            <a:off x="1" y="4094447"/>
            <a:ext cx="3287688" cy="1815882"/>
          </a:xfrm>
          <a:prstGeom prst="rect">
            <a:avLst/>
          </a:prstGeom>
          <a:noFill/>
        </p:spPr>
        <p:txBody>
          <a:bodyPr wrap="square" rtlCol="0">
            <a:spAutoFit/>
          </a:bodyPr>
          <a:lstStyle/>
          <a:p>
            <a:r>
              <a:rPr lang="da-DK" sz="2800" dirty="0" err="1"/>
              <a:t>Inception</a:t>
            </a:r>
            <a:r>
              <a:rPr lang="da-DK" sz="2800" dirty="0"/>
              <a:t>: Start </a:t>
            </a:r>
            <a:r>
              <a:rPr lang="da-DK" sz="2800" dirty="0" err="1"/>
              <a:t>thinking</a:t>
            </a:r>
            <a:r>
              <a:rPr lang="da-DK" sz="2800" dirty="0"/>
              <a:t> </a:t>
            </a:r>
          </a:p>
          <a:p>
            <a:r>
              <a:rPr lang="da-DK" sz="2800" dirty="0" err="1"/>
              <a:t>about</a:t>
            </a:r>
            <a:r>
              <a:rPr lang="da-DK" sz="2800" dirty="0"/>
              <a:t> </a:t>
            </a:r>
            <a:r>
              <a:rPr lang="da-DK" sz="2800" dirty="0" err="1"/>
              <a:t>how</a:t>
            </a:r>
            <a:r>
              <a:rPr lang="da-DK" sz="2800" dirty="0"/>
              <a:t>/</a:t>
            </a:r>
            <a:r>
              <a:rPr lang="da-DK" sz="2800" dirty="0" err="1"/>
              <a:t>when</a:t>
            </a:r>
            <a:r>
              <a:rPr lang="da-DK" sz="2800" dirty="0"/>
              <a:t> to test</a:t>
            </a:r>
          </a:p>
        </p:txBody>
      </p:sp>
      <p:sp>
        <p:nvSpPr>
          <p:cNvPr id="8" name="Slide Number Placeholder 7">
            <a:extLst>
              <a:ext uri="{FF2B5EF4-FFF2-40B4-BE49-F238E27FC236}">
                <a16:creationId xmlns:a16="http://schemas.microsoft.com/office/drawing/2014/main" id="{B284E7FF-CF7A-4500-94B3-AE91953E103A}"/>
              </a:ext>
            </a:extLst>
          </p:cNvPr>
          <p:cNvSpPr>
            <a:spLocks noGrp="1"/>
          </p:cNvSpPr>
          <p:nvPr>
            <p:ph type="sldNum" sz="quarter" idx="12"/>
          </p:nvPr>
        </p:nvSpPr>
        <p:spPr/>
        <p:txBody>
          <a:bodyPr/>
          <a:lstStyle/>
          <a:p>
            <a:fld id="{F7AB382F-E9E6-CE49-B414-1E064FB7F064}" type="slidenum">
              <a:rPr lang="da-DK" smtClean="0"/>
              <a:t>2</a:t>
            </a:fld>
            <a:endParaRPr lang="da-DK"/>
          </a:p>
        </p:txBody>
      </p:sp>
    </p:spTree>
    <p:extLst>
      <p:ext uri="{BB962C8B-B14F-4D97-AF65-F5344CB8AC3E}">
        <p14:creationId xmlns:p14="http://schemas.microsoft.com/office/powerpoint/2010/main" val="154720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978AD-AB08-4EAB-AEC8-6CD60E22C262}"/>
              </a:ext>
            </a:extLst>
          </p:cNvPr>
          <p:cNvSpPr>
            <a:spLocks noGrp="1"/>
          </p:cNvSpPr>
          <p:nvPr>
            <p:ph type="title"/>
          </p:nvPr>
        </p:nvSpPr>
        <p:spPr/>
        <p:txBody>
          <a:bodyPr>
            <a:normAutofit fontScale="90000"/>
          </a:bodyPr>
          <a:lstStyle/>
          <a:p>
            <a:r>
              <a:rPr lang="en-US" dirty="0"/>
              <a:t>Syntax, Semantic, and Logic Errors</a:t>
            </a:r>
            <a:endParaRPr lang="da-DK" dirty="0"/>
          </a:p>
        </p:txBody>
      </p:sp>
      <p:sp>
        <p:nvSpPr>
          <p:cNvPr id="3" name="Content Placeholder 2">
            <a:extLst>
              <a:ext uri="{FF2B5EF4-FFF2-40B4-BE49-F238E27FC236}">
                <a16:creationId xmlns:a16="http://schemas.microsoft.com/office/drawing/2014/main" id="{E1C71401-E361-416C-A41E-6D6C9603876D}"/>
              </a:ext>
            </a:extLst>
          </p:cNvPr>
          <p:cNvSpPr>
            <a:spLocks noGrp="1"/>
          </p:cNvSpPr>
          <p:nvPr>
            <p:ph type="body" sz="quarter" idx="13"/>
          </p:nvPr>
        </p:nvSpPr>
        <p:spPr/>
        <p:txBody>
          <a:bodyPr>
            <a:normAutofit/>
          </a:bodyPr>
          <a:lstStyle/>
          <a:p>
            <a:pPr marL="0" indent="0">
              <a:buNone/>
            </a:pPr>
            <a:r>
              <a:rPr lang="en-US" dirty="0"/>
              <a:t>A program in Java, or C# or any other language, may contain several kinds of errors:</a:t>
            </a:r>
          </a:p>
          <a:p>
            <a:r>
              <a:rPr lang="en-US" b="1" dirty="0"/>
              <a:t>Syntax errors</a:t>
            </a:r>
            <a:r>
              <a:rPr lang="en-US" dirty="0"/>
              <a:t>: the program may be syntactically ill-formed (missing semi-colons, brackets etc..</a:t>
            </a:r>
            <a:endParaRPr lang="da-DK" dirty="0"/>
          </a:p>
          <a:p>
            <a:r>
              <a:rPr lang="en-US" b="1" dirty="0"/>
              <a:t>Semantic errors</a:t>
            </a:r>
            <a:r>
              <a:rPr lang="en-US" dirty="0"/>
              <a:t>: attempt to access non-existing local variables or apply operators to the wrong type of arguments (as in true * 2, which attempts to multiply a logical value </a:t>
            </a:r>
            <a:r>
              <a:rPr lang="da-DK" dirty="0"/>
              <a:t>by a </a:t>
            </a:r>
            <a:r>
              <a:rPr lang="da-DK" dirty="0" err="1"/>
              <a:t>number</a:t>
            </a:r>
            <a:r>
              <a:rPr lang="da-DK" dirty="0"/>
              <a:t>)</a:t>
            </a:r>
          </a:p>
          <a:p>
            <a:r>
              <a:rPr lang="en-US" b="1" dirty="0"/>
              <a:t>Logical errors</a:t>
            </a:r>
            <a:r>
              <a:rPr lang="en-US" dirty="0"/>
              <a:t>: the program may be syntactically well-formed and type-correct but compute the wrong answer anyway.</a:t>
            </a:r>
          </a:p>
        </p:txBody>
      </p:sp>
      <p:sp>
        <p:nvSpPr>
          <p:cNvPr id="5" name="Pladsholder til slidenummer 4">
            <a:extLst>
              <a:ext uri="{FF2B5EF4-FFF2-40B4-BE49-F238E27FC236}">
                <a16:creationId xmlns:a16="http://schemas.microsoft.com/office/drawing/2014/main" id="{A23206B4-873C-4FBC-8A2C-1E2783377DD9}"/>
              </a:ext>
            </a:extLst>
          </p:cNvPr>
          <p:cNvSpPr>
            <a:spLocks noGrp="1"/>
          </p:cNvSpPr>
          <p:nvPr>
            <p:ph type="sldNum" sz="quarter" idx="12"/>
          </p:nvPr>
        </p:nvSpPr>
        <p:spPr/>
        <p:txBody>
          <a:bodyPr/>
          <a:lstStyle/>
          <a:p>
            <a:fld id="{20EB7ABC-56F9-4FEF-9CF0-E2D14234E329}" type="slidenum">
              <a:rPr lang="da-DK" noProof="0" smtClean="0"/>
              <a:pPr/>
              <a:t>3</a:t>
            </a:fld>
            <a:endParaRPr lang="da-DK" noProof="0" dirty="0"/>
          </a:p>
        </p:txBody>
      </p:sp>
    </p:spTree>
    <p:extLst>
      <p:ext uri="{BB962C8B-B14F-4D97-AF65-F5344CB8AC3E}">
        <p14:creationId xmlns:p14="http://schemas.microsoft.com/office/powerpoint/2010/main" val="619406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Level of </a:t>
            </a:r>
            <a:r>
              <a:rPr lang="da-DK" dirty="0" err="1"/>
              <a:t>Testing</a:t>
            </a:r>
            <a:endParaRPr lang="da-DK" dirty="0"/>
          </a:p>
        </p:txBody>
      </p:sp>
      <p:sp>
        <p:nvSpPr>
          <p:cNvPr id="3" name="Content Placeholder 2"/>
          <p:cNvSpPr>
            <a:spLocks noGrp="1"/>
          </p:cNvSpPr>
          <p:nvPr>
            <p:ph type="body" sz="quarter" idx="13"/>
          </p:nvPr>
        </p:nvSpPr>
        <p:spPr/>
        <p:txBody>
          <a:bodyPr>
            <a:normAutofit lnSpcReduction="10000"/>
          </a:bodyPr>
          <a:lstStyle/>
          <a:p>
            <a:r>
              <a:rPr lang="da-DK" dirty="0"/>
              <a:t>An OO program should be tested at different levels to uncover all errors:</a:t>
            </a:r>
          </a:p>
          <a:p>
            <a:pPr lvl="1"/>
            <a:r>
              <a:rPr lang="da-DK" b="1" dirty="0"/>
              <a:t>Class – Unit </a:t>
            </a:r>
            <a:r>
              <a:rPr lang="da-DK" b="1" dirty="0" err="1"/>
              <a:t>Testing</a:t>
            </a:r>
            <a:endParaRPr lang="da-DK" b="1" dirty="0"/>
          </a:p>
          <a:p>
            <a:pPr lvl="2"/>
            <a:r>
              <a:rPr lang="da-DK" dirty="0"/>
              <a:t>Single method as part of a class not in isolation</a:t>
            </a:r>
          </a:p>
          <a:p>
            <a:pPr lvl="2"/>
            <a:r>
              <a:rPr lang="da-DK" dirty="0"/>
              <a:t>Interaction methods within a class</a:t>
            </a:r>
          </a:p>
          <a:p>
            <a:pPr lvl="2"/>
            <a:endParaRPr lang="da-DK" dirty="0"/>
          </a:p>
          <a:p>
            <a:pPr lvl="1"/>
            <a:r>
              <a:rPr lang="da-DK" b="1" dirty="0"/>
              <a:t>Set of classes - Integration </a:t>
            </a:r>
            <a:r>
              <a:rPr lang="da-DK" b="1" dirty="0" err="1"/>
              <a:t>Testing</a:t>
            </a:r>
            <a:endParaRPr lang="da-DK" b="1" dirty="0"/>
          </a:p>
          <a:p>
            <a:pPr lvl="2"/>
            <a:r>
              <a:rPr lang="da-DK" dirty="0"/>
              <a:t>Collaborations between classes</a:t>
            </a:r>
          </a:p>
          <a:p>
            <a:pPr lvl="2"/>
            <a:r>
              <a:rPr lang="da-DK" dirty="0"/>
              <a:t>Interaction methods across classes</a:t>
            </a:r>
          </a:p>
          <a:p>
            <a:pPr marL="543600" lvl="2" indent="0">
              <a:buNone/>
            </a:pPr>
            <a:endParaRPr lang="da-DK" dirty="0"/>
          </a:p>
          <a:p>
            <a:pPr lvl="1"/>
            <a:r>
              <a:rPr lang="da-DK" b="1" dirty="0"/>
              <a:t>System – System </a:t>
            </a:r>
            <a:r>
              <a:rPr lang="da-DK" b="1" dirty="0" err="1"/>
              <a:t>Testing</a:t>
            </a:r>
            <a:endParaRPr lang="da-DK" b="1" dirty="0"/>
          </a:p>
          <a:p>
            <a:pPr lvl="2"/>
            <a:r>
              <a:rPr lang="da-DK" dirty="0"/>
              <a:t>Focus on user-visible actions and user-recognizable outputs from the system</a:t>
            </a:r>
          </a:p>
          <a:p>
            <a:pPr lvl="1"/>
            <a:endParaRPr lang="da-DK" dirty="0"/>
          </a:p>
          <a:p>
            <a:pPr lvl="1"/>
            <a:endParaRPr lang="da-DK" dirty="0"/>
          </a:p>
          <a:p>
            <a:pPr marL="0" indent="0">
              <a:buNone/>
            </a:pPr>
            <a:endParaRPr lang="da-DK" dirty="0"/>
          </a:p>
        </p:txBody>
      </p:sp>
      <p:sp>
        <p:nvSpPr>
          <p:cNvPr id="5" name="Pladsholder til slidenummer 4">
            <a:extLst>
              <a:ext uri="{FF2B5EF4-FFF2-40B4-BE49-F238E27FC236}">
                <a16:creationId xmlns:a16="http://schemas.microsoft.com/office/drawing/2014/main" id="{38F316EC-3C40-47C3-8650-3E4A0EF7B2B7}"/>
              </a:ext>
            </a:extLst>
          </p:cNvPr>
          <p:cNvSpPr>
            <a:spLocks noGrp="1"/>
          </p:cNvSpPr>
          <p:nvPr>
            <p:ph type="sldNum" sz="quarter" idx="12"/>
          </p:nvPr>
        </p:nvSpPr>
        <p:spPr/>
        <p:txBody>
          <a:bodyPr/>
          <a:lstStyle/>
          <a:p>
            <a:fld id="{20EB7ABC-56F9-4FEF-9CF0-E2D14234E329}" type="slidenum">
              <a:rPr lang="da-DK" noProof="0" smtClean="0"/>
              <a:pPr/>
              <a:t>4</a:t>
            </a:fld>
            <a:endParaRPr lang="da-DK" noProof="0" dirty="0"/>
          </a:p>
        </p:txBody>
      </p:sp>
    </p:spTree>
    <p:extLst>
      <p:ext uri="{BB962C8B-B14F-4D97-AF65-F5344CB8AC3E}">
        <p14:creationId xmlns:p14="http://schemas.microsoft.com/office/powerpoint/2010/main" val="1857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79377" y="274638"/>
            <a:ext cx="9731423" cy="939800"/>
          </a:xfrm>
        </p:spPr>
        <p:txBody>
          <a:bodyPr/>
          <a:lstStyle/>
          <a:p>
            <a:pPr eaLnBrk="1" hangingPunct="1"/>
            <a:r>
              <a:rPr lang="en-US" dirty="0"/>
              <a:t>Test Phases </a:t>
            </a:r>
          </a:p>
        </p:txBody>
      </p:sp>
      <p:sp>
        <p:nvSpPr>
          <p:cNvPr id="10243" name="Pladsholder til diasnummer 5"/>
          <p:cNvSpPr txBox="1">
            <a:spLocks noGrp="1"/>
          </p:cNvSpPr>
          <p:nvPr/>
        </p:nvSpPr>
        <p:spPr>
          <a:xfrm>
            <a:off x="8077200" y="6356351"/>
            <a:ext cx="2133600" cy="365125"/>
          </a:xfrm>
          <a:prstGeom prst="rect">
            <a:avLst/>
          </a:prstGeom>
          <a:noFill/>
        </p:spPr>
        <p:txBody>
          <a:bodyPr anchor="ctr"/>
          <a:lstStyle/>
          <a:p>
            <a:pPr algn="r">
              <a:defRPr/>
            </a:pPr>
            <a:fld id="{78F2E846-0B1B-4EBE-ACDB-C03BBCBFE15D}" type="slidenum">
              <a:rPr lang="da-DK" sz="1200">
                <a:solidFill>
                  <a:schemeClr val="tx1">
                    <a:tint val="75000"/>
                  </a:schemeClr>
                </a:solidFill>
              </a:rPr>
              <a:pPr algn="r">
                <a:defRPr/>
              </a:pPr>
              <a:t>5</a:t>
            </a:fld>
            <a:endParaRPr lang="da-DK" sz="1200">
              <a:solidFill>
                <a:schemeClr val="tx1">
                  <a:tint val="75000"/>
                </a:schemeClr>
              </a:solidFill>
            </a:endParaRPr>
          </a:p>
        </p:txBody>
      </p:sp>
      <p:grpSp>
        <p:nvGrpSpPr>
          <p:cNvPr id="2" name="Group 3"/>
          <p:cNvGrpSpPr>
            <a:grpSpLocks noChangeAspect="1"/>
          </p:cNvGrpSpPr>
          <p:nvPr/>
        </p:nvGrpSpPr>
        <p:grpSpPr bwMode="auto">
          <a:xfrm>
            <a:off x="1523978" y="1071563"/>
            <a:ext cx="9144022" cy="5187950"/>
            <a:chOff x="2545" y="1607"/>
            <a:chExt cx="6956" cy="3921"/>
          </a:xfrm>
        </p:grpSpPr>
        <p:sp>
          <p:nvSpPr>
            <p:cNvPr id="39947" name="Text Box 5"/>
            <p:cNvSpPr txBox="1">
              <a:spLocks noChangeArrowheads="1"/>
            </p:cNvSpPr>
            <p:nvPr/>
          </p:nvSpPr>
          <p:spPr bwMode="auto">
            <a:xfrm>
              <a:off x="2545" y="2147"/>
              <a:ext cx="840" cy="540"/>
            </a:xfrm>
            <a:prstGeom prst="rect">
              <a:avLst/>
            </a:prstGeom>
            <a:solidFill>
              <a:srgbClr val="CCFFFF"/>
            </a:solidFill>
            <a:ln w="9525">
              <a:solidFill>
                <a:srgbClr val="000000"/>
              </a:solidFill>
              <a:miter lim="800000"/>
              <a:headEnd/>
              <a:tailEnd/>
            </a:ln>
          </p:spPr>
          <p:txBody>
            <a:bodyPr/>
            <a:lstStyle/>
            <a:p>
              <a:pPr algn="ctr"/>
              <a:r>
                <a:rPr lang="da-DK" sz="1400" dirty="0" err="1"/>
                <a:t>Component</a:t>
              </a:r>
              <a:endParaRPr lang="da-DK" sz="1400" dirty="0"/>
            </a:p>
            <a:p>
              <a:pPr algn="ctr"/>
              <a:r>
                <a:rPr lang="da-DK" sz="1400" dirty="0"/>
                <a:t>test</a:t>
              </a:r>
            </a:p>
          </p:txBody>
        </p:sp>
        <p:sp>
          <p:nvSpPr>
            <p:cNvPr id="39949" name="Text Box 7"/>
            <p:cNvSpPr txBox="1">
              <a:spLocks noChangeArrowheads="1"/>
            </p:cNvSpPr>
            <p:nvPr/>
          </p:nvSpPr>
          <p:spPr bwMode="auto">
            <a:xfrm>
              <a:off x="2574" y="4178"/>
              <a:ext cx="895" cy="540"/>
            </a:xfrm>
            <a:prstGeom prst="rect">
              <a:avLst/>
            </a:prstGeom>
            <a:solidFill>
              <a:srgbClr val="CCFFFF"/>
            </a:solidFill>
            <a:ln w="9525">
              <a:solidFill>
                <a:srgbClr val="000000"/>
              </a:solidFill>
              <a:miter lim="800000"/>
              <a:headEnd/>
              <a:tailEnd/>
            </a:ln>
          </p:spPr>
          <p:txBody>
            <a:bodyPr/>
            <a:lstStyle/>
            <a:p>
              <a:pPr algn="ctr"/>
              <a:r>
                <a:rPr lang="da-DK" sz="1400" dirty="0" err="1"/>
                <a:t>Component</a:t>
              </a:r>
              <a:endParaRPr lang="da-DK" sz="1400" dirty="0"/>
            </a:p>
            <a:p>
              <a:pPr algn="ctr"/>
              <a:r>
                <a:rPr lang="da-DK" sz="1400" dirty="0"/>
                <a:t>test</a:t>
              </a:r>
            </a:p>
          </p:txBody>
        </p:sp>
        <p:sp>
          <p:nvSpPr>
            <p:cNvPr id="39950" name="Text Box 8"/>
            <p:cNvSpPr txBox="1">
              <a:spLocks noChangeArrowheads="1"/>
            </p:cNvSpPr>
            <p:nvPr/>
          </p:nvSpPr>
          <p:spPr bwMode="auto">
            <a:xfrm>
              <a:off x="3211" y="1613"/>
              <a:ext cx="1223" cy="675"/>
            </a:xfrm>
            <a:prstGeom prst="rect">
              <a:avLst/>
            </a:prstGeom>
            <a:noFill/>
            <a:ln w="9525">
              <a:noFill/>
              <a:miter lim="800000"/>
              <a:headEnd/>
              <a:tailEnd/>
            </a:ln>
          </p:spPr>
          <p:txBody>
            <a:bodyPr/>
            <a:lstStyle/>
            <a:p>
              <a:pPr algn="ctr"/>
              <a:r>
                <a:rPr lang="en-US" sz="1400" i="1"/>
                <a:t>Design</a:t>
              </a:r>
            </a:p>
            <a:p>
              <a:pPr algn="ctr"/>
              <a:r>
                <a:rPr lang="en-US" sz="1400" i="1"/>
                <a:t>Specifications/</a:t>
              </a:r>
            </a:p>
            <a:p>
              <a:pPr algn="ctr"/>
              <a:r>
                <a:rPr lang="en-US" sz="1400" i="1"/>
                <a:t>Interactions</a:t>
              </a:r>
            </a:p>
            <a:p>
              <a:pPr algn="ctr"/>
              <a:r>
                <a:rPr lang="en-US" sz="1400" i="1"/>
                <a:t>diagrams</a:t>
              </a:r>
              <a:endParaRPr lang="en-US" sz="1400"/>
            </a:p>
          </p:txBody>
        </p:sp>
        <p:sp>
          <p:nvSpPr>
            <p:cNvPr id="39951" name="Text Box 9"/>
            <p:cNvSpPr txBox="1">
              <a:spLocks noChangeArrowheads="1"/>
            </p:cNvSpPr>
            <p:nvPr/>
          </p:nvSpPr>
          <p:spPr bwMode="auto">
            <a:xfrm>
              <a:off x="3253" y="3233"/>
              <a:ext cx="1086" cy="540"/>
            </a:xfrm>
            <a:prstGeom prst="rect">
              <a:avLst/>
            </a:prstGeom>
            <a:solidFill>
              <a:srgbClr val="CCFFFF"/>
            </a:solidFill>
            <a:ln w="9525">
              <a:solidFill>
                <a:srgbClr val="000000"/>
              </a:solidFill>
              <a:miter lim="800000"/>
              <a:headEnd/>
              <a:tailEnd/>
            </a:ln>
          </p:spPr>
          <p:txBody>
            <a:bodyPr/>
            <a:lstStyle/>
            <a:p>
              <a:pPr algn="ctr"/>
              <a:r>
                <a:rPr lang="da-DK" sz="1400"/>
                <a:t>Integration test</a:t>
              </a:r>
            </a:p>
          </p:txBody>
        </p:sp>
        <p:sp>
          <p:nvSpPr>
            <p:cNvPr id="39952" name="Text Box 10"/>
            <p:cNvSpPr txBox="1">
              <a:spLocks noChangeArrowheads="1"/>
            </p:cNvSpPr>
            <p:nvPr/>
          </p:nvSpPr>
          <p:spPr bwMode="auto">
            <a:xfrm>
              <a:off x="4882" y="3281"/>
              <a:ext cx="1467" cy="540"/>
            </a:xfrm>
            <a:prstGeom prst="rect">
              <a:avLst/>
            </a:prstGeom>
            <a:solidFill>
              <a:srgbClr val="CCFFFF"/>
            </a:solidFill>
            <a:ln w="9525">
              <a:solidFill>
                <a:srgbClr val="000000"/>
              </a:solidFill>
              <a:miter lim="800000"/>
              <a:headEnd/>
              <a:tailEnd/>
            </a:ln>
          </p:spPr>
          <p:txBody>
            <a:bodyPr/>
            <a:lstStyle/>
            <a:p>
              <a:pPr algn="ctr"/>
              <a:r>
                <a:rPr lang="da-DK" sz="1400"/>
                <a:t>System</a:t>
              </a:r>
            </a:p>
            <a:p>
              <a:pPr algn="ctr"/>
              <a:r>
                <a:rPr lang="da-DK" sz="1400"/>
                <a:t>test</a:t>
              </a:r>
            </a:p>
          </p:txBody>
        </p:sp>
        <p:sp>
          <p:nvSpPr>
            <p:cNvPr id="39953" name="Text Box 11"/>
            <p:cNvSpPr txBox="1">
              <a:spLocks noChangeArrowheads="1"/>
            </p:cNvSpPr>
            <p:nvPr/>
          </p:nvSpPr>
          <p:spPr bwMode="auto">
            <a:xfrm>
              <a:off x="5425" y="2579"/>
              <a:ext cx="1087" cy="540"/>
            </a:xfrm>
            <a:prstGeom prst="rect">
              <a:avLst/>
            </a:prstGeom>
            <a:solidFill>
              <a:srgbClr val="CCFFFF"/>
            </a:solidFill>
            <a:ln w="9525">
              <a:solidFill>
                <a:srgbClr val="000000"/>
              </a:solidFill>
              <a:miter lim="800000"/>
              <a:headEnd/>
              <a:tailEnd/>
            </a:ln>
          </p:spPr>
          <p:txBody>
            <a:bodyPr/>
            <a:lstStyle/>
            <a:p>
              <a:pPr algn="ctr"/>
              <a:r>
                <a:rPr lang="da-DK" sz="1400"/>
                <a:t>Performance</a:t>
              </a:r>
            </a:p>
            <a:p>
              <a:pPr algn="ctr"/>
              <a:r>
                <a:rPr lang="da-DK" sz="1400"/>
                <a:t>test</a:t>
              </a:r>
            </a:p>
          </p:txBody>
        </p:sp>
        <p:sp>
          <p:nvSpPr>
            <p:cNvPr id="39954" name="Text Box 12"/>
            <p:cNvSpPr txBox="1">
              <a:spLocks noChangeArrowheads="1"/>
            </p:cNvSpPr>
            <p:nvPr/>
          </p:nvSpPr>
          <p:spPr bwMode="auto">
            <a:xfrm>
              <a:off x="6675" y="3281"/>
              <a:ext cx="869" cy="540"/>
            </a:xfrm>
            <a:prstGeom prst="rect">
              <a:avLst/>
            </a:prstGeom>
            <a:solidFill>
              <a:srgbClr val="CCFFFF"/>
            </a:solidFill>
            <a:ln w="9525">
              <a:solidFill>
                <a:srgbClr val="000000"/>
              </a:solidFill>
              <a:miter lim="800000"/>
              <a:headEnd/>
              <a:tailEnd/>
            </a:ln>
          </p:spPr>
          <p:txBody>
            <a:bodyPr/>
            <a:lstStyle/>
            <a:p>
              <a:pPr algn="ctr"/>
              <a:r>
                <a:rPr lang="da-DK" sz="1400"/>
                <a:t>Accept  test</a:t>
              </a:r>
            </a:p>
          </p:txBody>
        </p:sp>
        <p:sp>
          <p:nvSpPr>
            <p:cNvPr id="39955" name="Text Box 13"/>
            <p:cNvSpPr txBox="1">
              <a:spLocks noChangeArrowheads="1"/>
            </p:cNvSpPr>
            <p:nvPr/>
          </p:nvSpPr>
          <p:spPr bwMode="auto">
            <a:xfrm>
              <a:off x="8088" y="3281"/>
              <a:ext cx="1005" cy="540"/>
            </a:xfrm>
            <a:prstGeom prst="rect">
              <a:avLst/>
            </a:prstGeom>
            <a:solidFill>
              <a:srgbClr val="CCFFFF"/>
            </a:solidFill>
            <a:ln w="9525">
              <a:solidFill>
                <a:srgbClr val="000000"/>
              </a:solidFill>
              <a:miter lim="800000"/>
              <a:headEnd/>
              <a:tailEnd/>
            </a:ln>
          </p:spPr>
          <p:txBody>
            <a:bodyPr/>
            <a:lstStyle/>
            <a:p>
              <a:pPr algn="ctr"/>
              <a:r>
                <a:rPr lang="da-DK" sz="1400"/>
                <a:t>Installation</a:t>
              </a:r>
            </a:p>
            <a:p>
              <a:pPr algn="ctr"/>
              <a:r>
                <a:rPr lang="da-DK" sz="1400"/>
                <a:t>test / Live test</a:t>
              </a:r>
            </a:p>
          </p:txBody>
        </p:sp>
        <p:sp>
          <p:nvSpPr>
            <p:cNvPr id="39957" name="Line 16"/>
            <p:cNvSpPr>
              <a:spLocks noChangeShapeType="1"/>
            </p:cNvSpPr>
            <p:nvPr/>
          </p:nvSpPr>
          <p:spPr bwMode="auto">
            <a:xfrm flipV="1">
              <a:off x="3117" y="3773"/>
              <a:ext cx="272" cy="405"/>
            </a:xfrm>
            <a:prstGeom prst="line">
              <a:avLst/>
            </a:prstGeom>
            <a:noFill/>
            <a:ln w="9525">
              <a:solidFill>
                <a:srgbClr val="000000"/>
              </a:solidFill>
              <a:round/>
              <a:headEnd/>
              <a:tailEnd type="triangle" w="med" len="med"/>
            </a:ln>
          </p:spPr>
          <p:txBody>
            <a:bodyPr/>
            <a:lstStyle/>
            <a:p>
              <a:endParaRPr lang="da-DK"/>
            </a:p>
          </p:txBody>
        </p:sp>
        <p:sp>
          <p:nvSpPr>
            <p:cNvPr id="39958" name="Line 17"/>
            <p:cNvSpPr>
              <a:spLocks noChangeShapeType="1"/>
            </p:cNvSpPr>
            <p:nvPr/>
          </p:nvSpPr>
          <p:spPr bwMode="auto">
            <a:xfrm>
              <a:off x="3306" y="2687"/>
              <a:ext cx="219" cy="546"/>
            </a:xfrm>
            <a:prstGeom prst="line">
              <a:avLst/>
            </a:prstGeom>
            <a:noFill/>
            <a:ln w="9525">
              <a:solidFill>
                <a:srgbClr val="000000"/>
              </a:solidFill>
              <a:round/>
              <a:headEnd/>
              <a:tailEnd type="triangle" w="med" len="med"/>
            </a:ln>
          </p:spPr>
          <p:txBody>
            <a:bodyPr/>
            <a:lstStyle/>
            <a:p>
              <a:endParaRPr lang="da-DK"/>
            </a:p>
          </p:txBody>
        </p:sp>
        <p:sp>
          <p:nvSpPr>
            <p:cNvPr id="39959" name="Text Box 18"/>
            <p:cNvSpPr txBox="1">
              <a:spLocks noChangeArrowheads="1"/>
            </p:cNvSpPr>
            <p:nvPr/>
          </p:nvSpPr>
          <p:spPr bwMode="auto">
            <a:xfrm>
              <a:off x="4408" y="1607"/>
              <a:ext cx="1222" cy="1080"/>
            </a:xfrm>
            <a:prstGeom prst="rect">
              <a:avLst/>
            </a:prstGeom>
            <a:noFill/>
            <a:ln w="9525">
              <a:noFill/>
              <a:miter lim="800000"/>
              <a:headEnd/>
              <a:tailEnd/>
            </a:ln>
          </p:spPr>
          <p:txBody>
            <a:bodyPr/>
            <a:lstStyle/>
            <a:p>
              <a:pPr algn="ctr"/>
              <a:r>
                <a:rPr lang="en-US" sz="1400" i="1"/>
                <a:t>Use- Cases /</a:t>
              </a:r>
            </a:p>
            <a:p>
              <a:pPr algn="ctr"/>
              <a:r>
                <a:rPr lang="en-US" sz="1400" i="1"/>
                <a:t>System-events</a:t>
              </a:r>
            </a:p>
          </p:txBody>
        </p:sp>
        <p:sp>
          <p:nvSpPr>
            <p:cNvPr id="39960" name="Text Box 19"/>
            <p:cNvSpPr txBox="1">
              <a:spLocks noChangeArrowheads="1"/>
            </p:cNvSpPr>
            <p:nvPr/>
          </p:nvSpPr>
          <p:spPr bwMode="auto">
            <a:xfrm>
              <a:off x="5605" y="1607"/>
              <a:ext cx="1225" cy="675"/>
            </a:xfrm>
            <a:prstGeom prst="rect">
              <a:avLst/>
            </a:prstGeom>
            <a:noFill/>
            <a:ln w="9525">
              <a:noFill/>
              <a:miter lim="800000"/>
              <a:headEnd/>
              <a:tailEnd/>
            </a:ln>
          </p:spPr>
          <p:txBody>
            <a:bodyPr/>
            <a:lstStyle/>
            <a:p>
              <a:pPr algn="ctr"/>
              <a:r>
                <a:rPr lang="en-US" sz="1400" i="1"/>
                <a:t>Other requirements / Quality</a:t>
              </a:r>
              <a:endParaRPr lang="en-US" sz="1400"/>
            </a:p>
          </p:txBody>
        </p:sp>
        <p:sp>
          <p:nvSpPr>
            <p:cNvPr id="39961" name="Text Box 20"/>
            <p:cNvSpPr txBox="1">
              <a:spLocks noChangeArrowheads="1"/>
            </p:cNvSpPr>
            <p:nvPr/>
          </p:nvSpPr>
          <p:spPr bwMode="auto">
            <a:xfrm>
              <a:off x="6879" y="1613"/>
              <a:ext cx="1223" cy="675"/>
            </a:xfrm>
            <a:prstGeom prst="rect">
              <a:avLst/>
            </a:prstGeom>
            <a:noFill/>
            <a:ln w="9525">
              <a:noFill/>
              <a:miter lim="800000"/>
              <a:headEnd/>
              <a:tailEnd/>
            </a:ln>
          </p:spPr>
          <p:txBody>
            <a:bodyPr/>
            <a:lstStyle/>
            <a:p>
              <a:pPr algn="ctr"/>
              <a:r>
                <a:rPr lang="en-US" sz="1400" i="1"/>
                <a:t>Use-cases</a:t>
              </a:r>
            </a:p>
          </p:txBody>
        </p:sp>
        <p:sp>
          <p:nvSpPr>
            <p:cNvPr id="39962" name="Text Box 21"/>
            <p:cNvSpPr txBox="1">
              <a:spLocks noChangeArrowheads="1"/>
            </p:cNvSpPr>
            <p:nvPr/>
          </p:nvSpPr>
          <p:spPr bwMode="auto">
            <a:xfrm>
              <a:off x="8237" y="1613"/>
              <a:ext cx="1224" cy="675"/>
            </a:xfrm>
            <a:prstGeom prst="rect">
              <a:avLst/>
            </a:prstGeom>
            <a:noFill/>
            <a:ln w="9525">
              <a:noFill/>
              <a:miter lim="800000"/>
              <a:headEnd/>
              <a:tailEnd/>
            </a:ln>
          </p:spPr>
          <p:txBody>
            <a:bodyPr/>
            <a:lstStyle/>
            <a:p>
              <a:pPr algn="ctr"/>
              <a:r>
                <a:rPr lang="en-US" sz="1400" i="1"/>
                <a:t>Operation</a:t>
              </a:r>
              <a:endParaRPr lang="en-US" sz="1400"/>
            </a:p>
          </p:txBody>
        </p:sp>
        <p:sp>
          <p:nvSpPr>
            <p:cNvPr id="39963" name="Text Box 22"/>
            <p:cNvSpPr txBox="1">
              <a:spLocks noChangeArrowheads="1"/>
            </p:cNvSpPr>
            <p:nvPr/>
          </p:nvSpPr>
          <p:spPr bwMode="auto">
            <a:xfrm>
              <a:off x="3632" y="3875"/>
              <a:ext cx="1223" cy="675"/>
            </a:xfrm>
            <a:prstGeom prst="rect">
              <a:avLst/>
            </a:prstGeom>
            <a:noFill/>
            <a:ln w="9525">
              <a:noFill/>
              <a:miter lim="800000"/>
              <a:headEnd/>
              <a:tailEnd/>
            </a:ln>
          </p:spPr>
          <p:txBody>
            <a:bodyPr/>
            <a:lstStyle/>
            <a:p>
              <a:pPr algn="ctr"/>
              <a:r>
                <a:rPr lang="en-US" sz="1400" i="1"/>
                <a:t>Components and modules</a:t>
              </a:r>
            </a:p>
            <a:p>
              <a:pPr algn="ctr"/>
              <a:r>
                <a:rPr lang="en-US" sz="1400" i="1"/>
                <a:t>are integrated</a:t>
              </a:r>
              <a:endParaRPr lang="en-US" sz="1400"/>
            </a:p>
          </p:txBody>
        </p:sp>
        <p:sp>
          <p:nvSpPr>
            <p:cNvPr id="39964" name="Text Box 23"/>
            <p:cNvSpPr txBox="1">
              <a:spLocks noChangeArrowheads="1"/>
            </p:cNvSpPr>
            <p:nvPr/>
          </p:nvSpPr>
          <p:spPr bwMode="auto">
            <a:xfrm>
              <a:off x="5019" y="3908"/>
              <a:ext cx="1224" cy="945"/>
            </a:xfrm>
            <a:prstGeom prst="rect">
              <a:avLst/>
            </a:prstGeom>
            <a:noFill/>
            <a:ln w="9525">
              <a:noFill/>
              <a:miter lim="800000"/>
              <a:headEnd/>
              <a:tailEnd/>
            </a:ln>
          </p:spPr>
          <p:txBody>
            <a:bodyPr/>
            <a:lstStyle/>
            <a:p>
              <a:pPr algn="ctr"/>
              <a:r>
                <a:rPr lang="en-US" sz="1400" i="1"/>
                <a:t>Full functional system with external interfaces</a:t>
              </a:r>
              <a:endParaRPr lang="en-US" sz="1400"/>
            </a:p>
          </p:txBody>
        </p:sp>
        <p:sp>
          <p:nvSpPr>
            <p:cNvPr id="39965" name="Text Box 24"/>
            <p:cNvSpPr txBox="1">
              <a:spLocks noChangeArrowheads="1"/>
            </p:cNvSpPr>
            <p:nvPr/>
          </p:nvSpPr>
          <p:spPr bwMode="auto">
            <a:xfrm>
              <a:off x="6378" y="3908"/>
              <a:ext cx="1224" cy="810"/>
            </a:xfrm>
            <a:prstGeom prst="rect">
              <a:avLst/>
            </a:prstGeom>
            <a:noFill/>
            <a:ln w="9525">
              <a:noFill/>
              <a:miter lim="800000"/>
              <a:headEnd/>
              <a:tailEnd/>
            </a:ln>
          </p:spPr>
          <p:txBody>
            <a:bodyPr/>
            <a:lstStyle/>
            <a:p>
              <a:pPr algn="ctr"/>
              <a:r>
                <a:rPr lang="en-US" sz="1400" i="1"/>
                <a:t>Verified and</a:t>
              </a:r>
            </a:p>
            <a:p>
              <a:pPr algn="ctr"/>
              <a:r>
                <a:rPr lang="en-US" sz="1400" i="1"/>
                <a:t>validated</a:t>
              </a:r>
            </a:p>
            <a:p>
              <a:pPr algn="ctr"/>
              <a:r>
                <a:rPr lang="en-US" sz="1400" i="1"/>
                <a:t>system</a:t>
              </a:r>
              <a:endParaRPr lang="en-US" sz="1400"/>
            </a:p>
          </p:txBody>
        </p:sp>
        <p:sp>
          <p:nvSpPr>
            <p:cNvPr id="39966" name="Text Box 25"/>
            <p:cNvSpPr txBox="1">
              <a:spLocks noChangeArrowheads="1"/>
            </p:cNvSpPr>
            <p:nvPr/>
          </p:nvSpPr>
          <p:spPr bwMode="auto">
            <a:xfrm>
              <a:off x="7599" y="3929"/>
              <a:ext cx="1223" cy="675"/>
            </a:xfrm>
            <a:prstGeom prst="rect">
              <a:avLst/>
            </a:prstGeom>
            <a:noFill/>
            <a:ln w="9525">
              <a:noFill/>
              <a:miter lim="800000"/>
              <a:headEnd/>
              <a:tailEnd/>
            </a:ln>
          </p:spPr>
          <p:txBody>
            <a:bodyPr/>
            <a:lstStyle/>
            <a:p>
              <a:pPr algn="ctr"/>
              <a:r>
                <a:rPr lang="en-US" sz="1400" i="1"/>
                <a:t>Accepted</a:t>
              </a:r>
            </a:p>
            <a:p>
              <a:pPr algn="ctr"/>
              <a:r>
                <a:rPr lang="en-US" sz="1400" i="1"/>
                <a:t>system</a:t>
              </a:r>
              <a:endParaRPr lang="en-US" sz="1400"/>
            </a:p>
          </p:txBody>
        </p:sp>
        <p:sp>
          <p:nvSpPr>
            <p:cNvPr id="39967" name="Text Box 26"/>
            <p:cNvSpPr txBox="1">
              <a:spLocks noChangeArrowheads="1"/>
            </p:cNvSpPr>
            <p:nvPr/>
          </p:nvSpPr>
          <p:spPr bwMode="auto">
            <a:xfrm>
              <a:off x="2845" y="4853"/>
              <a:ext cx="1223" cy="675"/>
            </a:xfrm>
            <a:prstGeom prst="rect">
              <a:avLst/>
            </a:prstGeom>
            <a:noFill/>
            <a:ln w="9525">
              <a:noFill/>
              <a:miter lim="800000"/>
              <a:headEnd/>
              <a:tailEnd/>
            </a:ln>
          </p:spPr>
          <p:txBody>
            <a:bodyPr/>
            <a:lstStyle/>
            <a:p>
              <a:pPr algn="ctr"/>
              <a:r>
                <a:rPr lang="en-US" sz="1400" i="1"/>
                <a:t>Components</a:t>
              </a:r>
            </a:p>
            <a:p>
              <a:pPr algn="ctr"/>
              <a:r>
                <a:rPr lang="en-US" sz="1400" i="1"/>
                <a:t>are tested</a:t>
              </a:r>
              <a:endParaRPr lang="en-US" sz="1400"/>
            </a:p>
          </p:txBody>
        </p:sp>
        <p:sp>
          <p:nvSpPr>
            <p:cNvPr id="39968" name="Text Box 27"/>
            <p:cNvSpPr txBox="1">
              <a:spLocks noChangeArrowheads="1"/>
            </p:cNvSpPr>
            <p:nvPr/>
          </p:nvSpPr>
          <p:spPr bwMode="auto">
            <a:xfrm>
              <a:off x="8279" y="4415"/>
              <a:ext cx="1222" cy="810"/>
            </a:xfrm>
            <a:prstGeom prst="rect">
              <a:avLst/>
            </a:prstGeom>
            <a:noFill/>
            <a:ln w="9525">
              <a:noFill/>
              <a:miter lim="800000"/>
              <a:headEnd/>
              <a:tailEnd/>
            </a:ln>
          </p:spPr>
          <p:txBody>
            <a:bodyPr/>
            <a:lstStyle/>
            <a:p>
              <a:pPr algn="ctr"/>
              <a:r>
                <a:rPr lang="en-US" sz="1400" i="1"/>
                <a:t>Delivered system</a:t>
              </a:r>
            </a:p>
            <a:p>
              <a:pPr algn="ctr"/>
              <a:r>
                <a:rPr lang="en-US" sz="1400" i="1"/>
                <a:t>in use</a:t>
              </a:r>
              <a:endParaRPr lang="en-US" sz="1400"/>
            </a:p>
          </p:txBody>
        </p:sp>
        <p:sp>
          <p:nvSpPr>
            <p:cNvPr id="39969" name="Line 28"/>
            <p:cNvSpPr>
              <a:spLocks noChangeShapeType="1"/>
            </p:cNvSpPr>
            <p:nvPr/>
          </p:nvSpPr>
          <p:spPr bwMode="auto">
            <a:xfrm>
              <a:off x="3801" y="2483"/>
              <a:ext cx="40" cy="750"/>
            </a:xfrm>
            <a:prstGeom prst="line">
              <a:avLst/>
            </a:prstGeom>
            <a:noFill/>
            <a:ln w="9525">
              <a:solidFill>
                <a:srgbClr val="000000"/>
              </a:solidFill>
              <a:round/>
              <a:headEnd/>
              <a:tailEnd type="triangle" w="med" len="med"/>
            </a:ln>
          </p:spPr>
          <p:txBody>
            <a:bodyPr/>
            <a:lstStyle/>
            <a:p>
              <a:endParaRPr lang="da-DK"/>
            </a:p>
          </p:txBody>
        </p:sp>
        <p:sp>
          <p:nvSpPr>
            <p:cNvPr id="39970" name="Line 29"/>
            <p:cNvSpPr>
              <a:spLocks noChangeShapeType="1"/>
            </p:cNvSpPr>
            <p:nvPr/>
          </p:nvSpPr>
          <p:spPr bwMode="auto">
            <a:xfrm>
              <a:off x="4990" y="1985"/>
              <a:ext cx="29" cy="1248"/>
            </a:xfrm>
            <a:prstGeom prst="line">
              <a:avLst/>
            </a:prstGeom>
            <a:noFill/>
            <a:ln w="9525">
              <a:solidFill>
                <a:srgbClr val="000000"/>
              </a:solidFill>
              <a:round/>
              <a:headEnd/>
              <a:tailEnd type="triangle" w="med" len="med"/>
            </a:ln>
          </p:spPr>
          <p:txBody>
            <a:bodyPr/>
            <a:lstStyle/>
            <a:p>
              <a:endParaRPr lang="da-DK"/>
            </a:p>
          </p:txBody>
        </p:sp>
        <p:sp>
          <p:nvSpPr>
            <p:cNvPr id="39971" name="Line 30"/>
            <p:cNvSpPr>
              <a:spLocks noChangeShapeType="1"/>
            </p:cNvSpPr>
            <p:nvPr/>
          </p:nvSpPr>
          <p:spPr bwMode="auto">
            <a:xfrm>
              <a:off x="6186" y="2147"/>
              <a:ext cx="0" cy="432"/>
            </a:xfrm>
            <a:prstGeom prst="line">
              <a:avLst/>
            </a:prstGeom>
            <a:noFill/>
            <a:ln w="9525">
              <a:solidFill>
                <a:srgbClr val="000000"/>
              </a:solidFill>
              <a:round/>
              <a:headEnd/>
              <a:tailEnd type="triangle" w="med" len="med"/>
            </a:ln>
          </p:spPr>
          <p:txBody>
            <a:bodyPr/>
            <a:lstStyle/>
            <a:p>
              <a:endParaRPr lang="da-DK"/>
            </a:p>
          </p:txBody>
        </p:sp>
        <p:sp>
          <p:nvSpPr>
            <p:cNvPr id="39972" name="Line 31"/>
            <p:cNvSpPr>
              <a:spLocks noChangeShapeType="1"/>
            </p:cNvSpPr>
            <p:nvPr/>
          </p:nvSpPr>
          <p:spPr bwMode="auto">
            <a:xfrm flipH="1">
              <a:off x="7382" y="2363"/>
              <a:ext cx="1" cy="907"/>
            </a:xfrm>
            <a:prstGeom prst="line">
              <a:avLst/>
            </a:prstGeom>
            <a:noFill/>
            <a:ln w="9525">
              <a:solidFill>
                <a:srgbClr val="000000"/>
              </a:solidFill>
              <a:round/>
              <a:headEnd/>
              <a:tailEnd type="triangle" w="med" len="med"/>
            </a:ln>
          </p:spPr>
          <p:txBody>
            <a:bodyPr/>
            <a:lstStyle/>
            <a:p>
              <a:endParaRPr lang="da-DK"/>
            </a:p>
          </p:txBody>
        </p:sp>
        <p:sp>
          <p:nvSpPr>
            <p:cNvPr id="39973" name="Line 32"/>
            <p:cNvSpPr>
              <a:spLocks noChangeShapeType="1"/>
            </p:cNvSpPr>
            <p:nvPr/>
          </p:nvSpPr>
          <p:spPr bwMode="auto">
            <a:xfrm>
              <a:off x="8577" y="2309"/>
              <a:ext cx="0" cy="945"/>
            </a:xfrm>
            <a:prstGeom prst="line">
              <a:avLst/>
            </a:prstGeom>
            <a:noFill/>
            <a:ln w="9525">
              <a:solidFill>
                <a:srgbClr val="000000"/>
              </a:solidFill>
              <a:round/>
              <a:headEnd/>
              <a:tailEnd type="triangle" w="med" len="med"/>
            </a:ln>
          </p:spPr>
          <p:txBody>
            <a:bodyPr/>
            <a:lstStyle/>
            <a:p>
              <a:endParaRPr lang="da-DK"/>
            </a:p>
          </p:txBody>
        </p:sp>
        <p:sp>
          <p:nvSpPr>
            <p:cNvPr id="39974" name="Line 33"/>
            <p:cNvSpPr>
              <a:spLocks noChangeShapeType="1"/>
            </p:cNvSpPr>
            <p:nvPr/>
          </p:nvSpPr>
          <p:spPr bwMode="auto">
            <a:xfrm>
              <a:off x="8849" y="3821"/>
              <a:ext cx="0" cy="1134"/>
            </a:xfrm>
            <a:prstGeom prst="line">
              <a:avLst/>
            </a:prstGeom>
            <a:noFill/>
            <a:ln w="9525">
              <a:solidFill>
                <a:srgbClr val="000000"/>
              </a:solidFill>
              <a:round/>
              <a:headEnd/>
              <a:tailEnd type="triangle" w="med" len="med"/>
            </a:ln>
          </p:spPr>
          <p:txBody>
            <a:bodyPr/>
            <a:lstStyle/>
            <a:p>
              <a:endParaRPr lang="da-DK"/>
            </a:p>
          </p:txBody>
        </p:sp>
        <p:sp>
          <p:nvSpPr>
            <p:cNvPr id="39975" name="Line 34"/>
            <p:cNvSpPr>
              <a:spLocks noChangeShapeType="1"/>
            </p:cNvSpPr>
            <p:nvPr/>
          </p:nvSpPr>
          <p:spPr bwMode="auto">
            <a:xfrm flipV="1">
              <a:off x="4340" y="3497"/>
              <a:ext cx="487" cy="6"/>
            </a:xfrm>
            <a:prstGeom prst="line">
              <a:avLst/>
            </a:prstGeom>
            <a:noFill/>
            <a:ln w="9525">
              <a:solidFill>
                <a:srgbClr val="000000"/>
              </a:solidFill>
              <a:round/>
              <a:headEnd/>
              <a:tailEnd type="triangle" w="med" len="med"/>
            </a:ln>
          </p:spPr>
          <p:txBody>
            <a:bodyPr/>
            <a:lstStyle/>
            <a:p>
              <a:endParaRPr lang="da-DK"/>
            </a:p>
          </p:txBody>
        </p:sp>
        <p:sp>
          <p:nvSpPr>
            <p:cNvPr id="39976" name="Line 36"/>
            <p:cNvSpPr>
              <a:spLocks noChangeShapeType="1"/>
            </p:cNvSpPr>
            <p:nvPr/>
          </p:nvSpPr>
          <p:spPr bwMode="auto">
            <a:xfrm>
              <a:off x="6403" y="3497"/>
              <a:ext cx="272" cy="0"/>
            </a:xfrm>
            <a:prstGeom prst="line">
              <a:avLst/>
            </a:prstGeom>
            <a:noFill/>
            <a:ln w="9525">
              <a:solidFill>
                <a:srgbClr val="000000"/>
              </a:solidFill>
              <a:round/>
              <a:headEnd/>
              <a:tailEnd type="triangle" w="med" len="med"/>
            </a:ln>
          </p:spPr>
          <p:txBody>
            <a:bodyPr/>
            <a:lstStyle/>
            <a:p>
              <a:endParaRPr lang="da-DK"/>
            </a:p>
          </p:txBody>
        </p:sp>
        <p:sp>
          <p:nvSpPr>
            <p:cNvPr id="39977" name="Line 37"/>
            <p:cNvSpPr>
              <a:spLocks noChangeShapeType="1"/>
            </p:cNvSpPr>
            <p:nvPr/>
          </p:nvSpPr>
          <p:spPr bwMode="auto">
            <a:xfrm>
              <a:off x="7599" y="3497"/>
              <a:ext cx="435" cy="0"/>
            </a:xfrm>
            <a:prstGeom prst="line">
              <a:avLst/>
            </a:prstGeom>
            <a:noFill/>
            <a:ln w="9525">
              <a:solidFill>
                <a:srgbClr val="000000"/>
              </a:solidFill>
              <a:round/>
              <a:headEnd/>
              <a:tailEnd type="triangle" w="med" len="med"/>
            </a:ln>
          </p:spPr>
          <p:txBody>
            <a:bodyPr/>
            <a:lstStyle/>
            <a:p>
              <a:endParaRPr lang="da-DK"/>
            </a:p>
          </p:txBody>
        </p:sp>
      </p:grpSp>
      <p:cxnSp>
        <p:nvCxnSpPr>
          <p:cNvPr id="39" name="Straight Arrow Connector 38"/>
          <p:cNvCxnSpPr>
            <a:stCxn id="39953" idx="3"/>
            <a:endCxn id="39954" idx="0"/>
          </p:cNvCxnSpPr>
          <p:nvPr/>
        </p:nvCxnSpPr>
        <p:spPr>
          <a:xfrm>
            <a:off x="6738938" y="2714625"/>
            <a:ext cx="785812" cy="5715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rot="5400000">
            <a:off x="5095875" y="3500438"/>
            <a:ext cx="3429000"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9944" name="TextBox 44"/>
          <p:cNvSpPr txBox="1">
            <a:spLocks noChangeArrowheads="1"/>
          </p:cNvSpPr>
          <p:nvPr/>
        </p:nvSpPr>
        <p:spPr bwMode="auto">
          <a:xfrm>
            <a:off x="5777283" y="5358057"/>
            <a:ext cx="2580309" cy="830997"/>
          </a:xfrm>
          <a:prstGeom prst="rect">
            <a:avLst/>
          </a:prstGeom>
          <a:noFill/>
          <a:ln w="9525">
            <a:noFill/>
            <a:miter lim="800000"/>
            <a:headEnd/>
            <a:tailEnd/>
          </a:ln>
        </p:spPr>
        <p:txBody>
          <a:bodyPr wrap="square">
            <a:spAutoFit/>
          </a:bodyPr>
          <a:lstStyle/>
          <a:p>
            <a:r>
              <a:rPr lang="en-US" dirty="0"/>
              <a:t>Released from development</a:t>
            </a:r>
          </a:p>
        </p:txBody>
      </p:sp>
      <p:sp>
        <p:nvSpPr>
          <p:cNvPr id="39945" name="Text Box 13"/>
          <p:cNvSpPr txBox="1">
            <a:spLocks noChangeArrowheads="1"/>
          </p:cNvSpPr>
          <p:nvPr/>
        </p:nvSpPr>
        <p:spPr bwMode="auto">
          <a:xfrm>
            <a:off x="9096375" y="5500689"/>
            <a:ext cx="1320800" cy="714375"/>
          </a:xfrm>
          <a:prstGeom prst="rect">
            <a:avLst/>
          </a:prstGeom>
          <a:solidFill>
            <a:srgbClr val="CCFFFF"/>
          </a:solidFill>
          <a:ln w="9525">
            <a:solidFill>
              <a:srgbClr val="000000"/>
            </a:solidFill>
            <a:miter lim="800000"/>
            <a:headEnd/>
            <a:tailEnd/>
          </a:ln>
        </p:spPr>
        <p:txBody>
          <a:bodyPr/>
          <a:lstStyle/>
          <a:p>
            <a:pPr algn="ctr"/>
            <a:r>
              <a:rPr lang="da-DK" sz="1400"/>
              <a:t>Test of operation</a:t>
            </a:r>
          </a:p>
        </p:txBody>
      </p:sp>
      <p:cxnSp>
        <p:nvCxnSpPr>
          <p:cNvPr id="49" name="Straight Arrow Connector 48"/>
          <p:cNvCxnSpPr/>
          <p:nvPr/>
        </p:nvCxnSpPr>
        <p:spPr>
          <a:xfrm flipV="1">
            <a:off x="4881564" y="2857500"/>
            <a:ext cx="428625" cy="3571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pPr>
              <a:defRPr/>
            </a:pPr>
            <a:fld id="{A995216C-29F3-47D0-ADDD-B61DFB8D9E42}" type="slidenum">
              <a:rPr lang="da-DK" smtClean="0"/>
              <a:pPr>
                <a:defRPr/>
              </a:pPr>
              <a:t>5</a:t>
            </a:fld>
            <a:endParaRPr lang="da-DK"/>
          </a:p>
        </p:txBody>
      </p:sp>
    </p:spTree>
    <p:extLst>
      <p:ext uri="{BB962C8B-B14F-4D97-AF65-F5344CB8AC3E}">
        <p14:creationId xmlns:p14="http://schemas.microsoft.com/office/powerpoint/2010/main" val="582400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Test cases generation at system level</a:t>
            </a:r>
          </a:p>
        </p:txBody>
      </p:sp>
      <p:sp>
        <p:nvSpPr>
          <p:cNvPr id="3" name="Content Placeholder 2"/>
          <p:cNvSpPr>
            <a:spLocks noGrp="1"/>
          </p:cNvSpPr>
          <p:nvPr>
            <p:ph idx="1"/>
          </p:nvPr>
        </p:nvSpPr>
        <p:spPr>
          <a:xfrm>
            <a:off x="2206015" y="1600201"/>
            <a:ext cx="8124360" cy="4525963"/>
          </a:xfrm>
        </p:spPr>
        <p:txBody>
          <a:bodyPr>
            <a:normAutofit/>
          </a:bodyPr>
          <a:lstStyle/>
          <a:p>
            <a:r>
              <a:rPr lang="en-US" dirty="0"/>
              <a:t>The most important part of a use case for generating test cases is the flow of events. </a:t>
            </a:r>
          </a:p>
          <a:p>
            <a:r>
              <a:rPr lang="en-US" dirty="0"/>
              <a:t>The two main parts of the flow of events are the </a:t>
            </a:r>
            <a:r>
              <a:rPr lang="en-US" b="1" i="1" dirty="0"/>
              <a:t>basic flow of events (happy days scenario) </a:t>
            </a:r>
            <a:r>
              <a:rPr lang="en-US" dirty="0"/>
              <a:t>and the </a:t>
            </a:r>
            <a:r>
              <a:rPr lang="en-US" b="1" i="1" dirty="0"/>
              <a:t>alternate flows of events</a:t>
            </a:r>
            <a:r>
              <a:rPr lang="en-US" dirty="0"/>
              <a:t>. </a:t>
            </a:r>
          </a:p>
          <a:p>
            <a:pPr marL="0" indent="0">
              <a:buNone/>
            </a:pPr>
            <a:endParaRPr lang="en-US" dirty="0"/>
          </a:p>
          <a:p>
            <a:r>
              <a:rPr lang="en-US" dirty="0"/>
              <a:t>The alternate flows of events covers</a:t>
            </a:r>
          </a:p>
          <a:p>
            <a:pPr lvl="1"/>
            <a:r>
              <a:rPr lang="en-US" dirty="0"/>
              <a:t>Variations of the normal </a:t>
            </a:r>
            <a:r>
              <a:rPr lang="da-DK" dirty="0" err="1"/>
              <a:t>behavior</a:t>
            </a:r>
            <a:endParaRPr lang="da-DK" dirty="0"/>
          </a:p>
          <a:p>
            <a:pPr lvl="1"/>
            <a:r>
              <a:rPr lang="en-US" dirty="0"/>
              <a:t>Optional behavior</a:t>
            </a:r>
          </a:p>
          <a:p>
            <a:pPr lvl="1"/>
            <a:r>
              <a:rPr lang="en-US" dirty="0"/>
              <a:t>Exceptional behavior (relative to the normal behavior)</a:t>
            </a:r>
            <a:endParaRPr lang="da-DK" dirty="0"/>
          </a:p>
        </p:txBody>
      </p:sp>
      <p:sp>
        <p:nvSpPr>
          <p:cNvPr id="4" name="Footer Placeholder 3"/>
          <p:cNvSpPr>
            <a:spLocks noGrp="1"/>
          </p:cNvSpPr>
          <p:nvPr>
            <p:ph type="ftr" sz="quarter" idx="11"/>
          </p:nvPr>
        </p:nvSpPr>
        <p:spPr/>
        <p:txBody>
          <a:bodyPr/>
          <a:lstStyle/>
          <a:p>
            <a:endParaRPr lang="da-DK"/>
          </a:p>
        </p:txBody>
      </p:sp>
    </p:spTree>
    <p:extLst>
      <p:ext uri="{BB962C8B-B14F-4D97-AF65-F5344CB8AC3E}">
        <p14:creationId xmlns:p14="http://schemas.microsoft.com/office/powerpoint/2010/main" val="1132756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Scenario (</a:t>
            </a:r>
            <a:r>
              <a:rPr lang="da-DK" dirty="0" err="1"/>
              <a:t>Use</a:t>
            </a:r>
            <a:r>
              <a:rPr lang="da-DK" dirty="0"/>
              <a:t> case scenario)</a:t>
            </a:r>
          </a:p>
        </p:txBody>
      </p:sp>
      <p:sp>
        <p:nvSpPr>
          <p:cNvPr id="3" name="Content Placeholder 2"/>
          <p:cNvSpPr>
            <a:spLocks noGrp="1"/>
          </p:cNvSpPr>
          <p:nvPr>
            <p:ph idx="1"/>
          </p:nvPr>
        </p:nvSpPr>
        <p:spPr>
          <a:xfrm>
            <a:off x="2358414" y="3259848"/>
            <a:ext cx="4637918" cy="2690786"/>
          </a:xfrm>
        </p:spPr>
        <p:txBody>
          <a:bodyPr>
            <a:normAutofit/>
          </a:bodyPr>
          <a:lstStyle/>
          <a:p>
            <a:r>
              <a:rPr lang="da-DK" dirty="0"/>
              <a:t>E.g.</a:t>
            </a:r>
          </a:p>
          <a:p>
            <a:pPr lvl="1"/>
            <a:r>
              <a:rPr lang="da-DK" dirty="0"/>
              <a:t>Scenario 1: Basic Flow</a:t>
            </a:r>
          </a:p>
          <a:p>
            <a:pPr lvl="1"/>
            <a:r>
              <a:rPr lang="da-DK" dirty="0"/>
              <a:t>Scenario 2: Basic Flow, Alternate Flow 1</a:t>
            </a:r>
          </a:p>
          <a:p>
            <a:pPr lvl="1"/>
            <a:r>
              <a:rPr lang="da-DK" dirty="0"/>
              <a:t>Scenario 3: Basic Flow, Alternate Flow 1, Alternate Flow 2</a:t>
            </a:r>
          </a:p>
          <a:p>
            <a:pPr lvl="1"/>
            <a:endParaRPr lang="da-DK" dirty="0"/>
          </a:p>
          <a:p>
            <a:endParaRPr lang="da-DK" dirty="0"/>
          </a:p>
        </p:txBody>
      </p:sp>
      <p:sp>
        <p:nvSpPr>
          <p:cNvPr id="4" name="Footer Placeholder 3"/>
          <p:cNvSpPr>
            <a:spLocks noGrp="1"/>
          </p:cNvSpPr>
          <p:nvPr>
            <p:ph type="ftr" sz="quarter" idx="11"/>
          </p:nvPr>
        </p:nvSpPr>
        <p:spPr/>
        <p:txBody>
          <a:bodyPr/>
          <a:lstStyle/>
          <a:p>
            <a:endParaRPr lang="da-DK"/>
          </a:p>
        </p:txBody>
      </p:sp>
      <p:pic>
        <p:nvPicPr>
          <p:cNvPr id="5" name="Picture 4"/>
          <p:cNvPicPr>
            <a:picLocks noChangeAspect="1"/>
          </p:cNvPicPr>
          <p:nvPr/>
        </p:nvPicPr>
        <p:blipFill>
          <a:blip r:embed="rId2"/>
          <a:stretch>
            <a:fillRect/>
          </a:stretch>
        </p:blipFill>
        <p:spPr>
          <a:xfrm>
            <a:off x="7295127" y="3259848"/>
            <a:ext cx="2780017" cy="2420322"/>
          </a:xfrm>
          <a:prstGeom prst="rect">
            <a:avLst/>
          </a:prstGeom>
        </p:spPr>
      </p:pic>
      <p:sp>
        <p:nvSpPr>
          <p:cNvPr id="6" name="Content Placeholder 2"/>
          <p:cNvSpPr txBox="1">
            <a:spLocks/>
          </p:cNvSpPr>
          <p:nvPr/>
        </p:nvSpPr>
        <p:spPr>
          <a:xfrm>
            <a:off x="2358415" y="1488836"/>
            <a:ext cx="7381117" cy="137397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chemeClr val="accent2"/>
              </a:buClr>
              <a:buSzPct val="100000"/>
              <a:buFontTx/>
              <a:buBlip>
                <a:blip r:embed="rId3"/>
              </a:buBlip>
              <a:defRPr sz="2800" kern="1200">
                <a:solidFill>
                  <a:schemeClr val="tx1"/>
                </a:solidFill>
                <a:latin typeface="+mn-lt"/>
                <a:ea typeface="+mn-ea"/>
                <a:cs typeface="+mn-cs"/>
              </a:defRPr>
            </a:lvl1pPr>
            <a:lvl2pPr marL="594000" indent="-284400" algn="l" defTabSz="457200" rtl="0" eaLnBrk="1" latinLnBrk="0" hangingPunct="1">
              <a:spcBef>
                <a:spcPct val="20000"/>
              </a:spcBef>
              <a:buSzPct val="100000"/>
              <a:buFontTx/>
              <a:buBlip>
                <a:blip r:embed="rId4"/>
              </a:buBlip>
              <a:defRPr sz="2400" kern="1200">
                <a:solidFill>
                  <a:schemeClr val="tx1"/>
                </a:solidFill>
                <a:latin typeface="+mn-lt"/>
                <a:ea typeface="+mn-ea"/>
                <a:cs typeface="+mn-cs"/>
              </a:defRPr>
            </a:lvl2pPr>
            <a:lvl3pPr marL="828000" indent="-284400" algn="l" defTabSz="457200" rtl="0" eaLnBrk="1" latinLnBrk="0" hangingPunct="1">
              <a:spcBef>
                <a:spcPct val="20000"/>
              </a:spcBef>
              <a:buSzPct val="100000"/>
              <a:buFontTx/>
              <a:buBlip>
                <a:blip r:embed="rId5"/>
              </a:buBlip>
              <a:defRPr sz="2400" kern="1200">
                <a:solidFill>
                  <a:schemeClr val="tx1"/>
                </a:solidFill>
                <a:latin typeface="+mn-lt"/>
                <a:ea typeface="+mn-ea"/>
                <a:cs typeface="+mn-cs"/>
              </a:defRPr>
            </a:lvl3pPr>
            <a:lvl4pPr marL="1098000" indent="-284400" algn="l" defTabSz="457200" rtl="0" eaLnBrk="1" latinLnBrk="0" hangingPunct="1">
              <a:spcBef>
                <a:spcPct val="20000"/>
              </a:spcBef>
              <a:buSzPct val="100000"/>
              <a:buFontTx/>
              <a:buBlip>
                <a:blip r:embed="rId6"/>
              </a:buBlip>
              <a:defRPr sz="2400" kern="1200">
                <a:solidFill>
                  <a:schemeClr val="tx1"/>
                </a:solidFill>
                <a:latin typeface="+mn-lt"/>
                <a:ea typeface="+mn-ea"/>
                <a:cs typeface="+mn-cs"/>
              </a:defRPr>
            </a:lvl4pPr>
            <a:lvl5pPr marL="1249200" indent="-176400" algn="l" defTabSz="457200" rtl="0" eaLnBrk="1" latinLnBrk="0" hangingPunct="1">
              <a:spcBef>
                <a:spcPct val="20000"/>
              </a:spcBef>
              <a:buFont typeface="Lucida Grande"/>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a-DK" dirty="0"/>
              <a:t>A s</a:t>
            </a:r>
            <a:r>
              <a:rPr lang="en-US" dirty="0" err="1"/>
              <a:t>cenario</a:t>
            </a:r>
            <a:r>
              <a:rPr lang="en-US" dirty="0"/>
              <a:t> is an instance of a use case, or a complete "path" through the </a:t>
            </a:r>
            <a:r>
              <a:rPr lang="da-DK" dirty="0"/>
              <a:t>use case.</a:t>
            </a:r>
          </a:p>
          <a:p>
            <a:endParaRPr lang="da-DK" dirty="0"/>
          </a:p>
        </p:txBody>
      </p:sp>
    </p:spTree>
    <p:extLst>
      <p:ext uri="{BB962C8B-B14F-4D97-AF65-F5344CB8AC3E}">
        <p14:creationId xmlns:p14="http://schemas.microsoft.com/office/powerpoint/2010/main" val="314461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Generating test cases from use cases</a:t>
            </a:r>
          </a:p>
        </p:txBody>
      </p:sp>
      <p:sp>
        <p:nvSpPr>
          <p:cNvPr id="3" name="Content Placeholder 2"/>
          <p:cNvSpPr>
            <a:spLocks noGrp="1"/>
          </p:cNvSpPr>
          <p:nvPr>
            <p:ph idx="1"/>
          </p:nvPr>
        </p:nvSpPr>
        <p:spPr/>
        <p:txBody>
          <a:bodyPr>
            <a:normAutofit/>
          </a:bodyPr>
          <a:lstStyle/>
          <a:p>
            <a:r>
              <a:rPr lang="en-US" dirty="0"/>
              <a:t>Process for generating test cases from a fully detailed </a:t>
            </a:r>
            <a:r>
              <a:rPr lang="da-DK" dirty="0"/>
              <a:t>use case:</a:t>
            </a:r>
          </a:p>
          <a:p>
            <a:pPr marL="765450" lvl="1" indent="-514350">
              <a:buFont typeface="+mj-lt"/>
              <a:buAutoNum type="arabicPeriod"/>
            </a:pPr>
            <a:r>
              <a:rPr lang="en-US" dirty="0"/>
              <a:t>For each use case, generate a full set of scenarios.</a:t>
            </a:r>
          </a:p>
          <a:p>
            <a:pPr marL="765450" lvl="1" indent="-514350">
              <a:buFont typeface="+mj-lt"/>
              <a:buAutoNum type="arabicPeriod"/>
            </a:pPr>
            <a:r>
              <a:rPr lang="en-US" dirty="0"/>
              <a:t>For each scenario, identify at least one test case and the conditions that will make it "execute."</a:t>
            </a:r>
          </a:p>
          <a:p>
            <a:pPr marL="765450" lvl="1" indent="-514350">
              <a:buFont typeface="+mj-lt"/>
              <a:buAutoNum type="arabicPeriod"/>
            </a:pPr>
            <a:r>
              <a:rPr lang="en-US" dirty="0"/>
              <a:t>For each test case, identify the data values with which to test.</a:t>
            </a:r>
            <a:endParaRPr lang="da-DK" dirty="0"/>
          </a:p>
        </p:txBody>
      </p:sp>
      <p:sp>
        <p:nvSpPr>
          <p:cNvPr id="4" name="Footer Placeholder 3"/>
          <p:cNvSpPr>
            <a:spLocks noGrp="1"/>
          </p:cNvSpPr>
          <p:nvPr>
            <p:ph type="ftr" sz="quarter" idx="11"/>
          </p:nvPr>
        </p:nvSpPr>
        <p:spPr/>
        <p:txBody>
          <a:bodyPr/>
          <a:lstStyle/>
          <a:p>
            <a:endParaRPr lang="da-DK"/>
          </a:p>
        </p:txBody>
      </p:sp>
    </p:spTree>
    <p:extLst>
      <p:ext uri="{BB962C8B-B14F-4D97-AF65-F5344CB8AC3E}">
        <p14:creationId xmlns:p14="http://schemas.microsoft.com/office/powerpoint/2010/main" val="3483336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235F68-3F02-443B-9B21-4A226231E913}"/>
              </a:ext>
            </a:extLst>
          </p:cNvPr>
          <p:cNvSpPr>
            <a:spLocks noGrp="1"/>
          </p:cNvSpPr>
          <p:nvPr>
            <p:ph type="title"/>
          </p:nvPr>
        </p:nvSpPr>
        <p:spPr/>
        <p:txBody>
          <a:bodyPr/>
          <a:lstStyle/>
          <a:p>
            <a:r>
              <a:rPr lang="da-DK" dirty="0"/>
              <a:t>Testcase matrix - </a:t>
            </a:r>
            <a:r>
              <a:rPr lang="da-DK" dirty="0" err="1"/>
              <a:t>example</a:t>
            </a:r>
            <a:endParaRPr lang="da-DK" dirty="0"/>
          </a:p>
        </p:txBody>
      </p:sp>
      <p:pic>
        <p:nvPicPr>
          <p:cNvPr id="6" name="Pladsholder til indhold 5">
            <a:extLst>
              <a:ext uri="{FF2B5EF4-FFF2-40B4-BE49-F238E27FC236}">
                <a16:creationId xmlns:a16="http://schemas.microsoft.com/office/drawing/2014/main" id="{837A2A71-8D25-4D2C-A600-7ED5F2E28964}"/>
              </a:ext>
            </a:extLst>
          </p:cNvPr>
          <p:cNvPicPr>
            <a:picLocks noGrp="1" noChangeAspect="1"/>
          </p:cNvPicPr>
          <p:nvPr>
            <p:ph idx="1"/>
          </p:nvPr>
        </p:nvPicPr>
        <p:blipFill>
          <a:blip r:embed="rId2"/>
          <a:stretch>
            <a:fillRect/>
          </a:stretch>
        </p:blipFill>
        <p:spPr>
          <a:xfrm>
            <a:off x="1973464" y="1547813"/>
            <a:ext cx="8221259" cy="3960812"/>
          </a:xfrm>
        </p:spPr>
      </p:pic>
      <p:sp>
        <p:nvSpPr>
          <p:cNvPr id="4" name="Pladsholder til slidenummer 3">
            <a:extLst>
              <a:ext uri="{FF2B5EF4-FFF2-40B4-BE49-F238E27FC236}">
                <a16:creationId xmlns:a16="http://schemas.microsoft.com/office/drawing/2014/main" id="{3CE30053-4E22-46D0-A6B2-1FFED6A49849}"/>
              </a:ext>
            </a:extLst>
          </p:cNvPr>
          <p:cNvSpPr>
            <a:spLocks noGrp="1"/>
          </p:cNvSpPr>
          <p:nvPr>
            <p:ph type="sldNum" sz="quarter" idx="12"/>
          </p:nvPr>
        </p:nvSpPr>
        <p:spPr/>
        <p:txBody>
          <a:bodyPr/>
          <a:lstStyle/>
          <a:p>
            <a:fld id="{F7AB382F-E9E6-CE49-B414-1E064FB7F064}" type="slidenum">
              <a:rPr lang="da-DK" smtClean="0"/>
              <a:t>9</a:t>
            </a:fld>
            <a:endParaRPr lang="da-DK"/>
          </a:p>
        </p:txBody>
      </p:sp>
      <p:sp>
        <p:nvSpPr>
          <p:cNvPr id="7" name="Tekstfelt 6">
            <a:extLst>
              <a:ext uri="{FF2B5EF4-FFF2-40B4-BE49-F238E27FC236}">
                <a16:creationId xmlns:a16="http://schemas.microsoft.com/office/drawing/2014/main" id="{D0A1CC60-945D-40D9-ABFC-C61170A486C0}"/>
              </a:ext>
            </a:extLst>
          </p:cNvPr>
          <p:cNvSpPr txBox="1"/>
          <p:nvPr/>
        </p:nvSpPr>
        <p:spPr>
          <a:xfrm>
            <a:off x="1762896" y="5524661"/>
            <a:ext cx="9937104" cy="307777"/>
          </a:xfrm>
          <a:prstGeom prst="rect">
            <a:avLst/>
          </a:prstGeom>
          <a:noFill/>
        </p:spPr>
        <p:txBody>
          <a:bodyPr wrap="square" rtlCol="0">
            <a:spAutoFit/>
          </a:bodyPr>
          <a:lstStyle/>
          <a:p>
            <a:r>
              <a:rPr lang="da-DK" sz="1400" dirty="0" err="1"/>
              <a:t>Example</a:t>
            </a:r>
            <a:r>
              <a:rPr lang="da-DK" sz="1400" dirty="0"/>
              <a:t> of testcase layout - </a:t>
            </a:r>
            <a:r>
              <a:rPr lang="da-DK" sz="1400" dirty="0" err="1"/>
              <a:t>unfinished</a:t>
            </a:r>
            <a:r>
              <a:rPr lang="da-DK" sz="1400" dirty="0"/>
              <a:t> version. More data and more testcases </a:t>
            </a:r>
            <a:r>
              <a:rPr lang="da-DK" sz="1400" dirty="0" err="1"/>
              <a:t>are</a:t>
            </a:r>
            <a:r>
              <a:rPr lang="da-DK" sz="1400" dirty="0"/>
              <a:t> </a:t>
            </a:r>
            <a:r>
              <a:rPr lang="da-DK" sz="1400" dirty="0" err="1"/>
              <a:t>needed</a:t>
            </a:r>
            <a:r>
              <a:rPr lang="da-DK" sz="1400" dirty="0"/>
              <a:t> to </a:t>
            </a:r>
            <a:r>
              <a:rPr lang="da-DK" sz="1400" dirty="0" err="1"/>
              <a:t>be</a:t>
            </a:r>
            <a:r>
              <a:rPr lang="da-DK" sz="1400" dirty="0"/>
              <a:t> </a:t>
            </a:r>
            <a:r>
              <a:rPr lang="da-DK" sz="1400" dirty="0" err="1"/>
              <a:t>complete</a:t>
            </a:r>
            <a:r>
              <a:rPr lang="da-DK" sz="1400" dirty="0"/>
              <a:t>.</a:t>
            </a:r>
          </a:p>
        </p:txBody>
      </p:sp>
    </p:spTree>
    <p:extLst>
      <p:ext uri="{BB962C8B-B14F-4D97-AF65-F5344CB8AC3E}">
        <p14:creationId xmlns:p14="http://schemas.microsoft.com/office/powerpoint/2010/main" val="148749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576DAE-FE85-4DA8-A185-1CCB3719817A}"/>
              </a:ext>
            </a:extLst>
          </p:cNvPr>
          <p:cNvSpPr>
            <a:spLocks noGrp="1"/>
          </p:cNvSpPr>
          <p:nvPr>
            <p:ph type="title"/>
          </p:nvPr>
        </p:nvSpPr>
        <p:spPr/>
        <p:txBody>
          <a:bodyPr/>
          <a:lstStyle/>
          <a:p>
            <a:r>
              <a:rPr lang="da-DK" dirty="0"/>
              <a:t>Test</a:t>
            </a:r>
          </a:p>
        </p:txBody>
      </p:sp>
      <p:sp>
        <p:nvSpPr>
          <p:cNvPr id="3" name="Pladsholder til tekst 2">
            <a:extLst>
              <a:ext uri="{FF2B5EF4-FFF2-40B4-BE49-F238E27FC236}">
                <a16:creationId xmlns:a16="http://schemas.microsoft.com/office/drawing/2014/main" id="{F52F1A78-68F2-4ADB-AFCB-313A76D4E6BC}"/>
              </a:ext>
            </a:extLst>
          </p:cNvPr>
          <p:cNvSpPr>
            <a:spLocks noGrp="1"/>
          </p:cNvSpPr>
          <p:nvPr>
            <p:ph type="body" sz="quarter" idx="17"/>
          </p:nvPr>
        </p:nvSpPr>
        <p:spPr/>
        <p:txBody>
          <a:bodyPr/>
          <a:lstStyle/>
          <a:p>
            <a:r>
              <a:rPr lang="da-DK" dirty="0" err="1"/>
              <a:t>Blackbox</a:t>
            </a:r>
            <a:r>
              <a:rPr lang="da-DK" dirty="0"/>
              <a:t> – </a:t>
            </a:r>
            <a:r>
              <a:rPr lang="da-DK" dirty="0" err="1"/>
              <a:t>Whitebox</a:t>
            </a:r>
            <a:r>
              <a:rPr lang="da-DK" dirty="0"/>
              <a:t> test</a:t>
            </a:r>
          </a:p>
        </p:txBody>
      </p:sp>
    </p:spTree>
    <p:extLst>
      <p:ext uri="{BB962C8B-B14F-4D97-AF65-F5344CB8AC3E}">
        <p14:creationId xmlns:p14="http://schemas.microsoft.com/office/powerpoint/2010/main" val="1490078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Black-</a:t>
            </a:r>
            <a:r>
              <a:rPr lang="da-DK" dirty="0" err="1"/>
              <a:t>box</a:t>
            </a:r>
            <a:r>
              <a:rPr lang="da-DK" dirty="0"/>
              <a:t> </a:t>
            </a:r>
            <a:r>
              <a:rPr lang="da-DK" dirty="0" err="1"/>
              <a:t>Testing</a:t>
            </a:r>
            <a:endParaRPr lang="da-DK" dirty="0"/>
          </a:p>
        </p:txBody>
      </p:sp>
      <p:sp>
        <p:nvSpPr>
          <p:cNvPr id="3" name="Pladsholder til indhold 2"/>
          <p:cNvSpPr>
            <a:spLocks noGrp="1"/>
          </p:cNvSpPr>
          <p:nvPr>
            <p:ph type="body" sz="quarter" idx="13"/>
          </p:nvPr>
        </p:nvSpPr>
        <p:spPr/>
        <p:txBody>
          <a:bodyPr>
            <a:normAutofit/>
          </a:bodyPr>
          <a:lstStyle/>
          <a:p>
            <a:r>
              <a:rPr lang="en-US" dirty="0"/>
              <a:t>Called also:</a:t>
            </a:r>
          </a:p>
          <a:p>
            <a:pPr lvl="1"/>
            <a:r>
              <a:rPr lang="en-US" dirty="0"/>
              <a:t>Specification based testing</a:t>
            </a:r>
          </a:p>
          <a:p>
            <a:pPr lvl="1"/>
            <a:r>
              <a:rPr lang="en-US" dirty="0"/>
              <a:t>Functional testing</a:t>
            </a:r>
          </a:p>
          <a:p>
            <a:r>
              <a:rPr lang="en-US" dirty="0"/>
              <a:t>Tests are derived from requirements and design specifications</a:t>
            </a:r>
          </a:p>
          <a:p>
            <a:r>
              <a:rPr lang="en-US" dirty="0"/>
              <a:t>No reference to the components or the systems internal structure</a:t>
            </a:r>
          </a:p>
          <a:p>
            <a:r>
              <a:rPr lang="en-GB" kern="0" dirty="0"/>
              <a:t>Focus only on the inputs and outputs</a:t>
            </a:r>
            <a:endParaRPr lang="en-US" dirty="0"/>
          </a:p>
          <a:p>
            <a:endParaRPr lang="da-DK" kern="0" dirty="0"/>
          </a:p>
        </p:txBody>
      </p:sp>
      <p:pic>
        <p:nvPicPr>
          <p:cNvPr id="6" name="Picture 8"/>
          <p:cNvPicPr>
            <a:picLocks noChangeAspect="1" noChangeArrowheads="1"/>
          </p:cNvPicPr>
          <p:nvPr/>
        </p:nvPicPr>
        <p:blipFill>
          <a:blip r:embed="rId2" cstate="print"/>
          <a:srcRect l="8949" r="8711" b="7893"/>
          <a:stretch>
            <a:fillRect/>
          </a:stretch>
        </p:blipFill>
        <p:spPr bwMode="auto">
          <a:xfrm>
            <a:off x="5917916" y="3990176"/>
            <a:ext cx="5782084" cy="2639648"/>
          </a:xfrm>
          <a:prstGeom prst="rect">
            <a:avLst/>
          </a:prstGeom>
          <a:noFill/>
          <a:ln w="9525">
            <a:noFill/>
            <a:miter lim="800000"/>
            <a:headEnd/>
            <a:tailEnd/>
          </a:ln>
        </p:spPr>
      </p:pic>
      <p:sp>
        <p:nvSpPr>
          <p:cNvPr id="7" name="Pladsholder til slidenummer 6">
            <a:extLst>
              <a:ext uri="{FF2B5EF4-FFF2-40B4-BE49-F238E27FC236}">
                <a16:creationId xmlns:a16="http://schemas.microsoft.com/office/drawing/2014/main" id="{19313910-9EED-47B0-AE49-3E567ACB5526}"/>
              </a:ext>
            </a:extLst>
          </p:cNvPr>
          <p:cNvSpPr>
            <a:spLocks noGrp="1"/>
          </p:cNvSpPr>
          <p:nvPr>
            <p:ph type="sldNum" sz="quarter" idx="12"/>
          </p:nvPr>
        </p:nvSpPr>
        <p:spPr/>
        <p:txBody>
          <a:bodyPr/>
          <a:lstStyle/>
          <a:p>
            <a:fld id="{20EB7ABC-56F9-4FEF-9CF0-E2D14234E329}" type="slidenum">
              <a:rPr lang="da-DK" noProof="0" smtClean="0"/>
              <a:pPr/>
              <a:t>11</a:t>
            </a:fld>
            <a:endParaRPr lang="da-DK" noProof="0" dirty="0"/>
          </a:p>
        </p:txBody>
      </p:sp>
    </p:spTree>
    <p:extLst>
      <p:ext uri="{BB962C8B-B14F-4D97-AF65-F5344CB8AC3E}">
        <p14:creationId xmlns:p14="http://schemas.microsoft.com/office/powerpoint/2010/main" val="393208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Black-</a:t>
            </a:r>
            <a:r>
              <a:rPr lang="da-DK" dirty="0" err="1"/>
              <a:t>box</a:t>
            </a:r>
            <a:r>
              <a:rPr lang="da-DK" dirty="0"/>
              <a:t> </a:t>
            </a:r>
            <a:r>
              <a:rPr lang="da-DK" dirty="0" err="1"/>
              <a:t>Testing</a:t>
            </a:r>
            <a:endParaRPr lang="da-DK" dirty="0"/>
          </a:p>
        </p:txBody>
      </p:sp>
      <p:sp>
        <p:nvSpPr>
          <p:cNvPr id="3" name="Pladsholder til indhold 2"/>
          <p:cNvSpPr>
            <a:spLocks noGrp="1"/>
          </p:cNvSpPr>
          <p:nvPr>
            <p:ph type="body" sz="quarter" idx="13"/>
          </p:nvPr>
        </p:nvSpPr>
        <p:spPr/>
        <p:txBody>
          <a:bodyPr>
            <a:normAutofit/>
          </a:bodyPr>
          <a:lstStyle/>
          <a:p>
            <a:r>
              <a:rPr lang="en-GB" kern="0" dirty="0"/>
              <a:t>Can be conducted </a:t>
            </a:r>
            <a:r>
              <a:rPr lang="en-GB" b="1" kern="0" dirty="0"/>
              <a:t>at all levels</a:t>
            </a:r>
            <a:endParaRPr lang="en-US" b="1" dirty="0"/>
          </a:p>
          <a:p>
            <a:r>
              <a:rPr lang="da-DK" dirty="0"/>
              <a:t>Tester </a:t>
            </a:r>
            <a:r>
              <a:rPr lang="en-US" dirty="0"/>
              <a:t>constructs</a:t>
            </a:r>
            <a:r>
              <a:rPr lang="da-DK" dirty="0"/>
              <a:t> a ”test data set” (inputs and corresponding expected outputs)</a:t>
            </a:r>
          </a:p>
          <a:p>
            <a:pPr lvl="1"/>
            <a:r>
              <a:rPr lang="en-US" dirty="0"/>
              <a:t>Generation of Test Case input is difficult</a:t>
            </a:r>
          </a:p>
          <a:p>
            <a:pPr lvl="2"/>
            <a:r>
              <a:rPr lang="en-US" dirty="0"/>
              <a:t>Need clear requirements / specification</a:t>
            </a:r>
          </a:p>
          <a:p>
            <a:pPr lvl="1"/>
            <a:r>
              <a:rPr lang="en-US" dirty="0"/>
              <a:t>One must carefully consider what inputs might reveal problems in the program, and use exactly those, </a:t>
            </a:r>
            <a:r>
              <a:rPr lang="en-US" u="sng" dirty="0"/>
              <a:t>not create a large collection of input data sets “just to be on the safe side”</a:t>
            </a:r>
          </a:p>
          <a:p>
            <a:pPr lvl="1"/>
            <a:r>
              <a:rPr lang="en-US" dirty="0"/>
              <a:t>Effective testing means right strategy for generating appropriate set of Test Cases.</a:t>
            </a:r>
          </a:p>
          <a:p>
            <a:pPr lvl="1"/>
            <a:endParaRPr lang="en-US" dirty="0"/>
          </a:p>
          <a:p>
            <a:endParaRPr lang="en-US" dirty="0"/>
          </a:p>
          <a:p>
            <a:endParaRPr lang="en-US" dirty="0"/>
          </a:p>
          <a:p>
            <a:endParaRPr lang="da-DK" dirty="0"/>
          </a:p>
        </p:txBody>
      </p:sp>
      <p:sp>
        <p:nvSpPr>
          <p:cNvPr id="5" name="Pladsholder til slidenummer 4">
            <a:extLst>
              <a:ext uri="{FF2B5EF4-FFF2-40B4-BE49-F238E27FC236}">
                <a16:creationId xmlns:a16="http://schemas.microsoft.com/office/drawing/2014/main" id="{C2211A99-BD02-4B15-9D8A-A8ECC2FEE310}"/>
              </a:ext>
            </a:extLst>
          </p:cNvPr>
          <p:cNvSpPr>
            <a:spLocks noGrp="1"/>
          </p:cNvSpPr>
          <p:nvPr>
            <p:ph type="sldNum" sz="quarter" idx="12"/>
          </p:nvPr>
        </p:nvSpPr>
        <p:spPr/>
        <p:txBody>
          <a:bodyPr/>
          <a:lstStyle/>
          <a:p>
            <a:fld id="{20EB7ABC-56F9-4FEF-9CF0-E2D14234E329}" type="slidenum">
              <a:rPr lang="da-DK" noProof="0" smtClean="0"/>
              <a:pPr/>
              <a:t>12</a:t>
            </a:fld>
            <a:endParaRPr lang="da-DK" noProof="0" dirty="0"/>
          </a:p>
        </p:txBody>
      </p:sp>
    </p:spTree>
    <p:extLst>
      <p:ext uri="{BB962C8B-B14F-4D97-AF65-F5344CB8AC3E}">
        <p14:creationId xmlns:p14="http://schemas.microsoft.com/office/powerpoint/2010/main" val="3836469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Pladsholder til diasnumm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100000"/>
              <a:buBlip>
                <a:blip r:embed="rId2"/>
              </a:buBlip>
              <a:defRPr sz="2800">
                <a:solidFill>
                  <a:schemeClr val="tx1"/>
                </a:solidFill>
                <a:latin typeface="Calibri" pitchFamily="34" charset="0"/>
              </a:defRPr>
            </a:lvl1pPr>
            <a:lvl2pPr marL="742950" indent="-285750" eaLnBrk="0" hangingPunct="0">
              <a:spcBef>
                <a:spcPct val="20000"/>
              </a:spcBef>
              <a:buSzPct val="100000"/>
              <a:buBlip>
                <a:blip r:embed="rId3"/>
              </a:buBlip>
              <a:defRPr sz="2400">
                <a:solidFill>
                  <a:schemeClr val="tx1"/>
                </a:solidFill>
                <a:latin typeface="Calibri" pitchFamily="34" charset="0"/>
              </a:defRPr>
            </a:lvl2pPr>
            <a:lvl3pPr marL="1143000" indent="-228600" eaLnBrk="0" hangingPunct="0">
              <a:spcBef>
                <a:spcPct val="20000"/>
              </a:spcBef>
              <a:buSzPct val="100000"/>
              <a:buBlip>
                <a:blip r:embed="rId4"/>
              </a:buBlip>
              <a:defRPr sz="2400">
                <a:solidFill>
                  <a:schemeClr val="tx1"/>
                </a:solidFill>
                <a:latin typeface="Calibri" pitchFamily="34" charset="0"/>
              </a:defRPr>
            </a:lvl3pPr>
            <a:lvl4pPr marL="1600200" indent="-228600" eaLnBrk="0" hangingPunct="0">
              <a:spcBef>
                <a:spcPct val="20000"/>
              </a:spcBef>
              <a:buSzPct val="100000"/>
              <a:buBlip>
                <a:blip r:embed="rId5"/>
              </a:buBlip>
              <a:defRPr sz="2400">
                <a:solidFill>
                  <a:schemeClr val="tx1"/>
                </a:solidFill>
                <a:latin typeface="Calibri" pitchFamily="34" charset="0"/>
              </a:defRPr>
            </a:lvl4pPr>
            <a:lvl5pPr marL="2057400" indent="-228600" eaLnBrk="0" hangingPunct="0">
              <a:spcBef>
                <a:spcPct val="20000"/>
              </a:spcBef>
              <a:buFont typeface="Lucida Grande"/>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Lucida Grande"/>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Lucida Grande"/>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Lucida Grande"/>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Lucida Grande"/>
              <a:buChar char="⋅"/>
              <a:defRPr sz="2000">
                <a:solidFill>
                  <a:schemeClr val="tx1"/>
                </a:solidFill>
                <a:latin typeface="Calibri" pitchFamily="34" charset="0"/>
              </a:defRPr>
            </a:lvl9pPr>
          </a:lstStyle>
          <a:p>
            <a:pPr eaLnBrk="1" hangingPunct="1">
              <a:spcBef>
                <a:spcPct val="0"/>
              </a:spcBef>
              <a:buClrTx/>
              <a:buSzTx/>
              <a:buFontTx/>
              <a:buNone/>
            </a:pPr>
            <a:fld id="{B411EC6A-F74B-4348-8867-F390F6B6948F}" type="slidenum">
              <a:rPr lang="da-DK" altLang="da-DK" sz="1100">
                <a:solidFill>
                  <a:srgbClr val="776F65"/>
                </a:solidFill>
                <a:latin typeface="Arial" pitchFamily="34" charset="0"/>
              </a:rPr>
              <a:pPr eaLnBrk="1" hangingPunct="1">
                <a:spcBef>
                  <a:spcPct val="0"/>
                </a:spcBef>
                <a:buClrTx/>
                <a:buSzTx/>
                <a:buFontTx/>
                <a:buNone/>
              </a:pPr>
              <a:t>13</a:t>
            </a:fld>
            <a:endParaRPr lang="da-DK" altLang="da-DK" sz="1100">
              <a:solidFill>
                <a:srgbClr val="776F65"/>
              </a:solidFill>
              <a:latin typeface="Arial" pitchFamily="34" charset="0"/>
            </a:endParaRPr>
          </a:p>
        </p:txBody>
      </p:sp>
      <p:sp>
        <p:nvSpPr>
          <p:cNvPr id="9218" name="Rectangle 2"/>
          <p:cNvSpPr>
            <a:spLocks noGrp="1" noChangeArrowheads="1"/>
          </p:cNvSpPr>
          <p:nvPr>
            <p:ph type="title"/>
          </p:nvPr>
        </p:nvSpPr>
        <p:spPr/>
        <p:txBody>
          <a:bodyPr/>
          <a:lstStyle/>
          <a:p>
            <a:pPr eaLnBrk="1" hangingPunct="1"/>
            <a:r>
              <a:rPr lang="da-DK" altLang="da-DK" dirty="0" err="1"/>
              <a:t>Whitebox</a:t>
            </a:r>
            <a:r>
              <a:rPr lang="da-DK" altLang="da-DK" dirty="0"/>
              <a:t> Test</a:t>
            </a:r>
          </a:p>
        </p:txBody>
      </p:sp>
      <p:sp>
        <p:nvSpPr>
          <p:cNvPr id="13317" name="Rectangle 3"/>
          <p:cNvSpPr>
            <a:spLocks noGrp="1" noChangeArrowheads="1"/>
          </p:cNvSpPr>
          <p:nvPr>
            <p:ph type="body" sz="quarter" idx="13"/>
          </p:nvPr>
        </p:nvSpPr>
        <p:spPr>
          <a:xfrm>
            <a:off x="480485" y="1548000"/>
            <a:ext cx="6559593" cy="3960000"/>
          </a:xfrm>
        </p:spPr>
        <p:txBody>
          <a:bodyPr rtlCol="0">
            <a:normAutofit fontScale="92500" lnSpcReduction="10000"/>
          </a:bodyPr>
          <a:lstStyle/>
          <a:p>
            <a:pPr>
              <a:lnSpc>
                <a:spcPct val="120000"/>
              </a:lnSpc>
              <a:buFont typeface="Arial" pitchFamily="34" charset="0"/>
              <a:buChar char="•"/>
              <a:defRPr/>
            </a:pPr>
            <a:r>
              <a:rPr lang="en-US" dirty="0"/>
              <a:t>Know the structure or system code</a:t>
            </a:r>
          </a:p>
          <a:p>
            <a:pPr>
              <a:lnSpc>
                <a:spcPct val="120000"/>
              </a:lnSpc>
              <a:buFont typeface="Arial" pitchFamily="34" charset="0"/>
              <a:buChar char="•"/>
              <a:defRPr/>
            </a:pPr>
            <a:r>
              <a:rPr lang="en-US" dirty="0"/>
              <a:t>100% coverage means that the test comes through all paths in the program</a:t>
            </a:r>
          </a:p>
          <a:p>
            <a:pPr>
              <a:lnSpc>
                <a:spcPct val="120000"/>
              </a:lnSpc>
              <a:buFont typeface="Arial" pitchFamily="34" charset="0"/>
              <a:buChar char="•"/>
              <a:defRPr/>
            </a:pPr>
            <a:r>
              <a:rPr lang="en-US" dirty="0"/>
              <a:t>All logical pathways (</a:t>
            </a:r>
            <a:r>
              <a:rPr lang="en-US" dirty="0" err="1"/>
              <a:t>eg</a:t>
            </a:r>
            <a:r>
              <a:rPr lang="en-US" dirty="0"/>
              <a:t> if-statements) are evaluated to be both true and false</a:t>
            </a:r>
          </a:p>
          <a:p>
            <a:pPr>
              <a:lnSpc>
                <a:spcPct val="120000"/>
              </a:lnSpc>
              <a:buFont typeface="Arial" pitchFamily="34" charset="0"/>
              <a:buChar char="•"/>
              <a:defRPr/>
            </a:pPr>
            <a:r>
              <a:rPr lang="en-US" dirty="0"/>
              <a:t>The coverage rate is measured based on actual passages in relation to possible</a:t>
            </a:r>
          </a:p>
          <a:p>
            <a:pPr>
              <a:lnSpc>
                <a:spcPct val="120000"/>
              </a:lnSpc>
              <a:buFont typeface="Arial" pitchFamily="34" charset="0"/>
              <a:buChar char="•"/>
              <a:defRPr/>
            </a:pPr>
            <a:r>
              <a:rPr lang="en-US" dirty="0"/>
              <a:t>Typically automated tools and analysis tools are used</a:t>
            </a:r>
            <a:endParaRPr lang="da-DK" sz="3600" dirty="0"/>
          </a:p>
        </p:txBody>
      </p:sp>
      <p:sp>
        <p:nvSpPr>
          <p:cNvPr id="13315" name="Pladsholder til diasnummer 5"/>
          <p:cNvSpPr txBox="1">
            <a:spLocks noGrp="1"/>
          </p:cNvSpPr>
          <p:nvPr/>
        </p:nvSpPr>
        <p:spPr>
          <a:xfrm>
            <a:off x="8077200" y="6356351"/>
            <a:ext cx="2133600" cy="365125"/>
          </a:xfrm>
          <a:prstGeom prst="rect">
            <a:avLst/>
          </a:prstGeom>
          <a:noFill/>
        </p:spPr>
        <p:txBody>
          <a:bodyPr anchor="ctr"/>
          <a:lstStyle/>
          <a:p>
            <a:pPr algn="r">
              <a:defRPr/>
            </a:pPr>
            <a:endParaRPr lang="da-DK" sz="1200" dirty="0">
              <a:solidFill>
                <a:schemeClr val="tx1">
                  <a:tint val="75000"/>
                </a:schemeClr>
              </a:solidFill>
              <a:latin typeface="Arial" charset="0"/>
            </a:endParaRPr>
          </a:p>
        </p:txBody>
      </p:sp>
      <p:pic>
        <p:nvPicPr>
          <p:cNvPr id="9224" name="Picture 2"/>
          <p:cNvPicPr>
            <a:picLocks noChangeAspect="1" noChangeArrowheads="1"/>
          </p:cNvPicPr>
          <p:nvPr/>
        </p:nvPicPr>
        <p:blipFill>
          <a:blip r:embed="rId6">
            <a:extLst>
              <a:ext uri="{28A0092B-C50C-407E-A947-70E740481C1C}">
                <a14:useLocalDpi xmlns:a14="http://schemas.microsoft.com/office/drawing/2010/main" val="0"/>
              </a:ext>
            </a:extLst>
          </a:blip>
          <a:srcRect l="14548" t="4599" r="4637"/>
          <a:stretch>
            <a:fillRect/>
          </a:stretch>
        </p:blipFill>
        <p:spPr bwMode="auto">
          <a:xfrm>
            <a:off x="7824192" y="846919"/>
            <a:ext cx="4149772" cy="51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1594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576DAE-FE85-4DA8-A185-1CCB3719817A}"/>
              </a:ext>
            </a:extLst>
          </p:cNvPr>
          <p:cNvSpPr>
            <a:spLocks noGrp="1"/>
          </p:cNvSpPr>
          <p:nvPr>
            <p:ph type="title"/>
          </p:nvPr>
        </p:nvSpPr>
        <p:spPr/>
        <p:txBody>
          <a:bodyPr/>
          <a:lstStyle/>
          <a:p>
            <a:r>
              <a:rPr lang="da-DK" dirty="0"/>
              <a:t>Test</a:t>
            </a:r>
          </a:p>
        </p:txBody>
      </p:sp>
      <p:sp>
        <p:nvSpPr>
          <p:cNvPr id="3" name="Pladsholder til tekst 2">
            <a:extLst>
              <a:ext uri="{FF2B5EF4-FFF2-40B4-BE49-F238E27FC236}">
                <a16:creationId xmlns:a16="http://schemas.microsoft.com/office/drawing/2014/main" id="{F52F1A78-68F2-4ADB-AFCB-313A76D4E6BC}"/>
              </a:ext>
            </a:extLst>
          </p:cNvPr>
          <p:cNvSpPr>
            <a:spLocks noGrp="1"/>
          </p:cNvSpPr>
          <p:nvPr>
            <p:ph type="body" sz="quarter" idx="17"/>
          </p:nvPr>
        </p:nvSpPr>
        <p:spPr/>
        <p:txBody>
          <a:bodyPr/>
          <a:lstStyle/>
          <a:p>
            <a:r>
              <a:rPr lang="en-US" dirty="0" err="1"/>
              <a:t>Ækvivalente</a:t>
            </a:r>
            <a:r>
              <a:rPr lang="en-US" dirty="0"/>
              <a:t> </a:t>
            </a:r>
            <a:r>
              <a:rPr lang="en-US" dirty="0" err="1"/>
              <a:t>klasser</a:t>
            </a:r>
            <a:endParaRPr lang="en-US" dirty="0"/>
          </a:p>
        </p:txBody>
      </p:sp>
    </p:spTree>
    <p:extLst>
      <p:ext uri="{BB962C8B-B14F-4D97-AF65-F5344CB8AC3E}">
        <p14:creationId xmlns:p14="http://schemas.microsoft.com/office/powerpoint/2010/main" val="496950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txBox="1">
            <a:spLocks noChangeArrowheads="1"/>
          </p:cNvSpPr>
          <p:nvPr/>
        </p:nvSpPr>
        <p:spPr>
          <a:xfrm>
            <a:off x="1600200" y="-26988"/>
            <a:ext cx="9067800" cy="685801"/>
          </a:xfrm>
          <a:prstGeom prst="rect">
            <a:avLst/>
          </a:prstGeom>
        </p:spPr>
        <p:txBody>
          <a:bodyPr/>
          <a:lstStyle>
            <a:defPPr>
              <a:defRPr lang="da-DK"/>
            </a:defPPr>
            <a:lvl1pPr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5pPr>
            <a:lvl6pPr marL="2286000" algn="l" defTabSz="914400" rtl="0" eaLnBrk="1" latinLnBrk="0" hangingPunct="1">
              <a:defRPr sz="2400" kern="1200">
                <a:solidFill>
                  <a:schemeClr val="tx1"/>
                </a:solidFill>
                <a:latin typeface="Arial" charset="0"/>
                <a:ea typeface="ＭＳ Ｐゴシック" pitchFamily="1" charset="-128"/>
                <a:cs typeface="+mn-cs"/>
              </a:defRPr>
            </a:lvl6pPr>
            <a:lvl7pPr marL="2743200" algn="l" defTabSz="914400" rtl="0" eaLnBrk="1" latinLnBrk="0" hangingPunct="1">
              <a:defRPr sz="2400" kern="1200">
                <a:solidFill>
                  <a:schemeClr val="tx1"/>
                </a:solidFill>
                <a:latin typeface="Arial" charset="0"/>
                <a:ea typeface="ＭＳ Ｐゴシック" pitchFamily="1" charset="-128"/>
                <a:cs typeface="+mn-cs"/>
              </a:defRPr>
            </a:lvl7pPr>
            <a:lvl8pPr marL="3200400" algn="l" defTabSz="914400" rtl="0" eaLnBrk="1" latinLnBrk="0" hangingPunct="1">
              <a:defRPr sz="2400" kern="1200">
                <a:solidFill>
                  <a:schemeClr val="tx1"/>
                </a:solidFill>
                <a:latin typeface="Arial" charset="0"/>
                <a:ea typeface="ＭＳ Ｐゴシック" pitchFamily="1" charset="-128"/>
                <a:cs typeface="+mn-cs"/>
              </a:defRPr>
            </a:lvl8pPr>
            <a:lvl9pPr marL="3657600" algn="l" defTabSz="914400" rtl="0" eaLnBrk="1" latinLnBrk="0" hangingPunct="1">
              <a:defRPr sz="2400" kern="1200">
                <a:solidFill>
                  <a:schemeClr val="tx1"/>
                </a:solidFill>
                <a:latin typeface="Arial" charset="0"/>
                <a:ea typeface="ＭＳ Ｐゴシック" pitchFamily="1" charset="-128"/>
                <a:cs typeface="+mn-cs"/>
              </a:defRPr>
            </a:lvl9pPr>
          </a:lstStyle>
          <a:p>
            <a:pPr eaLnBrk="1" hangingPunct="1">
              <a:defRPr/>
            </a:pPr>
            <a:r>
              <a:rPr lang="en-GB" sz="3200" kern="0" dirty="0">
                <a:solidFill>
                  <a:schemeClr val="bg1"/>
                </a:solidFill>
                <a:latin typeface="+mj-lt"/>
                <a:ea typeface="+mj-ea"/>
                <a:cs typeface="+mj-cs"/>
              </a:rPr>
              <a:t>Black-box Testing: Equivalence Class Partitioning and Boundary Value Testing </a:t>
            </a:r>
          </a:p>
        </p:txBody>
      </p:sp>
      <p:sp>
        <p:nvSpPr>
          <p:cNvPr id="6" name="Pladsholder til slidenummer 5">
            <a:extLst>
              <a:ext uri="{FF2B5EF4-FFF2-40B4-BE49-F238E27FC236}">
                <a16:creationId xmlns:a16="http://schemas.microsoft.com/office/drawing/2014/main" id="{E8E606EC-0CED-4240-96D5-B1379A5AD302}"/>
              </a:ext>
            </a:extLst>
          </p:cNvPr>
          <p:cNvSpPr>
            <a:spLocks noGrp="1"/>
          </p:cNvSpPr>
          <p:nvPr>
            <p:ph type="sldNum" sz="quarter" idx="12"/>
          </p:nvPr>
        </p:nvSpPr>
        <p:spPr/>
        <p:txBody>
          <a:bodyPr/>
          <a:lstStyle/>
          <a:p>
            <a:fld id="{20EB7ABC-56F9-4FEF-9CF0-E2D14234E329}" type="slidenum">
              <a:rPr lang="da-DK" noProof="0" smtClean="0"/>
              <a:pPr/>
              <a:t>15</a:t>
            </a:fld>
            <a:endParaRPr lang="da-DK" noProof="0" dirty="0"/>
          </a:p>
        </p:txBody>
      </p:sp>
      <p:sp>
        <p:nvSpPr>
          <p:cNvPr id="2" name="Titel 1">
            <a:extLst>
              <a:ext uri="{FF2B5EF4-FFF2-40B4-BE49-F238E27FC236}">
                <a16:creationId xmlns:a16="http://schemas.microsoft.com/office/drawing/2014/main" id="{2196DD0F-192A-45DB-9DD2-8FA70EA07594}"/>
              </a:ext>
            </a:extLst>
          </p:cNvPr>
          <p:cNvSpPr>
            <a:spLocks noGrp="1"/>
          </p:cNvSpPr>
          <p:nvPr>
            <p:ph type="title"/>
          </p:nvPr>
        </p:nvSpPr>
        <p:spPr>
          <a:xfrm>
            <a:off x="468000" y="332656"/>
            <a:ext cx="11232000" cy="891344"/>
          </a:xfrm>
        </p:spPr>
        <p:txBody>
          <a:bodyPr/>
          <a:lstStyle/>
          <a:p>
            <a:r>
              <a:rPr lang="en-US" dirty="0"/>
              <a:t>Equivalence Class Partitioning and Boundary Value Testing</a:t>
            </a:r>
            <a:endParaRPr lang="da-DK" dirty="0"/>
          </a:p>
        </p:txBody>
      </p:sp>
      <p:sp>
        <p:nvSpPr>
          <p:cNvPr id="3" name="Pladsholder til tekst 2">
            <a:extLst>
              <a:ext uri="{FF2B5EF4-FFF2-40B4-BE49-F238E27FC236}">
                <a16:creationId xmlns:a16="http://schemas.microsoft.com/office/drawing/2014/main" id="{3423F165-BE1F-4F1F-9FBB-006690F5C589}"/>
              </a:ext>
            </a:extLst>
          </p:cNvPr>
          <p:cNvSpPr>
            <a:spLocks noGrp="1"/>
          </p:cNvSpPr>
          <p:nvPr>
            <p:ph type="body" sz="quarter" idx="13"/>
          </p:nvPr>
        </p:nvSpPr>
        <p:spPr/>
        <p:txBody>
          <a:bodyPr/>
          <a:lstStyle/>
          <a:p>
            <a:pPr>
              <a:spcBef>
                <a:spcPct val="0"/>
              </a:spcBef>
              <a:buSzTx/>
              <a:buFontTx/>
              <a:buChar char="•"/>
            </a:pPr>
            <a:endParaRPr lang="en-GB" sz="2400" dirty="0">
              <a:latin typeface="Arial" panose="020B0604020202020204" pitchFamily="34" charset="0"/>
              <a:ea typeface="MS PGothic" panose="020B0600070205080204" pitchFamily="34" charset="-128"/>
            </a:endParaRPr>
          </a:p>
          <a:p>
            <a:pPr>
              <a:spcBef>
                <a:spcPct val="0"/>
              </a:spcBef>
              <a:buSzTx/>
              <a:buFontTx/>
              <a:buChar char="•"/>
            </a:pPr>
            <a:r>
              <a:rPr lang="en-GB" sz="2400" dirty="0">
                <a:latin typeface="Arial" panose="020B0604020202020204" pitchFamily="34" charset="0"/>
                <a:ea typeface="MS PGothic" panose="020B0600070205080204" pitchFamily="34" charset="-128"/>
              </a:rPr>
              <a:t>Black-box testing</a:t>
            </a:r>
          </a:p>
          <a:p>
            <a:pPr>
              <a:spcBef>
                <a:spcPct val="0"/>
              </a:spcBef>
              <a:buSzTx/>
              <a:buFontTx/>
              <a:buChar char="•"/>
            </a:pPr>
            <a:r>
              <a:rPr lang="en-GB" sz="2400" dirty="0">
                <a:latin typeface="Arial" panose="020B0604020202020204" pitchFamily="34" charset="0"/>
                <a:ea typeface="MS PGothic" panose="020B0600070205080204" pitchFamily="34" charset="-128"/>
              </a:rPr>
              <a:t>Often it is impossible to create Test Cases for all input values</a:t>
            </a:r>
          </a:p>
          <a:p>
            <a:pPr>
              <a:spcBef>
                <a:spcPct val="0"/>
              </a:spcBef>
              <a:buSzTx/>
              <a:buFontTx/>
              <a:buChar char="•"/>
            </a:pPr>
            <a:r>
              <a:rPr lang="en-GB" sz="2400" dirty="0">
                <a:latin typeface="Arial" panose="020B0604020202020204" pitchFamily="34" charset="0"/>
                <a:ea typeface="MS PGothic" panose="020B0600070205080204" pitchFamily="34" charset="-128"/>
              </a:rPr>
              <a:t>Used to reduce the total number of Test Cases to a finite set of testable Test Cases, still covering maximum requirements</a:t>
            </a:r>
          </a:p>
          <a:p>
            <a:pPr marL="0" indent="0">
              <a:spcBef>
                <a:spcPct val="0"/>
              </a:spcBef>
              <a:buSzTx/>
              <a:buNone/>
            </a:pPr>
            <a:endParaRPr lang="en-GB" dirty="0"/>
          </a:p>
          <a:p>
            <a:pPr>
              <a:spcBef>
                <a:spcPct val="0"/>
              </a:spcBef>
              <a:buSzTx/>
            </a:pPr>
            <a:r>
              <a:rPr lang="en-GB" sz="2400" dirty="0"/>
              <a:t>How do we do that?</a:t>
            </a:r>
          </a:p>
        </p:txBody>
      </p:sp>
    </p:spTree>
    <p:extLst>
      <p:ext uri="{BB962C8B-B14F-4D97-AF65-F5344CB8AC3E}">
        <p14:creationId xmlns:p14="http://schemas.microsoft.com/office/powerpoint/2010/main" val="2309938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txBox="1">
            <a:spLocks noChangeArrowheads="1"/>
          </p:cNvSpPr>
          <p:nvPr/>
        </p:nvSpPr>
        <p:spPr>
          <a:xfrm>
            <a:off x="1600200" y="-26988"/>
            <a:ext cx="9067800" cy="685801"/>
          </a:xfrm>
          <a:prstGeom prst="rect">
            <a:avLst/>
          </a:prstGeom>
        </p:spPr>
        <p:txBody>
          <a:bodyPr/>
          <a:lstStyle>
            <a:defPPr>
              <a:defRPr lang="da-DK"/>
            </a:defPPr>
            <a:lvl1pPr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5pPr>
            <a:lvl6pPr marL="2286000" algn="l" defTabSz="914400" rtl="0" eaLnBrk="1" latinLnBrk="0" hangingPunct="1">
              <a:defRPr sz="2400" kern="1200">
                <a:solidFill>
                  <a:schemeClr val="tx1"/>
                </a:solidFill>
                <a:latin typeface="Arial" charset="0"/>
                <a:ea typeface="ＭＳ Ｐゴシック" pitchFamily="1" charset="-128"/>
                <a:cs typeface="+mn-cs"/>
              </a:defRPr>
            </a:lvl6pPr>
            <a:lvl7pPr marL="2743200" algn="l" defTabSz="914400" rtl="0" eaLnBrk="1" latinLnBrk="0" hangingPunct="1">
              <a:defRPr sz="2400" kern="1200">
                <a:solidFill>
                  <a:schemeClr val="tx1"/>
                </a:solidFill>
                <a:latin typeface="Arial" charset="0"/>
                <a:ea typeface="ＭＳ Ｐゴシック" pitchFamily="1" charset="-128"/>
                <a:cs typeface="+mn-cs"/>
              </a:defRPr>
            </a:lvl7pPr>
            <a:lvl8pPr marL="3200400" algn="l" defTabSz="914400" rtl="0" eaLnBrk="1" latinLnBrk="0" hangingPunct="1">
              <a:defRPr sz="2400" kern="1200">
                <a:solidFill>
                  <a:schemeClr val="tx1"/>
                </a:solidFill>
                <a:latin typeface="Arial" charset="0"/>
                <a:ea typeface="ＭＳ Ｐゴシック" pitchFamily="1" charset="-128"/>
                <a:cs typeface="+mn-cs"/>
              </a:defRPr>
            </a:lvl8pPr>
            <a:lvl9pPr marL="3657600" algn="l" defTabSz="914400" rtl="0" eaLnBrk="1" latinLnBrk="0" hangingPunct="1">
              <a:defRPr sz="2400" kern="1200">
                <a:solidFill>
                  <a:schemeClr val="tx1"/>
                </a:solidFill>
                <a:latin typeface="Arial" charset="0"/>
                <a:ea typeface="ＭＳ Ｐゴシック" pitchFamily="1" charset="-128"/>
                <a:cs typeface="+mn-cs"/>
              </a:defRPr>
            </a:lvl9pPr>
          </a:lstStyle>
          <a:p>
            <a:pPr eaLnBrk="1" hangingPunct="1">
              <a:defRPr/>
            </a:pPr>
            <a:r>
              <a:rPr lang="en-GB" sz="3200" kern="0" dirty="0">
                <a:solidFill>
                  <a:schemeClr val="bg1"/>
                </a:solidFill>
                <a:latin typeface="+mj-lt"/>
                <a:ea typeface="+mj-ea"/>
                <a:cs typeface="+mj-cs"/>
              </a:rPr>
              <a:t>Black-box Testing: Equivalence Class Partitioning and Boundary Value Testing </a:t>
            </a:r>
          </a:p>
        </p:txBody>
      </p:sp>
      <p:grpSp>
        <p:nvGrpSpPr>
          <p:cNvPr id="4" name="Gruppe 3">
            <a:extLst>
              <a:ext uri="{FF2B5EF4-FFF2-40B4-BE49-F238E27FC236}">
                <a16:creationId xmlns:a16="http://schemas.microsoft.com/office/drawing/2014/main" id="{67873197-DF44-4286-B6E3-D23620A54CBF}"/>
              </a:ext>
            </a:extLst>
          </p:cNvPr>
          <p:cNvGrpSpPr/>
          <p:nvPr/>
        </p:nvGrpSpPr>
        <p:grpSpPr>
          <a:xfrm>
            <a:off x="1487488" y="5039687"/>
            <a:ext cx="8928992" cy="936625"/>
            <a:chOff x="3143250" y="5300663"/>
            <a:chExt cx="6019800" cy="936625"/>
          </a:xfrm>
        </p:grpSpPr>
        <p:grpSp>
          <p:nvGrpSpPr>
            <p:cNvPr id="19461" name="Group 4"/>
            <p:cNvGrpSpPr>
              <a:grpSpLocks/>
            </p:cNvGrpSpPr>
            <p:nvPr/>
          </p:nvGrpSpPr>
          <p:grpSpPr bwMode="auto">
            <a:xfrm>
              <a:off x="3143250" y="5551488"/>
              <a:ext cx="6019800" cy="685800"/>
              <a:chOff x="1152" y="3504"/>
              <a:chExt cx="3792" cy="432"/>
            </a:xfrm>
          </p:grpSpPr>
          <p:sp>
            <p:nvSpPr>
              <p:cNvPr id="19467" name="Line 5"/>
              <p:cNvSpPr>
                <a:spLocks noChangeShapeType="1"/>
              </p:cNvSpPr>
              <p:nvPr/>
            </p:nvSpPr>
            <p:spPr bwMode="auto">
              <a:xfrm>
                <a:off x="1200" y="3618"/>
                <a:ext cx="3744" cy="0"/>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8" name="Line 6"/>
              <p:cNvSpPr>
                <a:spLocks noChangeShapeType="1"/>
              </p:cNvSpPr>
              <p:nvPr/>
            </p:nvSpPr>
            <p:spPr bwMode="auto">
              <a:xfrm>
                <a:off x="2160" y="3504"/>
                <a:ext cx="0" cy="242"/>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9" name="Line 7"/>
              <p:cNvSpPr>
                <a:spLocks noChangeShapeType="1"/>
              </p:cNvSpPr>
              <p:nvPr/>
            </p:nvSpPr>
            <p:spPr bwMode="auto">
              <a:xfrm>
                <a:off x="3792" y="3504"/>
                <a:ext cx="0" cy="242"/>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70" name="Text Box 8"/>
              <p:cNvSpPr txBox="1">
                <a:spLocks noChangeArrowheads="1"/>
              </p:cNvSpPr>
              <p:nvPr/>
            </p:nvSpPr>
            <p:spPr bwMode="auto">
              <a:xfrm>
                <a:off x="2448" y="3648"/>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b="1">
                    <a:solidFill>
                      <a:srgbClr val="A50021"/>
                    </a:solidFill>
                  </a:rPr>
                  <a:t>Valid</a:t>
                </a:r>
                <a:endParaRPr lang="en-US" altLang="da-DK">
                  <a:solidFill>
                    <a:srgbClr val="FFFF66"/>
                  </a:solidFill>
                </a:endParaRPr>
              </a:p>
            </p:txBody>
          </p:sp>
          <p:sp>
            <p:nvSpPr>
              <p:cNvPr id="19471" name="Text Box 9"/>
              <p:cNvSpPr txBox="1">
                <a:spLocks noChangeArrowheads="1"/>
              </p:cNvSpPr>
              <p:nvPr/>
            </p:nvSpPr>
            <p:spPr bwMode="auto">
              <a:xfrm>
                <a:off x="1152" y="3648"/>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b="1">
                    <a:solidFill>
                      <a:srgbClr val="A50021"/>
                    </a:solidFill>
                  </a:rPr>
                  <a:t>Invalid</a:t>
                </a:r>
                <a:endParaRPr lang="en-US" altLang="da-DK">
                  <a:solidFill>
                    <a:srgbClr val="FFFF66"/>
                  </a:solidFill>
                </a:endParaRPr>
              </a:p>
            </p:txBody>
          </p:sp>
          <p:sp>
            <p:nvSpPr>
              <p:cNvPr id="19472" name="Text Box 10"/>
              <p:cNvSpPr txBox="1">
                <a:spLocks noChangeArrowheads="1"/>
              </p:cNvSpPr>
              <p:nvPr/>
            </p:nvSpPr>
            <p:spPr bwMode="auto">
              <a:xfrm>
                <a:off x="3936" y="3648"/>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b="1">
                    <a:solidFill>
                      <a:srgbClr val="A50021"/>
                    </a:solidFill>
                  </a:rPr>
                  <a:t>Invalid</a:t>
                </a:r>
                <a:endParaRPr lang="en-US" altLang="da-DK">
                  <a:solidFill>
                    <a:srgbClr val="FFFF66"/>
                  </a:solidFill>
                </a:endParaRPr>
              </a:p>
            </p:txBody>
          </p:sp>
        </p:grpSp>
        <p:cxnSp>
          <p:nvCxnSpPr>
            <p:cNvPr id="32" name="Lige pilforbindelse 31"/>
            <p:cNvCxnSpPr/>
            <p:nvPr/>
          </p:nvCxnSpPr>
          <p:spPr>
            <a:xfrm>
              <a:off x="4656138" y="5300663"/>
              <a:ext cx="0" cy="43180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3" name="Lige pilforbindelse 32"/>
            <p:cNvCxnSpPr/>
            <p:nvPr/>
          </p:nvCxnSpPr>
          <p:spPr>
            <a:xfrm>
              <a:off x="4800600" y="5300663"/>
              <a:ext cx="0" cy="43180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4" name="Lige pilforbindelse 33"/>
            <p:cNvCxnSpPr/>
            <p:nvPr/>
          </p:nvCxnSpPr>
          <p:spPr>
            <a:xfrm>
              <a:off x="7248525" y="5300663"/>
              <a:ext cx="0" cy="43180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5" name="Lige pilforbindelse 34"/>
            <p:cNvCxnSpPr/>
            <p:nvPr/>
          </p:nvCxnSpPr>
          <p:spPr>
            <a:xfrm>
              <a:off x="7400925" y="5300663"/>
              <a:ext cx="0" cy="43180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grpSp>
      <p:sp>
        <p:nvSpPr>
          <p:cNvPr id="2" name="Titel 1">
            <a:extLst>
              <a:ext uri="{FF2B5EF4-FFF2-40B4-BE49-F238E27FC236}">
                <a16:creationId xmlns:a16="http://schemas.microsoft.com/office/drawing/2014/main" id="{2196DD0F-192A-45DB-9DD2-8FA70EA07594}"/>
              </a:ext>
            </a:extLst>
          </p:cNvPr>
          <p:cNvSpPr>
            <a:spLocks noGrp="1"/>
          </p:cNvSpPr>
          <p:nvPr>
            <p:ph type="title"/>
          </p:nvPr>
        </p:nvSpPr>
        <p:spPr>
          <a:xfrm>
            <a:off x="468000" y="332656"/>
            <a:ext cx="11232000" cy="891344"/>
          </a:xfrm>
        </p:spPr>
        <p:txBody>
          <a:bodyPr/>
          <a:lstStyle/>
          <a:p>
            <a:r>
              <a:rPr lang="en-US" dirty="0"/>
              <a:t>Black-box Testing: Equivalence Class Partitioning and Boundary Value Testing</a:t>
            </a:r>
            <a:endParaRPr lang="da-DK" dirty="0"/>
          </a:p>
        </p:txBody>
      </p:sp>
      <p:sp>
        <p:nvSpPr>
          <p:cNvPr id="3" name="Pladsholder til tekst 2">
            <a:extLst>
              <a:ext uri="{FF2B5EF4-FFF2-40B4-BE49-F238E27FC236}">
                <a16:creationId xmlns:a16="http://schemas.microsoft.com/office/drawing/2014/main" id="{3423F165-BE1F-4F1F-9FBB-006690F5C589}"/>
              </a:ext>
            </a:extLst>
          </p:cNvPr>
          <p:cNvSpPr>
            <a:spLocks noGrp="1"/>
          </p:cNvSpPr>
          <p:nvPr>
            <p:ph type="body" sz="quarter" idx="13"/>
          </p:nvPr>
        </p:nvSpPr>
        <p:spPr/>
        <p:txBody>
          <a:bodyPr/>
          <a:lstStyle/>
          <a:p>
            <a:pPr>
              <a:spcBef>
                <a:spcPct val="0"/>
              </a:spcBef>
              <a:buSzTx/>
              <a:buFontTx/>
              <a:buChar char="•"/>
            </a:pPr>
            <a:r>
              <a:rPr lang="en-GB" altLang="da-DK" sz="2000" dirty="0">
                <a:latin typeface="Arial" panose="020B0604020202020204" pitchFamily="34" charset="0"/>
                <a:ea typeface="MS PGothic" panose="020B0600070205080204" pitchFamily="34" charset="-128"/>
              </a:rPr>
              <a:t>The role of Equivalence Class Partitioning and Boundary Value Testing</a:t>
            </a:r>
          </a:p>
          <a:p>
            <a:pPr lvl="1">
              <a:spcBef>
                <a:spcPct val="0"/>
              </a:spcBef>
              <a:buSzTx/>
              <a:buFont typeface="Wingdings" panose="05000000000000000000" pitchFamily="2" charset="2"/>
              <a:buChar char="Ø"/>
            </a:pPr>
            <a:r>
              <a:rPr lang="en-GB" altLang="da-DK" sz="2000" dirty="0">
                <a:latin typeface="Arial" panose="020B0604020202020204" pitchFamily="34" charset="0"/>
                <a:ea typeface="MS PGothic" panose="020B0600070205080204" pitchFamily="34" charset="-128"/>
              </a:rPr>
              <a:t>Create the minimum number of Black Box Tests needed while still providing adequate coverage</a:t>
            </a:r>
          </a:p>
          <a:p>
            <a:pPr>
              <a:spcBef>
                <a:spcPct val="0"/>
              </a:spcBef>
              <a:buSzTx/>
              <a:buFontTx/>
              <a:buChar char="•"/>
            </a:pPr>
            <a:r>
              <a:rPr lang="en-GB" altLang="da-DK" sz="2000" dirty="0">
                <a:latin typeface="Arial" panose="020B0604020202020204" pitchFamily="34" charset="0"/>
                <a:ea typeface="MS PGothic" panose="020B0600070205080204" pitchFamily="34" charset="-128"/>
              </a:rPr>
              <a:t>Steps</a:t>
            </a:r>
          </a:p>
          <a:p>
            <a:pPr lvl="1">
              <a:spcBef>
                <a:spcPct val="0"/>
              </a:spcBef>
              <a:buSzTx/>
              <a:buFontTx/>
              <a:buAutoNum type="arabicPeriod"/>
            </a:pPr>
            <a:r>
              <a:rPr lang="en-GB" altLang="da-DK" sz="2000" dirty="0">
                <a:latin typeface="Arial" panose="020B0604020202020204" pitchFamily="34" charset="0"/>
                <a:ea typeface="MS PGothic" panose="020B0600070205080204" pitchFamily="34" charset="-128"/>
              </a:rPr>
              <a:t>Identify Equivalence Classes – the input ranges which are treated the same by the software</a:t>
            </a:r>
          </a:p>
          <a:p>
            <a:pPr lvl="2">
              <a:spcBef>
                <a:spcPct val="0"/>
              </a:spcBef>
              <a:buSzTx/>
              <a:buFont typeface="Wingdings" panose="05000000000000000000" pitchFamily="2" charset="2"/>
              <a:buChar char="Ø"/>
            </a:pPr>
            <a:r>
              <a:rPr lang="en-GB" altLang="da-DK" dirty="0">
                <a:latin typeface="Arial" panose="020B0604020202020204" pitchFamily="34" charset="0"/>
                <a:ea typeface="MS PGothic" panose="020B0600070205080204" pitchFamily="34" charset="-128"/>
              </a:rPr>
              <a:t>Valid classes: legal input ranges</a:t>
            </a:r>
          </a:p>
          <a:p>
            <a:pPr lvl="2">
              <a:spcBef>
                <a:spcPct val="0"/>
              </a:spcBef>
              <a:buSzTx/>
              <a:buFont typeface="Wingdings" panose="05000000000000000000" pitchFamily="2" charset="2"/>
              <a:buChar char="Ø"/>
            </a:pPr>
            <a:r>
              <a:rPr lang="en-GB" altLang="da-DK" dirty="0">
                <a:latin typeface="Arial" panose="020B0604020202020204" pitchFamily="34" charset="0"/>
                <a:ea typeface="MS PGothic" panose="020B0600070205080204" pitchFamily="34" charset="-128"/>
              </a:rPr>
              <a:t>Invalid classes: illegal or out of range input values</a:t>
            </a:r>
          </a:p>
          <a:p>
            <a:pPr lvl="1">
              <a:spcBef>
                <a:spcPct val="0"/>
              </a:spcBef>
              <a:buSzTx/>
              <a:buFont typeface="Calibri" panose="020F0502020204030204" pitchFamily="34" charset="0"/>
              <a:buAutoNum type="arabicPeriod"/>
            </a:pPr>
            <a:r>
              <a:rPr lang="en-GB" altLang="da-DK" sz="2000" dirty="0">
                <a:latin typeface="Arial" panose="020B0604020202020204" pitchFamily="34" charset="0"/>
                <a:ea typeface="MS PGothic" panose="020B0600070205080204" pitchFamily="34" charset="-128"/>
              </a:rPr>
              <a:t>Test Cases at the boundary of each Equivalence Class (if numeric)</a:t>
            </a:r>
          </a:p>
          <a:p>
            <a:pPr lvl="3">
              <a:spcBef>
                <a:spcPct val="0"/>
              </a:spcBef>
              <a:buSzTx/>
              <a:buFont typeface="Calibri" panose="020F0502020204030204" pitchFamily="34" charset="0"/>
              <a:buAutoNum type="alphaLcParenR"/>
            </a:pPr>
            <a:r>
              <a:rPr lang="en-GB" altLang="da-DK" sz="2000" dirty="0">
                <a:latin typeface="Arial" panose="020B0604020202020204" pitchFamily="34" charset="0"/>
                <a:ea typeface="MS PGothic" panose="020B0600070205080204" pitchFamily="34" charset="-128"/>
              </a:rPr>
              <a:t>Just below the boundary</a:t>
            </a:r>
          </a:p>
          <a:p>
            <a:pPr lvl="3">
              <a:spcBef>
                <a:spcPct val="0"/>
              </a:spcBef>
              <a:buSzTx/>
              <a:buFont typeface="Calibri" panose="020F0502020204030204" pitchFamily="34" charset="0"/>
              <a:buAutoNum type="alphaLcParenR"/>
            </a:pPr>
            <a:r>
              <a:rPr lang="en-GB" altLang="da-DK" sz="2000" dirty="0">
                <a:latin typeface="Arial" panose="020B0604020202020204" pitchFamily="34" charset="0"/>
                <a:ea typeface="MS PGothic" panose="020B0600070205080204" pitchFamily="34" charset="-128"/>
              </a:rPr>
              <a:t>Just above the boundary</a:t>
            </a:r>
          </a:p>
          <a:p>
            <a:endParaRPr lang="da-DK" dirty="0"/>
          </a:p>
        </p:txBody>
      </p:sp>
      <p:sp>
        <p:nvSpPr>
          <p:cNvPr id="6" name="Pladsholder til slidenummer 5">
            <a:extLst>
              <a:ext uri="{FF2B5EF4-FFF2-40B4-BE49-F238E27FC236}">
                <a16:creationId xmlns:a16="http://schemas.microsoft.com/office/drawing/2014/main" id="{E8E606EC-0CED-4240-96D5-B1379A5AD302}"/>
              </a:ext>
            </a:extLst>
          </p:cNvPr>
          <p:cNvSpPr>
            <a:spLocks noGrp="1"/>
          </p:cNvSpPr>
          <p:nvPr>
            <p:ph type="sldNum" sz="quarter" idx="12"/>
          </p:nvPr>
        </p:nvSpPr>
        <p:spPr/>
        <p:txBody>
          <a:bodyPr/>
          <a:lstStyle/>
          <a:p>
            <a:fld id="{20EB7ABC-56F9-4FEF-9CF0-E2D14234E329}" type="slidenum">
              <a:rPr lang="da-DK" noProof="0" smtClean="0"/>
              <a:pPr/>
              <a:t>16</a:t>
            </a:fld>
            <a:endParaRPr lang="da-DK" noProof="0" dirty="0"/>
          </a:p>
        </p:txBody>
      </p:sp>
    </p:spTree>
    <p:extLst>
      <p:ext uri="{BB962C8B-B14F-4D97-AF65-F5344CB8AC3E}">
        <p14:creationId xmlns:p14="http://schemas.microsoft.com/office/powerpoint/2010/main" val="1133898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3785D8-29A3-49E2-B415-FE1857B626D3}"/>
              </a:ext>
            </a:extLst>
          </p:cNvPr>
          <p:cNvSpPr>
            <a:spLocks noGrp="1"/>
          </p:cNvSpPr>
          <p:nvPr>
            <p:ph type="title"/>
          </p:nvPr>
        </p:nvSpPr>
        <p:spPr/>
        <p:txBody>
          <a:bodyPr/>
          <a:lstStyle/>
          <a:p>
            <a:r>
              <a:rPr lang="da-DK" dirty="0" err="1"/>
              <a:t>Equivalence</a:t>
            </a:r>
            <a:r>
              <a:rPr lang="da-DK" dirty="0"/>
              <a:t> Class</a:t>
            </a:r>
          </a:p>
        </p:txBody>
      </p:sp>
      <p:sp>
        <p:nvSpPr>
          <p:cNvPr id="3" name="Pladsholder til indhold 2">
            <a:extLst>
              <a:ext uri="{FF2B5EF4-FFF2-40B4-BE49-F238E27FC236}">
                <a16:creationId xmlns:a16="http://schemas.microsoft.com/office/drawing/2014/main" id="{FC87B94F-B5C1-4182-A8EA-BC018532CBB6}"/>
              </a:ext>
            </a:extLst>
          </p:cNvPr>
          <p:cNvSpPr>
            <a:spLocks noGrp="1"/>
          </p:cNvSpPr>
          <p:nvPr>
            <p:ph type="body" sz="quarter" idx="13"/>
          </p:nvPr>
        </p:nvSpPr>
        <p:spPr/>
        <p:txBody>
          <a:bodyPr>
            <a:normAutofit/>
          </a:bodyPr>
          <a:lstStyle/>
          <a:p>
            <a:r>
              <a:rPr lang="en-US" dirty="0"/>
              <a:t>ECs are subsets of input data, where testing any one value in the set should be the same as testing the others.</a:t>
            </a:r>
          </a:p>
          <a:p>
            <a:endParaRPr lang="en-US" dirty="0"/>
          </a:p>
          <a:p>
            <a:r>
              <a:rPr lang="en-US" u="sng" dirty="0"/>
              <a:t>Example</a:t>
            </a:r>
            <a:r>
              <a:rPr lang="en-US" dirty="0"/>
              <a:t>: UI with just two fields for creating a user account. </a:t>
            </a:r>
            <a:r>
              <a:rPr lang="en-US" b="1" i="1" dirty="0"/>
              <a:t>Username</a:t>
            </a:r>
            <a:r>
              <a:rPr lang="en-US" dirty="0"/>
              <a:t> can be between 1 and 25 characters but can’t contain a space. </a:t>
            </a:r>
            <a:r>
              <a:rPr lang="en-US" b="1" i="1" dirty="0"/>
              <a:t>Sex</a:t>
            </a:r>
            <a:r>
              <a:rPr lang="en-US" dirty="0"/>
              <a:t> can be either Male or Female </a:t>
            </a:r>
          </a:p>
          <a:p>
            <a:endParaRPr lang="en-US" dirty="0"/>
          </a:p>
          <a:p>
            <a:endParaRPr lang="en-US" dirty="0"/>
          </a:p>
          <a:p>
            <a:pPr marL="0" indent="0" algn="r">
              <a:buNone/>
            </a:pPr>
            <a:r>
              <a:rPr lang="en-US" dirty="0"/>
              <a:t>(</a:t>
            </a:r>
            <a:r>
              <a:rPr lang="en-US" dirty="0">
                <a:hlinkClick r:id="rId2"/>
              </a:rPr>
              <a:t>E</a:t>
            </a:r>
            <a:r>
              <a:rPr lang="da-DK" dirty="0" err="1">
                <a:hlinkClick r:id="rId2"/>
              </a:rPr>
              <a:t>quivalence</a:t>
            </a:r>
            <a:r>
              <a:rPr lang="da-DK" dirty="0">
                <a:hlinkClick r:id="rId2"/>
              </a:rPr>
              <a:t> class - </a:t>
            </a:r>
            <a:r>
              <a:rPr lang="da-DK" dirty="0" err="1">
                <a:hlinkClick r:id="rId2"/>
              </a:rPr>
              <a:t>explanation</a:t>
            </a:r>
            <a:r>
              <a:rPr lang="en-US" dirty="0"/>
              <a:t>).</a:t>
            </a:r>
            <a:endParaRPr lang="da-DK" dirty="0"/>
          </a:p>
        </p:txBody>
      </p:sp>
      <p:sp>
        <p:nvSpPr>
          <p:cNvPr id="5" name="Pladsholder til slidenummer 4">
            <a:extLst>
              <a:ext uri="{FF2B5EF4-FFF2-40B4-BE49-F238E27FC236}">
                <a16:creationId xmlns:a16="http://schemas.microsoft.com/office/drawing/2014/main" id="{2C3D7BDE-61A0-4236-B69F-0E2EB6C8FC6E}"/>
              </a:ext>
            </a:extLst>
          </p:cNvPr>
          <p:cNvSpPr>
            <a:spLocks noGrp="1"/>
          </p:cNvSpPr>
          <p:nvPr>
            <p:ph type="sldNum" sz="quarter" idx="12"/>
          </p:nvPr>
        </p:nvSpPr>
        <p:spPr/>
        <p:txBody>
          <a:bodyPr/>
          <a:lstStyle/>
          <a:p>
            <a:fld id="{20EB7ABC-56F9-4FEF-9CF0-E2D14234E329}" type="slidenum">
              <a:rPr lang="da-DK" noProof="0" smtClean="0"/>
              <a:pPr/>
              <a:t>17</a:t>
            </a:fld>
            <a:endParaRPr lang="da-DK" noProof="0" dirty="0"/>
          </a:p>
        </p:txBody>
      </p:sp>
    </p:spTree>
    <p:extLst>
      <p:ext uri="{BB962C8B-B14F-4D97-AF65-F5344CB8AC3E}">
        <p14:creationId xmlns:p14="http://schemas.microsoft.com/office/powerpoint/2010/main" val="546424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15CA54-D91E-44AA-AE82-EBE58014C145}"/>
              </a:ext>
            </a:extLst>
          </p:cNvPr>
          <p:cNvSpPr>
            <a:spLocks noGrp="1"/>
          </p:cNvSpPr>
          <p:nvPr>
            <p:ph type="title"/>
          </p:nvPr>
        </p:nvSpPr>
        <p:spPr/>
        <p:txBody>
          <a:bodyPr>
            <a:normAutofit fontScale="90000"/>
          </a:bodyPr>
          <a:lstStyle/>
          <a:p>
            <a:r>
              <a:rPr lang="da-DK" dirty="0" err="1"/>
              <a:t>Equivalence</a:t>
            </a:r>
            <a:r>
              <a:rPr lang="da-DK" dirty="0"/>
              <a:t> Class – </a:t>
            </a:r>
            <a:r>
              <a:rPr lang="da-DK" dirty="0" err="1"/>
              <a:t>Example</a:t>
            </a:r>
            <a:r>
              <a:rPr lang="da-DK" dirty="0"/>
              <a:t> (</a:t>
            </a:r>
            <a:r>
              <a:rPr lang="da-DK" dirty="0" err="1"/>
              <a:t>continued</a:t>
            </a:r>
            <a:r>
              <a:rPr lang="da-DK" dirty="0"/>
              <a:t>)</a:t>
            </a:r>
          </a:p>
        </p:txBody>
      </p:sp>
      <p:sp>
        <p:nvSpPr>
          <p:cNvPr id="3" name="Pladsholder til indhold 2">
            <a:extLst>
              <a:ext uri="{FF2B5EF4-FFF2-40B4-BE49-F238E27FC236}">
                <a16:creationId xmlns:a16="http://schemas.microsoft.com/office/drawing/2014/main" id="{AA582EEA-B3B1-466A-AD8E-46BC3031A255}"/>
              </a:ext>
            </a:extLst>
          </p:cNvPr>
          <p:cNvSpPr>
            <a:spLocks noGrp="1"/>
          </p:cNvSpPr>
          <p:nvPr>
            <p:ph type="body" sz="quarter" idx="13"/>
          </p:nvPr>
        </p:nvSpPr>
        <p:spPr/>
        <p:txBody>
          <a:bodyPr>
            <a:normAutofit/>
          </a:bodyPr>
          <a:lstStyle/>
          <a:p>
            <a:r>
              <a:rPr lang="en-US" sz="2000" b="1" i="1" dirty="0"/>
              <a:t>User Name</a:t>
            </a:r>
            <a:r>
              <a:rPr lang="en-US" sz="2000" dirty="0"/>
              <a:t> can be between 1 and 25 characters, but can’t contain a space. </a:t>
            </a:r>
            <a:r>
              <a:rPr lang="en-US" sz="2000" b="1" i="1" dirty="0"/>
              <a:t>Sex</a:t>
            </a:r>
            <a:r>
              <a:rPr lang="en-US" sz="2000" dirty="0"/>
              <a:t> can be either Male or Female.</a:t>
            </a:r>
          </a:p>
          <a:p>
            <a:r>
              <a:rPr lang="en-US" sz="2000" dirty="0"/>
              <a:t>Two ECs</a:t>
            </a:r>
          </a:p>
          <a:p>
            <a:endParaRPr lang="en-US" sz="2000" dirty="0"/>
          </a:p>
          <a:p>
            <a:endParaRPr lang="en-US" sz="2000" dirty="0"/>
          </a:p>
          <a:p>
            <a:pPr marL="0" indent="0">
              <a:buNone/>
            </a:pPr>
            <a:r>
              <a:rPr lang="en-US" sz="2000" dirty="0"/>
              <a:t>					Peter/Male, Mary/Female, Tom/Male…</a:t>
            </a:r>
          </a:p>
          <a:p>
            <a:r>
              <a:rPr lang="en-US" sz="2000" dirty="0"/>
              <a:t>Also consider invalid input (invalid ECs):</a:t>
            </a:r>
          </a:p>
          <a:p>
            <a:endParaRPr lang="en-US" sz="2000" dirty="0"/>
          </a:p>
          <a:p>
            <a:endParaRPr lang="da-DK" sz="2000" dirty="0"/>
          </a:p>
        </p:txBody>
      </p:sp>
      <p:pic>
        <p:nvPicPr>
          <p:cNvPr id="7" name="Billede 6">
            <a:extLst>
              <a:ext uri="{FF2B5EF4-FFF2-40B4-BE49-F238E27FC236}">
                <a16:creationId xmlns:a16="http://schemas.microsoft.com/office/drawing/2014/main" id="{C3216508-F6C0-4703-821F-7B4A1A9105F8}"/>
              </a:ext>
            </a:extLst>
          </p:cNvPr>
          <p:cNvPicPr>
            <a:picLocks noChangeAspect="1"/>
          </p:cNvPicPr>
          <p:nvPr/>
        </p:nvPicPr>
        <p:blipFill>
          <a:blip r:embed="rId3"/>
          <a:stretch>
            <a:fillRect/>
          </a:stretch>
        </p:blipFill>
        <p:spPr>
          <a:xfrm>
            <a:off x="3791744" y="2132856"/>
            <a:ext cx="5460295" cy="1004888"/>
          </a:xfrm>
          <a:prstGeom prst="rect">
            <a:avLst/>
          </a:prstGeom>
        </p:spPr>
      </p:pic>
      <p:pic>
        <p:nvPicPr>
          <p:cNvPr id="8" name="Billede 7">
            <a:extLst>
              <a:ext uri="{FF2B5EF4-FFF2-40B4-BE49-F238E27FC236}">
                <a16:creationId xmlns:a16="http://schemas.microsoft.com/office/drawing/2014/main" id="{75E5881C-9EBD-4C9A-B9B4-502F6960E874}"/>
              </a:ext>
            </a:extLst>
          </p:cNvPr>
          <p:cNvPicPr>
            <a:picLocks noChangeAspect="1"/>
          </p:cNvPicPr>
          <p:nvPr/>
        </p:nvPicPr>
        <p:blipFill>
          <a:blip r:embed="rId4"/>
          <a:stretch>
            <a:fillRect/>
          </a:stretch>
        </p:blipFill>
        <p:spPr>
          <a:xfrm>
            <a:off x="480482" y="3736130"/>
            <a:ext cx="6288430" cy="2091645"/>
          </a:xfrm>
          <a:prstGeom prst="rect">
            <a:avLst/>
          </a:prstGeom>
        </p:spPr>
      </p:pic>
      <p:pic>
        <p:nvPicPr>
          <p:cNvPr id="9" name="Billede 8">
            <a:extLst>
              <a:ext uri="{FF2B5EF4-FFF2-40B4-BE49-F238E27FC236}">
                <a16:creationId xmlns:a16="http://schemas.microsoft.com/office/drawing/2014/main" id="{61EB084E-10AE-4922-A3EF-CFE843B93D9A}"/>
              </a:ext>
            </a:extLst>
          </p:cNvPr>
          <p:cNvPicPr>
            <a:picLocks noChangeAspect="1"/>
          </p:cNvPicPr>
          <p:nvPr/>
        </p:nvPicPr>
        <p:blipFill>
          <a:blip r:embed="rId5"/>
          <a:stretch>
            <a:fillRect/>
          </a:stretch>
        </p:blipFill>
        <p:spPr>
          <a:xfrm>
            <a:off x="6960096" y="3870596"/>
            <a:ext cx="4027606" cy="1822712"/>
          </a:xfrm>
          <a:prstGeom prst="rect">
            <a:avLst/>
          </a:prstGeom>
        </p:spPr>
      </p:pic>
      <p:sp>
        <p:nvSpPr>
          <p:cNvPr id="5" name="Pladsholder til slidenummer 4">
            <a:extLst>
              <a:ext uri="{FF2B5EF4-FFF2-40B4-BE49-F238E27FC236}">
                <a16:creationId xmlns:a16="http://schemas.microsoft.com/office/drawing/2014/main" id="{05974026-1F77-4363-BA09-FEA189D9060C}"/>
              </a:ext>
            </a:extLst>
          </p:cNvPr>
          <p:cNvSpPr>
            <a:spLocks noGrp="1"/>
          </p:cNvSpPr>
          <p:nvPr>
            <p:ph type="sldNum" sz="quarter" idx="12"/>
          </p:nvPr>
        </p:nvSpPr>
        <p:spPr/>
        <p:txBody>
          <a:bodyPr/>
          <a:lstStyle/>
          <a:p>
            <a:fld id="{20EB7ABC-56F9-4FEF-9CF0-E2D14234E329}" type="slidenum">
              <a:rPr lang="da-DK" noProof="0" smtClean="0"/>
              <a:pPr/>
              <a:t>18</a:t>
            </a:fld>
            <a:endParaRPr lang="da-DK" noProof="0" dirty="0"/>
          </a:p>
        </p:txBody>
      </p:sp>
    </p:spTree>
    <p:extLst>
      <p:ext uri="{BB962C8B-B14F-4D97-AF65-F5344CB8AC3E}">
        <p14:creationId xmlns:p14="http://schemas.microsoft.com/office/powerpoint/2010/main" val="2013167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Positive </a:t>
            </a:r>
            <a:r>
              <a:rPr lang="da-DK" dirty="0" err="1"/>
              <a:t>vs</a:t>
            </a:r>
            <a:r>
              <a:rPr lang="da-DK" dirty="0"/>
              <a:t> Negative Test Cases</a:t>
            </a:r>
          </a:p>
        </p:txBody>
      </p:sp>
      <p:sp>
        <p:nvSpPr>
          <p:cNvPr id="3" name="Content Placeholder 2"/>
          <p:cNvSpPr>
            <a:spLocks noGrp="1"/>
          </p:cNvSpPr>
          <p:nvPr>
            <p:ph type="body" sz="quarter" idx="13"/>
          </p:nvPr>
        </p:nvSpPr>
        <p:spPr/>
        <p:txBody>
          <a:bodyPr/>
          <a:lstStyle/>
          <a:p>
            <a:r>
              <a:rPr lang="da-DK" dirty="0"/>
              <a:t>Positive : Test with valid data</a:t>
            </a:r>
          </a:p>
          <a:p>
            <a:r>
              <a:rPr lang="da-DK" dirty="0"/>
              <a:t>Negative : Test with invalid data</a:t>
            </a:r>
          </a:p>
          <a:p>
            <a:endParaRPr lang="en-US" dirty="0"/>
          </a:p>
        </p:txBody>
      </p:sp>
      <p:sp>
        <p:nvSpPr>
          <p:cNvPr id="5" name="Pladsholder til slidenummer 4">
            <a:extLst>
              <a:ext uri="{FF2B5EF4-FFF2-40B4-BE49-F238E27FC236}">
                <a16:creationId xmlns:a16="http://schemas.microsoft.com/office/drawing/2014/main" id="{CFFF78E3-931D-4ACA-8E8F-9B4DA5981603}"/>
              </a:ext>
            </a:extLst>
          </p:cNvPr>
          <p:cNvSpPr>
            <a:spLocks noGrp="1"/>
          </p:cNvSpPr>
          <p:nvPr>
            <p:ph type="sldNum" sz="quarter" idx="12"/>
          </p:nvPr>
        </p:nvSpPr>
        <p:spPr/>
        <p:txBody>
          <a:bodyPr/>
          <a:lstStyle/>
          <a:p>
            <a:fld id="{20EB7ABC-56F9-4FEF-9CF0-E2D14234E329}" type="slidenum">
              <a:rPr lang="da-DK" noProof="0" smtClean="0"/>
              <a:pPr/>
              <a:t>19</a:t>
            </a:fld>
            <a:endParaRPr lang="da-DK" noProof="0" dirty="0"/>
          </a:p>
        </p:txBody>
      </p:sp>
    </p:spTree>
    <p:extLst>
      <p:ext uri="{BB962C8B-B14F-4D97-AF65-F5344CB8AC3E}">
        <p14:creationId xmlns:p14="http://schemas.microsoft.com/office/powerpoint/2010/main" val="2419721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576DAE-FE85-4DA8-A185-1CCB3719817A}"/>
              </a:ext>
            </a:extLst>
          </p:cNvPr>
          <p:cNvSpPr>
            <a:spLocks noGrp="1"/>
          </p:cNvSpPr>
          <p:nvPr>
            <p:ph type="title"/>
          </p:nvPr>
        </p:nvSpPr>
        <p:spPr/>
        <p:txBody>
          <a:bodyPr/>
          <a:lstStyle/>
          <a:p>
            <a:r>
              <a:rPr lang="da-DK" dirty="0"/>
              <a:t>Test</a:t>
            </a:r>
          </a:p>
        </p:txBody>
      </p:sp>
      <p:sp>
        <p:nvSpPr>
          <p:cNvPr id="3" name="Pladsholder til tekst 2">
            <a:extLst>
              <a:ext uri="{FF2B5EF4-FFF2-40B4-BE49-F238E27FC236}">
                <a16:creationId xmlns:a16="http://schemas.microsoft.com/office/drawing/2014/main" id="{F52F1A78-68F2-4ADB-AFCB-313A76D4E6BC}"/>
              </a:ext>
            </a:extLst>
          </p:cNvPr>
          <p:cNvSpPr>
            <a:spLocks noGrp="1"/>
          </p:cNvSpPr>
          <p:nvPr>
            <p:ph type="body" sz="quarter" idx="17"/>
          </p:nvPr>
        </p:nvSpPr>
        <p:spPr/>
        <p:txBody>
          <a:bodyPr/>
          <a:lstStyle/>
          <a:p>
            <a:r>
              <a:rPr lang="da-DK" dirty="0"/>
              <a:t>Unittest</a:t>
            </a:r>
          </a:p>
        </p:txBody>
      </p:sp>
    </p:spTree>
    <p:extLst>
      <p:ext uri="{BB962C8B-B14F-4D97-AF65-F5344CB8AC3E}">
        <p14:creationId xmlns:p14="http://schemas.microsoft.com/office/powerpoint/2010/main" val="1437959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Unit Test – in OO</a:t>
            </a:r>
            <a:endParaRPr lang="en-US" dirty="0"/>
          </a:p>
        </p:txBody>
      </p:sp>
      <p:sp>
        <p:nvSpPr>
          <p:cNvPr id="3" name="Content Placeholder 2"/>
          <p:cNvSpPr>
            <a:spLocks noGrp="1"/>
          </p:cNvSpPr>
          <p:nvPr>
            <p:ph type="body" sz="quarter" idx="13"/>
          </p:nvPr>
        </p:nvSpPr>
        <p:spPr/>
        <p:txBody>
          <a:bodyPr>
            <a:normAutofit/>
          </a:bodyPr>
          <a:lstStyle/>
          <a:p>
            <a:r>
              <a:rPr lang="en-US" dirty="0"/>
              <a:t>Focus verification effort on the smallest unit of software design: </a:t>
            </a:r>
            <a:br>
              <a:rPr lang="en-US" dirty="0"/>
            </a:br>
            <a:r>
              <a:rPr lang="en-US" b="1" dirty="0"/>
              <a:t>The Class</a:t>
            </a:r>
          </a:p>
          <a:p>
            <a:endParaRPr lang="en-US" dirty="0"/>
          </a:p>
          <a:p>
            <a:r>
              <a:rPr lang="en-US" dirty="0"/>
              <a:t>A Class is usually the focus of Unit Testing</a:t>
            </a:r>
          </a:p>
          <a:p>
            <a:pPr lvl="1"/>
            <a:r>
              <a:rPr lang="en-US" dirty="0"/>
              <a:t>Test the single methods separately (usually expensive due to the scaffolding)</a:t>
            </a:r>
          </a:p>
          <a:p>
            <a:pPr lvl="1"/>
            <a:r>
              <a:rPr lang="en-US" dirty="0"/>
              <a:t>Test the methods in the context of the class they belong to</a:t>
            </a:r>
          </a:p>
          <a:p>
            <a:pPr marL="0" indent="0">
              <a:buNone/>
            </a:pPr>
            <a:endParaRPr lang="da-DK" dirty="0"/>
          </a:p>
          <a:p>
            <a:r>
              <a:rPr lang="en-US" dirty="0"/>
              <a:t>Both Black-box and White-box testing techniques can be applied</a:t>
            </a:r>
            <a:endParaRPr lang="da-DK" dirty="0"/>
          </a:p>
        </p:txBody>
      </p:sp>
      <p:sp>
        <p:nvSpPr>
          <p:cNvPr id="5" name="Pladsholder til slidenummer 4">
            <a:extLst>
              <a:ext uri="{FF2B5EF4-FFF2-40B4-BE49-F238E27FC236}">
                <a16:creationId xmlns:a16="http://schemas.microsoft.com/office/drawing/2014/main" id="{E387F376-F1C3-4F47-9ACC-AA9D0E3D307C}"/>
              </a:ext>
            </a:extLst>
          </p:cNvPr>
          <p:cNvSpPr>
            <a:spLocks noGrp="1"/>
          </p:cNvSpPr>
          <p:nvPr>
            <p:ph type="sldNum" sz="quarter" idx="12"/>
          </p:nvPr>
        </p:nvSpPr>
        <p:spPr/>
        <p:txBody>
          <a:bodyPr/>
          <a:lstStyle/>
          <a:p>
            <a:fld id="{20EB7ABC-56F9-4FEF-9CF0-E2D14234E329}" type="slidenum">
              <a:rPr lang="da-DK" noProof="0" smtClean="0"/>
              <a:pPr/>
              <a:t>21</a:t>
            </a:fld>
            <a:endParaRPr lang="da-DK" noProof="0" dirty="0"/>
          </a:p>
        </p:txBody>
      </p:sp>
    </p:spTree>
    <p:extLst>
      <p:ext uri="{BB962C8B-B14F-4D97-AF65-F5344CB8AC3E}">
        <p14:creationId xmlns:p14="http://schemas.microsoft.com/office/powerpoint/2010/main" val="633302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F7AB382F-E9E6-CE49-B414-1E064FB7F064}" type="slidenum">
              <a:rPr lang="da-DK" smtClean="0"/>
              <a:t>22</a:t>
            </a:fld>
            <a:endParaRPr lang="da-DK"/>
          </a:p>
        </p:txBody>
      </p:sp>
      <p:sp>
        <p:nvSpPr>
          <p:cNvPr id="2" name="Titel 1"/>
          <p:cNvSpPr>
            <a:spLocks noGrp="1"/>
          </p:cNvSpPr>
          <p:nvPr>
            <p:ph type="title"/>
          </p:nvPr>
        </p:nvSpPr>
        <p:spPr/>
        <p:txBody>
          <a:bodyPr>
            <a:normAutofit fontScale="90000"/>
          </a:bodyPr>
          <a:lstStyle/>
          <a:p>
            <a:r>
              <a:rPr lang="da-DK" dirty="0"/>
              <a:t>How it </a:t>
            </a:r>
            <a:r>
              <a:rPr lang="da-DK" dirty="0" err="1"/>
              <a:t>feels</a:t>
            </a:r>
            <a:r>
              <a:rPr lang="da-DK" dirty="0"/>
              <a:t> </a:t>
            </a:r>
            <a:r>
              <a:rPr lang="da-DK" dirty="0" err="1"/>
              <a:t>when</a:t>
            </a:r>
            <a:r>
              <a:rPr lang="da-DK" dirty="0"/>
              <a:t> </a:t>
            </a:r>
            <a:r>
              <a:rPr lang="da-DK" dirty="0" err="1"/>
              <a:t>you</a:t>
            </a:r>
            <a:r>
              <a:rPr lang="da-DK" dirty="0"/>
              <a:t> start </a:t>
            </a:r>
            <a:r>
              <a:rPr lang="da-DK" dirty="0" err="1"/>
              <a:t>doing</a:t>
            </a:r>
            <a:r>
              <a:rPr lang="da-DK" dirty="0"/>
              <a:t> unit tests</a:t>
            </a:r>
          </a:p>
        </p:txBody>
      </p:sp>
      <p:pic>
        <p:nvPicPr>
          <p:cNvPr id="6" name="Husky Stair Explode (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215933" y="1737950"/>
            <a:ext cx="9760134" cy="5219442"/>
          </a:xfrm>
          <a:prstGeom prst="rect">
            <a:avLst/>
          </a:prstGeom>
        </p:spPr>
      </p:pic>
    </p:spTree>
    <p:extLst>
      <p:ext uri="{BB962C8B-B14F-4D97-AF65-F5344CB8AC3E}">
        <p14:creationId xmlns:p14="http://schemas.microsoft.com/office/powerpoint/2010/main" val="284997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78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Test </a:t>
            </a:r>
            <a:r>
              <a:rPr lang="da-DK" dirty="0" err="1"/>
              <a:t>Scaffolding</a:t>
            </a:r>
            <a:endParaRPr lang="da-DK" dirty="0"/>
          </a:p>
        </p:txBody>
      </p:sp>
      <p:sp>
        <p:nvSpPr>
          <p:cNvPr id="3" name="Content Placeholder 2"/>
          <p:cNvSpPr>
            <a:spLocks noGrp="1"/>
          </p:cNvSpPr>
          <p:nvPr>
            <p:ph type="body" sz="quarter" idx="13"/>
          </p:nvPr>
        </p:nvSpPr>
        <p:spPr/>
        <p:txBody>
          <a:bodyPr>
            <a:normAutofit/>
          </a:bodyPr>
          <a:lstStyle/>
          <a:p>
            <a:r>
              <a:rPr lang="en-US" dirty="0"/>
              <a:t>Scaffolding: Additional code not as part of the application but written simply to support the process of Unit and Integration testing.</a:t>
            </a:r>
          </a:p>
          <a:p>
            <a:pPr lvl="1"/>
            <a:r>
              <a:rPr lang="en-US" b="1" dirty="0"/>
              <a:t>Drivers</a:t>
            </a:r>
            <a:r>
              <a:rPr lang="en-US" dirty="0"/>
              <a:t>: code that calls the </a:t>
            </a:r>
            <a:r>
              <a:rPr lang="en-US" i="1" dirty="0"/>
              <a:t>module</a:t>
            </a:r>
            <a:r>
              <a:rPr lang="en-US" dirty="0"/>
              <a:t> being tested</a:t>
            </a:r>
          </a:p>
          <a:p>
            <a:pPr lvl="2"/>
            <a:r>
              <a:rPr lang="en-US" dirty="0"/>
              <a:t>E.g. JUnit</a:t>
            </a:r>
          </a:p>
          <a:p>
            <a:pPr lvl="1"/>
            <a:endParaRPr lang="en-US" dirty="0"/>
          </a:p>
          <a:p>
            <a:pPr lvl="1"/>
            <a:r>
              <a:rPr lang="en-US" b="1" dirty="0"/>
              <a:t>Stubs</a:t>
            </a:r>
            <a:r>
              <a:rPr lang="en-US" dirty="0"/>
              <a:t>: Code that simulates the behaviors of </a:t>
            </a:r>
            <a:r>
              <a:rPr lang="en-US" i="1" dirty="0"/>
              <a:t>modules </a:t>
            </a:r>
            <a:r>
              <a:rPr lang="en-US" dirty="0"/>
              <a:t>(not yet implemented) that the module under test depends on, so that it can be executed</a:t>
            </a:r>
          </a:p>
          <a:p>
            <a:pPr lvl="1"/>
            <a:endParaRPr lang="da-DK" dirty="0"/>
          </a:p>
        </p:txBody>
      </p:sp>
      <p:sp>
        <p:nvSpPr>
          <p:cNvPr id="5" name="Pladsholder til slidenummer 4">
            <a:extLst>
              <a:ext uri="{FF2B5EF4-FFF2-40B4-BE49-F238E27FC236}">
                <a16:creationId xmlns:a16="http://schemas.microsoft.com/office/drawing/2014/main" id="{0CE03204-947E-4545-B43B-105DCE8E7A77}"/>
              </a:ext>
            </a:extLst>
          </p:cNvPr>
          <p:cNvSpPr>
            <a:spLocks noGrp="1"/>
          </p:cNvSpPr>
          <p:nvPr>
            <p:ph type="sldNum" sz="quarter" idx="12"/>
          </p:nvPr>
        </p:nvSpPr>
        <p:spPr/>
        <p:txBody>
          <a:bodyPr/>
          <a:lstStyle/>
          <a:p>
            <a:fld id="{20EB7ABC-56F9-4FEF-9CF0-E2D14234E329}" type="slidenum">
              <a:rPr lang="da-DK" noProof="0" smtClean="0"/>
              <a:pPr/>
              <a:t>23</a:t>
            </a:fld>
            <a:endParaRPr lang="da-DK" noProof="0" dirty="0"/>
          </a:p>
        </p:txBody>
      </p:sp>
    </p:spTree>
    <p:extLst>
      <p:ext uri="{BB962C8B-B14F-4D97-AF65-F5344CB8AC3E}">
        <p14:creationId xmlns:p14="http://schemas.microsoft.com/office/powerpoint/2010/main" val="211777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10273816" y="959092"/>
            <a:ext cx="2099062" cy="3748325"/>
          </a:xfrm>
          <a:prstGeom prst="rect">
            <a:avLst/>
          </a:prstGeom>
        </p:spPr>
      </p:pic>
      <p:sp>
        <p:nvSpPr>
          <p:cNvPr id="16388" name="Rectangle 2"/>
          <p:cNvSpPr>
            <a:spLocks noGrp="1" noChangeArrowheads="1"/>
          </p:cNvSpPr>
          <p:nvPr>
            <p:ph type="title"/>
          </p:nvPr>
        </p:nvSpPr>
        <p:spPr/>
        <p:txBody>
          <a:bodyPr rtlCol="0">
            <a:normAutofit fontScale="90000"/>
          </a:bodyPr>
          <a:lstStyle/>
          <a:p>
            <a:pPr>
              <a:defRPr/>
            </a:pPr>
            <a:r>
              <a:rPr lang="en-US" dirty="0"/>
              <a:t>Example of Method Testing </a:t>
            </a:r>
            <a:r>
              <a:rPr lang="en-US" sz="3100" dirty="0"/>
              <a:t>(</a:t>
            </a:r>
            <a:r>
              <a:rPr lang="en-US" sz="3100" dirty="0" err="1"/>
              <a:t>BankAccountTesting</a:t>
            </a:r>
            <a:r>
              <a:rPr lang="en-US" sz="3100" dirty="0"/>
              <a:t>)</a:t>
            </a:r>
          </a:p>
        </p:txBody>
      </p:sp>
      <p:sp>
        <p:nvSpPr>
          <p:cNvPr id="19459" name="Rectangle 3"/>
          <p:cNvSpPr>
            <a:spLocks noGrp="1" noChangeArrowheads="1"/>
          </p:cNvSpPr>
          <p:nvPr>
            <p:ph type="body" sz="quarter" idx="13"/>
          </p:nvPr>
        </p:nvSpPr>
        <p:spPr>
          <a:xfrm>
            <a:off x="480485" y="1548000"/>
            <a:ext cx="10221707" cy="3969232"/>
          </a:xfrm>
        </p:spPr>
        <p:txBody>
          <a:bodyPr>
            <a:normAutofit/>
          </a:bodyPr>
          <a:lstStyle/>
          <a:p>
            <a:pPr eaLnBrk="1" hangingPunct="1">
              <a:lnSpc>
                <a:spcPct val="80000"/>
              </a:lnSpc>
              <a:defRPr/>
            </a:pPr>
            <a:r>
              <a:rPr lang="da-DK" altLang="da-DK" dirty="0"/>
              <a:t>Method: </a:t>
            </a:r>
            <a:r>
              <a:rPr lang="da-DK" altLang="da-DK" b="1" dirty="0">
                <a:latin typeface="Consolas" panose="020B0609020204030204" pitchFamily="49" charset="0"/>
                <a:cs typeface="Times New Roman" panose="02020603050405020304" pitchFamily="18" charset="0"/>
              </a:rPr>
              <a:t>public </a:t>
            </a:r>
            <a:r>
              <a:rPr lang="da-DK" altLang="da-DK" b="1" dirty="0" err="1">
                <a:latin typeface="Consolas" panose="020B0609020204030204" pitchFamily="49" charset="0"/>
                <a:cs typeface="Times New Roman" panose="02020603050405020304" pitchFamily="18" charset="0"/>
              </a:rPr>
              <a:t>boolean</a:t>
            </a:r>
            <a:r>
              <a:rPr lang="da-DK" altLang="da-DK" b="1" dirty="0">
                <a:latin typeface="Consolas" panose="020B0609020204030204" pitchFamily="49" charset="0"/>
                <a:cs typeface="Times New Roman" panose="02020603050405020304" pitchFamily="18" charset="0"/>
              </a:rPr>
              <a:t> </a:t>
            </a:r>
            <a:r>
              <a:rPr lang="da-DK" altLang="da-DK" b="1" dirty="0" err="1">
                <a:latin typeface="Consolas" panose="020B0609020204030204" pitchFamily="49" charset="0"/>
                <a:cs typeface="Times New Roman" panose="02020603050405020304" pitchFamily="18" charset="0"/>
              </a:rPr>
              <a:t>withdraw</a:t>
            </a:r>
            <a:r>
              <a:rPr lang="da-DK" altLang="da-DK" b="1" dirty="0">
                <a:latin typeface="Consolas" panose="020B0609020204030204" pitchFamily="49" charset="0"/>
                <a:cs typeface="Times New Roman" panose="02020603050405020304" pitchFamily="18" charset="0"/>
              </a:rPr>
              <a:t> (double </a:t>
            </a:r>
            <a:r>
              <a:rPr lang="da-DK" altLang="da-DK" b="1" dirty="0" err="1">
                <a:latin typeface="Consolas" panose="020B0609020204030204" pitchFamily="49" charset="0"/>
                <a:cs typeface="Times New Roman" panose="02020603050405020304" pitchFamily="18" charset="0"/>
              </a:rPr>
              <a:t>amount</a:t>
            </a:r>
            <a:r>
              <a:rPr lang="da-DK" altLang="da-DK" b="1" dirty="0">
                <a:latin typeface="Consolas" panose="020B0609020204030204" pitchFamily="49" charset="0"/>
                <a:cs typeface="Times New Roman" panose="02020603050405020304" pitchFamily="18" charset="0"/>
              </a:rPr>
              <a:t>)</a:t>
            </a:r>
          </a:p>
          <a:p>
            <a:pPr eaLnBrk="1" hangingPunct="1">
              <a:lnSpc>
                <a:spcPct val="80000"/>
              </a:lnSpc>
              <a:defRPr/>
            </a:pPr>
            <a:r>
              <a:rPr lang="en-US" altLang="da-DK" dirty="0"/>
              <a:t>Rules: </a:t>
            </a:r>
          </a:p>
          <a:p>
            <a:pPr lvl="1">
              <a:lnSpc>
                <a:spcPct val="80000"/>
              </a:lnSpc>
              <a:defRPr/>
            </a:pPr>
            <a:r>
              <a:rPr lang="en-US" altLang="da-DK" dirty="0"/>
              <a:t>Amount only allowed to be redrawn if balance is positive or 0 after the redraw. </a:t>
            </a:r>
          </a:p>
          <a:p>
            <a:pPr lvl="1">
              <a:lnSpc>
                <a:spcPct val="80000"/>
              </a:lnSpc>
              <a:defRPr/>
            </a:pPr>
            <a:r>
              <a:rPr lang="en-US" altLang="da-DK" dirty="0"/>
              <a:t>Maximum amount to be redrawn is 15.000 kr. Minimum is 10 kr.</a:t>
            </a:r>
          </a:p>
          <a:p>
            <a:pPr eaLnBrk="1" hangingPunct="1">
              <a:lnSpc>
                <a:spcPct val="80000"/>
              </a:lnSpc>
              <a:defRPr/>
            </a:pPr>
            <a:endParaRPr lang="en-GB" dirty="0"/>
          </a:p>
          <a:p>
            <a:pPr eaLnBrk="1" hangingPunct="1">
              <a:lnSpc>
                <a:spcPct val="80000"/>
              </a:lnSpc>
              <a:defRPr/>
            </a:pPr>
            <a:r>
              <a:rPr lang="en-GB" dirty="0"/>
              <a:t>Equivalence Classes</a:t>
            </a:r>
            <a:r>
              <a:rPr lang="en-US" altLang="da-DK" dirty="0"/>
              <a:t>: </a:t>
            </a:r>
          </a:p>
          <a:p>
            <a:pPr lvl="1">
              <a:lnSpc>
                <a:spcPct val="80000"/>
              </a:lnSpc>
              <a:defRPr/>
            </a:pPr>
            <a:r>
              <a:rPr lang="en-US" altLang="da-DK" dirty="0"/>
              <a:t>Balance: </a:t>
            </a:r>
          </a:p>
          <a:p>
            <a:pPr lvl="1">
              <a:lnSpc>
                <a:spcPct val="80000"/>
              </a:lnSpc>
              <a:defRPr/>
            </a:pPr>
            <a:endParaRPr lang="en-US" altLang="da-DK" dirty="0"/>
          </a:p>
          <a:p>
            <a:pPr lvl="1">
              <a:lnSpc>
                <a:spcPct val="80000"/>
              </a:lnSpc>
              <a:defRPr/>
            </a:pPr>
            <a:endParaRPr lang="en-US" altLang="da-DK" dirty="0"/>
          </a:p>
          <a:p>
            <a:pPr lvl="1">
              <a:lnSpc>
                <a:spcPct val="80000"/>
              </a:lnSpc>
              <a:defRPr/>
            </a:pPr>
            <a:r>
              <a:rPr lang="en-US" altLang="da-DK" dirty="0"/>
              <a:t>Withdraw amount: </a:t>
            </a:r>
          </a:p>
          <a:p>
            <a:pPr lvl="1">
              <a:lnSpc>
                <a:spcPct val="80000"/>
              </a:lnSpc>
              <a:defRPr/>
            </a:pPr>
            <a:endParaRPr lang="en-US" altLang="da-DK" dirty="0"/>
          </a:p>
          <a:p>
            <a:pPr lvl="1">
              <a:lnSpc>
                <a:spcPct val="80000"/>
              </a:lnSpc>
              <a:defRPr/>
            </a:pPr>
            <a:endParaRPr lang="en-US" altLang="da-DK" dirty="0"/>
          </a:p>
        </p:txBody>
      </p:sp>
      <p:grpSp>
        <p:nvGrpSpPr>
          <p:cNvPr id="2" name="Gruppe 1">
            <a:extLst>
              <a:ext uri="{FF2B5EF4-FFF2-40B4-BE49-F238E27FC236}">
                <a16:creationId xmlns:a16="http://schemas.microsoft.com/office/drawing/2014/main" id="{F3DD086A-BA09-4215-A96A-E3F046FEAD21}"/>
              </a:ext>
            </a:extLst>
          </p:cNvPr>
          <p:cNvGrpSpPr/>
          <p:nvPr/>
        </p:nvGrpSpPr>
        <p:grpSpPr>
          <a:xfrm>
            <a:off x="4653250" y="3375812"/>
            <a:ext cx="3255963" cy="865981"/>
            <a:chOff x="4580732" y="2922362"/>
            <a:chExt cx="3255963" cy="865981"/>
          </a:xfrm>
        </p:grpSpPr>
        <p:grpSp>
          <p:nvGrpSpPr>
            <p:cNvPr id="20485" name="Group 4"/>
            <p:cNvGrpSpPr>
              <a:grpSpLocks/>
            </p:cNvGrpSpPr>
            <p:nvPr/>
          </p:nvGrpSpPr>
          <p:grpSpPr bwMode="auto">
            <a:xfrm>
              <a:off x="4580732" y="3245418"/>
              <a:ext cx="3255963" cy="542925"/>
              <a:chOff x="1152" y="3558"/>
              <a:chExt cx="2051" cy="342"/>
            </a:xfrm>
          </p:grpSpPr>
          <p:sp>
            <p:nvSpPr>
              <p:cNvPr id="20497" name="Line 6"/>
              <p:cNvSpPr>
                <a:spLocks noChangeShapeType="1"/>
              </p:cNvSpPr>
              <p:nvPr/>
            </p:nvSpPr>
            <p:spPr bwMode="auto">
              <a:xfrm>
                <a:off x="2160" y="3558"/>
                <a:ext cx="0" cy="242"/>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8" name="Text Box 8"/>
              <p:cNvSpPr txBox="1">
                <a:spLocks noChangeArrowheads="1"/>
              </p:cNvSpPr>
              <p:nvPr/>
            </p:nvSpPr>
            <p:spPr bwMode="auto">
              <a:xfrm>
                <a:off x="2195" y="3648"/>
                <a:ext cx="10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sz="2000" b="1" dirty="0">
                    <a:solidFill>
                      <a:srgbClr val="A50021"/>
                    </a:solidFill>
                  </a:rPr>
                  <a:t>Valid</a:t>
                </a:r>
                <a:endParaRPr lang="en-US" altLang="da-DK" sz="2000" dirty="0">
                  <a:solidFill>
                    <a:srgbClr val="FFFF66"/>
                  </a:solidFill>
                </a:endParaRPr>
              </a:p>
            </p:txBody>
          </p:sp>
          <p:sp>
            <p:nvSpPr>
              <p:cNvPr id="20499" name="Text Box 9"/>
              <p:cNvSpPr txBox="1">
                <a:spLocks noChangeArrowheads="1"/>
              </p:cNvSpPr>
              <p:nvPr/>
            </p:nvSpPr>
            <p:spPr bwMode="auto">
              <a:xfrm>
                <a:off x="1152" y="3648"/>
                <a:ext cx="9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sz="2000" b="1" dirty="0">
                    <a:solidFill>
                      <a:srgbClr val="A50021"/>
                    </a:solidFill>
                  </a:rPr>
                  <a:t>Invalid</a:t>
                </a:r>
                <a:endParaRPr lang="en-US" altLang="da-DK" sz="2000" dirty="0">
                  <a:solidFill>
                    <a:srgbClr val="FFFF66"/>
                  </a:solidFill>
                </a:endParaRPr>
              </a:p>
            </p:txBody>
          </p:sp>
        </p:grpSp>
        <p:cxnSp>
          <p:nvCxnSpPr>
            <p:cNvPr id="3" name="Lige forbindelse 2"/>
            <p:cNvCxnSpPr/>
            <p:nvPr/>
          </p:nvCxnSpPr>
          <p:spPr>
            <a:xfrm>
              <a:off x="4743450" y="3437504"/>
              <a:ext cx="2781300" cy="0"/>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20487" name="Tekstfelt 3"/>
            <p:cNvSpPr txBox="1">
              <a:spLocks noChangeArrowheads="1"/>
            </p:cNvSpPr>
            <p:nvPr/>
          </p:nvSpPr>
          <p:spPr bwMode="auto">
            <a:xfrm>
              <a:off x="6028531" y="2922362"/>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da-DK" altLang="da-DK" dirty="0"/>
                <a:t>0</a:t>
              </a:r>
            </a:p>
          </p:txBody>
        </p:sp>
      </p:grpSp>
      <p:grpSp>
        <p:nvGrpSpPr>
          <p:cNvPr id="5" name="Gruppe 4">
            <a:extLst>
              <a:ext uri="{FF2B5EF4-FFF2-40B4-BE49-F238E27FC236}">
                <a16:creationId xmlns:a16="http://schemas.microsoft.com/office/drawing/2014/main" id="{6DA786E8-1D0E-4DD3-98BF-5E9A100D7777}"/>
              </a:ext>
            </a:extLst>
          </p:cNvPr>
          <p:cNvGrpSpPr/>
          <p:nvPr/>
        </p:nvGrpSpPr>
        <p:grpSpPr>
          <a:xfrm>
            <a:off x="4099213" y="4431127"/>
            <a:ext cx="6019800" cy="981078"/>
            <a:chOff x="3143250" y="4427539"/>
            <a:chExt cx="6019800" cy="981078"/>
          </a:xfrm>
        </p:grpSpPr>
        <p:grpSp>
          <p:nvGrpSpPr>
            <p:cNvPr id="20488" name="Group 4"/>
            <p:cNvGrpSpPr>
              <a:grpSpLocks/>
            </p:cNvGrpSpPr>
            <p:nvPr/>
          </p:nvGrpSpPr>
          <p:grpSpPr bwMode="auto">
            <a:xfrm>
              <a:off x="3143250" y="4759329"/>
              <a:ext cx="6019800" cy="649288"/>
              <a:chOff x="1152" y="3504"/>
              <a:chExt cx="3792" cy="409"/>
            </a:xfrm>
          </p:grpSpPr>
          <p:sp>
            <p:nvSpPr>
              <p:cNvPr id="20491" name="Line 5"/>
              <p:cNvSpPr>
                <a:spLocks noChangeShapeType="1"/>
              </p:cNvSpPr>
              <p:nvPr/>
            </p:nvSpPr>
            <p:spPr bwMode="auto">
              <a:xfrm>
                <a:off x="1200" y="3618"/>
                <a:ext cx="3744" cy="0"/>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2" name="Line 6"/>
              <p:cNvSpPr>
                <a:spLocks noChangeShapeType="1"/>
              </p:cNvSpPr>
              <p:nvPr/>
            </p:nvSpPr>
            <p:spPr bwMode="auto">
              <a:xfrm>
                <a:off x="2160" y="3504"/>
                <a:ext cx="0" cy="242"/>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3" name="Line 7"/>
              <p:cNvSpPr>
                <a:spLocks noChangeShapeType="1"/>
              </p:cNvSpPr>
              <p:nvPr/>
            </p:nvSpPr>
            <p:spPr bwMode="auto">
              <a:xfrm>
                <a:off x="3792" y="3504"/>
                <a:ext cx="0" cy="242"/>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4" name="Text Box 8"/>
              <p:cNvSpPr txBox="1">
                <a:spLocks noChangeArrowheads="1"/>
              </p:cNvSpPr>
              <p:nvPr/>
            </p:nvSpPr>
            <p:spPr bwMode="auto">
              <a:xfrm>
                <a:off x="2472" y="3661"/>
                <a:ext cx="10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sz="2000" b="1" dirty="0">
                    <a:solidFill>
                      <a:srgbClr val="A50021"/>
                    </a:solidFill>
                  </a:rPr>
                  <a:t>Valid</a:t>
                </a:r>
                <a:endParaRPr lang="en-US" altLang="da-DK" sz="2000" dirty="0">
                  <a:solidFill>
                    <a:srgbClr val="FFFF66"/>
                  </a:solidFill>
                </a:endParaRPr>
              </a:p>
            </p:txBody>
          </p:sp>
          <p:sp>
            <p:nvSpPr>
              <p:cNvPr id="20495" name="Text Box 9"/>
              <p:cNvSpPr txBox="1">
                <a:spLocks noChangeArrowheads="1"/>
              </p:cNvSpPr>
              <p:nvPr/>
            </p:nvSpPr>
            <p:spPr bwMode="auto">
              <a:xfrm>
                <a:off x="1152" y="3648"/>
                <a:ext cx="9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sz="2000" b="1" dirty="0">
                    <a:solidFill>
                      <a:srgbClr val="A50021"/>
                    </a:solidFill>
                  </a:rPr>
                  <a:t>Invalid</a:t>
                </a:r>
                <a:endParaRPr lang="en-US" altLang="da-DK" sz="2000" dirty="0">
                  <a:solidFill>
                    <a:srgbClr val="FFFF66"/>
                  </a:solidFill>
                </a:endParaRPr>
              </a:p>
            </p:txBody>
          </p:sp>
          <p:sp>
            <p:nvSpPr>
              <p:cNvPr id="20496" name="Text Box 10"/>
              <p:cNvSpPr txBox="1">
                <a:spLocks noChangeArrowheads="1"/>
              </p:cNvSpPr>
              <p:nvPr/>
            </p:nvSpPr>
            <p:spPr bwMode="auto">
              <a:xfrm>
                <a:off x="3930" y="3620"/>
                <a:ext cx="9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da-DK" sz="2000" b="1" dirty="0">
                    <a:solidFill>
                      <a:srgbClr val="A50021"/>
                    </a:solidFill>
                  </a:rPr>
                  <a:t>Invalid</a:t>
                </a:r>
                <a:endParaRPr lang="en-US" altLang="da-DK" sz="2000" dirty="0">
                  <a:solidFill>
                    <a:srgbClr val="FFFF66"/>
                  </a:solidFill>
                </a:endParaRPr>
              </a:p>
            </p:txBody>
          </p:sp>
        </p:grpSp>
        <p:sp>
          <p:nvSpPr>
            <p:cNvPr id="20489" name="Tekstfelt 21"/>
            <p:cNvSpPr txBox="1">
              <a:spLocks noChangeArrowheads="1"/>
            </p:cNvSpPr>
            <p:nvPr/>
          </p:nvSpPr>
          <p:spPr bwMode="auto">
            <a:xfrm>
              <a:off x="4583114" y="4427539"/>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da-DK" altLang="da-DK"/>
                <a:t>10</a:t>
              </a:r>
            </a:p>
          </p:txBody>
        </p:sp>
        <p:sp>
          <p:nvSpPr>
            <p:cNvPr id="20490" name="Tekstfelt 22"/>
            <p:cNvSpPr txBox="1">
              <a:spLocks noChangeArrowheads="1"/>
            </p:cNvSpPr>
            <p:nvPr/>
          </p:nvSpPr>
          <p:spPr bwMode="auto">
            <a:xfrm>
              <a:off x="6888163" y="4427539"/>
              <a:ext cx="11272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da-DK" altLang="da-DK"/>
                <a:t>15.000</a:t>
              </a:r>
            </a:p>
          </p:txBody>
        </p:sp>
      </p:grpSp>
      <p:sp>
        <p:nvSpPr>
          <p:cNvPr id="24" name="Rectangle 3">
            <a:extLst>
              <a:ext uri="{FF2B5EF4-FFF2-40B4-BE49-F238E27FC236}">
                <a16:creationId xmlns:a16="http://schemas.microsoft.com/office/drawing/2014/main" id="{0D1C8596-8AE9-4DFA-AB31-3502E28377B4}"/>
              </a:ext>
            </a:extLst>
          </p:cNvPr>
          <p:cNvSpPr txBox="1">
            <a:spLocks noChangeArrowheads="1"/>
          </p:cNvSpPr>
          <p:nvPr/>
        </p:nvSpPr>
        <p:spPr>
          <a:xfrm>
            <a:off x="3254897" y="5827712"/>
            <a:ext cx="4889031" cy="911624"/>
          </a:xfrm>
          <a:prstGeom prst="rect">
            <a:avLst/>
          </a:prstGeom>
        </p:spPr>
        <p:txBody>
          <a:bodyPr vert="horz" lIns="0" tIns="0" rIns="0" bIns="0" rtlCol="0" anchor="t" anchorCtr="0">
            <a:normAutofit/>
          </a:bodyPr>
          <a:lstStyle>
            <a:lvl1pPr marL="288000" indent="-288000" algn="l" defTabSz="914378" rtl="0" eaLnBrk="1" latinLnBrk="0" hangingPunct="1">
              <a:lnSpc>
                <a:spcPct val="100000"/>
              </a:lnSpc>
              <a:spcBef>
                <a:spcPts val="0"/>
              </a:spcBef>
              <a:buClrTx/>
              <a:buSzPct val="100000"/>
              <a:buFont typeface="Arial" panose="020B0604020202020204" pitchFamily="34" charset="0"/>
              <a:buChar char="•"/>
              <a:tabLst>
                <a:tab pos="358775" algn="l"/>
              </a:tabLst>
              <a:defRPr sz="2800" kern="1200">
                <a:solidFill>
                  <a:srgbClr val="004250"/>
                </a:solidFill>
                <a:latin typeface="+mn-lt"/>
                <a:ea typeface="+mn-ea"/>
                <a:cs typeface="+mn-cs"/>
              </a:defRPr>
            </a:lvl1pPr>
            <a:lvl2pPr marL="566738" indent="-261938" algn="l" defTabSz="914378" rtl="0" eaLnBrk="1" latinLnBrk="0" hangingPunct="1">
              <a:lnSpc>
                <a:spcPct val="100000"/>
              </a:lnSpc>
              <a:spcBef>
                <a:spcPts val="0"/>
              </a:spcBef>
              <a:buClr>
                <a:srgbClr val="40717C"/>
              </a:buClr>
              <a:buSzPct val="100000"/>
              <a:buFont typeface="Arial" panose="020B0604020202020204" pitchFamily="34" charset="0"/>
              <a:buChar char="•"/>
              <a:defRPr sz="2400" kern="1200">
                <a:solidFill>
                  <a:srgbClr val="40717C"/>
                </a:solidFill>
                <a:latin typeface="+mn-lt"/>
                <a:ea typeface="+mn-ea"/>
                <a:cs typeface="+mn-cs"/>
              </a:defRPr>
            </a:lvl2pPr>
            <a:lvl3pPr marL="827088" indent="-260350" algn="l" defTabSz="914378" rtl="0" eaLnBrk="1" latinLnBrk="0" hangingPunct="1">
              <a:lnSpc>
                <a:spcPct val="100000"/>
              </a:lnSpc>
              <a:spcBef>
                <a:spcPts val="0"/>
              </a:spcBef>
              <a:spcAft>
                <a:spcPts val="200"/>
              </a:spcAft>
              <a:buClrTx/>
              <a:buSzPct val="100000"/>
              <a:buFont typeface="Arial" panose="020B0604020202020204" pitchFamily="34" charset="0"/>
              <a:buChar char="•"/>
              <a:defRPr sz="2000" kern="1200">
                <a:solidFill>
                  <a:srgbClr val="7FA0A7"/>
                </a:solidFill>
                <a:latin typeface="+mn-lt"/>
                <a:ea typeface="+mn-ea"/>
                <a:cs typeface="+mn-cs"/>
              </a:defRPr>
            </a:lvl3pPr>
            <a:lvl4pPr marL="1055688" indent="-228600" algn="l" defTabSz="914378" rtl="0" eaLnBrk="1" latinLnBrk="0" hangingPunct="1">
              <a:lnSpc>
                <a:spcPct val="100000"/>
              </a:lnSpc>
              <a:spcBef>
                <a:spcPts val="0"/>
              </a:spcBef>
              <a:spcAft>
                <a:spcPts val="200"/>
              </a:spcAft>
              <a:buClrTx/>
              <a:buSzPct val="100000"/>
              <a:buFont typeface="Arial" panose="020B0604020202020204" pitchFamily="34" charset="0"/>
              <a:buChar char="•"/>
              <a:defRPr sz="1800" kern="1200">
                <a:solidFill>
                  <a:srgbClr val="7FA0A7"/>
                </a:solidFill>
                <a:latin typeface="+mn-lt"/>
                <a:ea typeface="+mn-ea"/>
                <a:cs typeface="+mn-cs"/>
              </a:defRPr>
            </a:lvl4pPr>
            <a:lvl5pPr marL="1262063" indent="-195263" algn="l" defTabSz="914378" rtl="0" eaLnBrk="1" latinLnBrk="0" hangingPunct="1">
              <a:lnSpc>
                <a:spcPct val="100000"/>
              </a:lnSpc>
              <a:spcBef>
                <a:spcPts val="0"/>
              </a:spcBef>
              <a:spcAft>
                <a:spcPts val="200"/>
              </a:spcAft>
              <a:buClrTx/>
              <a:buSzPct val="100000"/>
              <a:buFont typeface="Arial" panose="020B0604020202020204" pitchFamily="34" charset="0"/>
              <a:buChar char="•"/>
              <a:defRPr sz="1600" kern="1200">
                <a:solidFill>
                  <a:srgbClr val="7FA0A7"/>
                </a:solidFill>
                <a:latin typeface="+mn-lt"/>
                <a:ea typeface="+mn-ea"/>
                <a:cs typeface="+mn-cs"/>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nSpc>
                <a:spcPct val="80000"/>
              </a:lnSpc>
              <a:defRPr/>
            </a:pPr>
            <a:r>
              <a:rPr lang="en-US" altLang="da-DK" dirty="0"/>
              <a:t>Expected result</a:t>
            </a:r>
          </a:p>
          <a:p>
            <a:pPr lvl="2">
              <a:lnSpc>
                <a:spcPct val="80000"/>
              </a:lnSpc>
              <a:buFontTx/>
              <a:buChar char="•"/>
              <a:defRPr/>
            </a:pPr>
            <a:r>
              <a:rPr lang="en-US" altLang="da-DK" dirty="0"/>
              <a:t>Ok , balance reduced with amount</a:t>
            </a:r>
          </a:p>
          <a:p>
            <a:pPr lvl="2">
              <a:lnSpc>
                <a:spcPct val="80000"/>
              </a:lnSpc>
              <a:buFontTx/>
              <a:buChar char="•"/>
              <a:defRPr/>
            </a:pPr>
            <a:r>
              <a:rPr lang="en-US" altLang="da-DK" dirty="0"/>
              <a:t>Rejected, balance unchanged</a:t>
            </a:r>
          </a:p>
          <a:p>
            <a:pPr lvl="1">
              <a:lnSpc>
                <a:spcPct val="80000"/>
              </a:lnSpc>
              <a:defRPr/>
            </a:pPr>
            <a:endParaRPr lang="en-US" altLang="da-DK" dirty="0"/>
          </a:p>
          <a:p>
            <a:pPr lvl="1">
              <a:lnSpc>
                <a:spcPct val="80000"/>
              </a:lnSpc>
              <a:defRPr/>
            </a:pPr>
            <a:endParaRPr lang="en-US" altLang="da-DK" dirty="0"/>
          </a:p>
        </p:txBody>
      </p:sp>
      <p:sp>
        <p:nvSpPr>
          <p:cNvPr id="7" name="Pladsholder til slidenummer 6">
            <a:extLst>
              <a:ext uri="{FF2B5EF4-FFF2-40B4-BE49-F238E27FC236}">
                <a16:creationId xmlns:a16="http://schemas.microsoft.com/office/drawing/2014/main" id="{49856138-076E-4F97-86C9-7BC247679332}"/>
              </a:ext>
            </a:extLst>
          </p:cNvPr>
          <p:cNvSpPr>
            <a:spLocks noGrp="1"/>
          </p:cNvSpPr>
          <p:nvPr>
            <p:ph type="sldNum" sz="quarter" idx="12"/>
          </p:nvPr>
        </p:nvSpPr>
        <p:spPr/>
        <p:txBody>
          <a:bodyPr/>
          <a:lstStyle/>
          <a:p>
            <a:fld id="{20EB7ABC-56F9-4FEF-9CF0-E2D14234E329}" type="slidenum">
              <a:rPr lang="da-DK" noProof="0" smtClean="0"/>
              <a:pPr/>
              <a:t>24</a:t>
            </a:fld>
            <a:endParaRPr lang="da-DK" noProof="0" dirty="0"/>
          </a:p>
        </p:txBody>
      </p:sp>
    </p:spTree>
    <p:extLst>
      <p:ext uri="{BB962C8B-B14F-4D97-AF65-F5344CB8AC3E}">
        <p14:creationId xmlns:p14="http://schemas.microsoft.com/office/powerpoint/2010/main" val="2680252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55" name="Titel 2"/>
          <p:cNvSpPr>
            <a:spLocks noGrp="1"/>
          </p:cNvSpPr>
          <p:nvPr>
            <p:ph type="title"/>
          </p:nvPr>
        </p:nvSpPr>
        <p:spPr/>
        <p:txBody>
          <a:bodyPr>
            <a:normAutofit fontScale="90000"/>
          </a:bodyPr>
          <a:lstStyle/>
          <a:p>
            <a:r>
              <a:rPr lang="en-US" dirty="0"/>
              <a:t>Example of Method Testing in the Context of the Class</a:t>
            </a:r>
            <a:endParaRPr lang="da-DK" altLang="da-DK" dirty="0"/>
          </a:p>
        </p:txBody>
      </p:sp>
      <p:sp>
        <p:nvSpPr>
          <p:cNvPr id="2" name="Pladsholder til tekst 1">
            <a:extLst>
              <a:ext uri="{FF2B5EF4-FFF2-40B4-BE49-F238E27FC236}">
                <a16:creationId xmlns:a16="http://schemas.microsoft.com/office/drawing/2014/main" id="{FF539AB8-B12F-4052-8D37-5E44A5B5772E}"/>
              </a:ext>
            </a:extLst>
          </p:cNvPr>
          <p:cNvSpPr>
            <a:spLocks noGrp="1"/>
          </p:cNvSpPr>
          <p:nvPr>
            <p:ph type="body" sz="quarter" idx="13"/>
          </p:nvPr>
        </p:nvSpPr>
        <p:spPr/>
        <p:txBody>
          <a:bodyPr/>
          <a:lstStyle/>
          <a:p>
            <a:r>
              <a:rPr lang="da-DK" altLang="da-DK" sz="2400" dirty="0" err="1">
                <a:latin typeface="Arial" panose="020B0604020202020204" pitchFamily="34" charset="0"/>
              </a:rPr>
              <a:t>Define</a:t>
            </a:r>
            <a:r>
              <a:rPr lang="da-DK" altLang="da-DK" sz="2400" dirty="0">
                <a:latin typeface="Arial" panose="020B0604020202020204" pitchFamily="34" charset="0"/>
              </a:rPr>
              <a:t> Test Cases with basis in </a:t>
            </a:r>
            <a:r>
              <a:rPr lang="da-DK" altLang="da-DK" sz="2400" dirty="0" err="1">
                <a:latin typeface="Arial" panose="020B0604020202020204" pitchFamily="34" charset="0"/>
              </a:rPr>
              <a:t>Equivalence</a:t>
            </a:r>
            <a:r>
              <a:rPr lang="da-DK" altLang="da-DK" sz="2400" dirty="0">
                <a:latin typeface="Arial" panose="020B0604020202020204" pitchFamily="34" charset="0"/>
              </a:rPr>
              <a:t> Classes and </a:t>
            </a:r>
            <a:r>
              <a:rPr lang="da-DK" altLang="da-DK" sz="2400" dirty="0" err="1">
                <a:latin typeface="Arial" panose="020B0604020202020204" pitchFamily="34" charset="0"/>
              </a:rPr>
              <a:t>Boundary</a:t>
            </a:r>
            <a:r>
              <a:rPr lang="da-DK" altLang="da-DK" sz="2400" dirty="0">
                <a:latin typeface="Arial" panose="020B0604020202020204" pitchFamily="34" charset="0"/>
              </a:rPr>
              <a:t> Values:</a:t>
            </a:r>
          </a:p>
          <a:p>
            <a:endParaRPr lang="da-DK" dirty="0"/>
          </a:p>
        </p:txBody>
      </p:sp>
      <p:graphicFrame>
        <p:nvGraphicFramePr>
          <p:cNvPr id="16439" name="Group 55"/>
          <p:cNvGraphicFramePr>
            <a:graphicFrameLocks noGrp="1"/>
          </p:cNvGraphicFramePr>
          <p:nvPr>
            <p:ph idx="4294967295"/>
            <p:extLst>
              <p:ext uri="{D42A27DB-BD31-4B8C-83A1-F6EECF244321}">
                <p14:modId xmlns:p14="http://schemas.microsoft.com/office/powerpoint/2010/main" val="1021033127"/>
              </p:ext>
            </p:extLst>
          </p:nvPr>
        </p:nvGraphicFramePr>
        <p:xfrm>
          <a:off x="467999" y="1892997"/>
          <a:ext cx="11231034" cy="4920379"/>
        </p:xfrm>
        <a:graphic>
          <a:graphicData uri="http://schemas.openxmlformats.org/drawingml/2006/table">
            <a:tbl>
              <a:tblPr firstRow="1">
                <a:tableStyleId>{69C7853C-536D-4A76-A0AE-DD22124D55A5}</a:tableStyleId>
              </a:tblPr>
              <a:tblGrid>
                <a:gridCol w="947481">
                  <a:extLst>
                    <a:ext uri="{9D8B030D-6E8A-4147-A177-3AD203B41FA5}">
                      <a16:colId xmlns:a16="http://schemas.microsoft.com/office/drawing/2014/main" val="20000"/>
                    </a:ext>
                  </a:extLst>
                </a:gridCol>
                <a:gridCol w="3744416">
                  <a:extLst>
                    <a:ext uri="{9D8B030D-6E8A-4147-A177-3AD203B41FA5}">
                      <a16:colId xmlns:a16="http://schemas.microsoft.com/office/drawing/2014/main" val="20001"/>
                    </a:ext>
                  </a:extLst>
                </a:gridCol>
                <a:gridCol w="3250011">
                  <a:extLst>
                    <a:ext uri="{9D8B030D-6E8A-4147-A177-3AD203B41FA5}">
                      <a16:colId xmlns:a16="http://schemas.microsoft.com/office/drawing/2014/main" val="20002"/>
                    </a:ext>
                  </a:extLst>
                </a:gridCol>
                <a:gridCol w="3289126">
                  <a:extLst>
                    <a:ext uri="{9D8B030D-6E8A-4147-A177-3AD203B41FA5}">
                      <a16:colId xmlns:a16="http://schemas.microsoft.com/office/drawing/2014/main" val="20003"/>
                    </a:ext>
                  </a:extLst>
                </a:gridCol>
              </a:tblGrid>
              <a:tr h="6145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2000" u="none" strike="noStrike" cap="none" normalizeH="0" baseline="0" dirty="0">
                          <a:ln>
                            <a:noFill/>
                          </a:ln>
                          <a:effectLst/>
                        </a:rPr>
                        <a:t>No</a:t>
                      </a:r>
                      <a:endParaRPr kumimoji="0" lang="da-DK" sz="2000" b="1" i="0" u="none" strike="noStrike" cap="none" normalizeH="0" baseline="0" dirty="0">
                        <a:ln>
                          <a:noFill/>
                        </a:ln>
                        <a:solidFill>
                          <a:srgbClr val="FFFFFF"/>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2000" u="none" strike="noStrike" cap="none" normalizeH="0" baseline="0" dirty="0">
                          <a:ln>
                            <a:noFill/>
                          </a:ln>
                          <a:effectLst/>
                        </a:rPr>
                        <a:t>Balance </a:t>
                      </a:r>
                      <a:r>
                        <a:rPr kumimoji="0" lang="da-DK" sz="2000" u="none" strike="noStrike" cap="none" normalizeH="0" baseline="0" dirty="0" err="1">
                          <a:ln>
                            <a:noFill/>
                          </a:ln>
                          <a:effectLst/>
                        </a:rPr>
                        <a:t>before</a:t>
                      </a:r>
                      <a:r>
                        <a:rPr kumimoji="0" lang="da-DK" sz="2000" u="none" strike="noStrike" cap="none" normalizeH="0" baseline="0" dirty="0">
                          <a:ln>
                            <a:noFill/>
                          </a:ln>
                          <a:effectLst/>
                        </a:rPr>
                        <a:t> </a:t>
                      </a:r>
                      <a:r>
                        <a:rPr kumimoji="0" lang="da-DK" sz="2000" u="none" strike="noStrike" cap="none" normalizeH="0" baseline="0" dirty="0" err="1">
                          <a:ln>
                            <a:noFill/>
                          </a:ln>
                          <a:effectLst/>
                        </a:rPr>
                        <a:t>redraw</a:t>
                      </a:r>
                      <a:r>
                        <a:rPr kumimoji="0" lang="da-DK" sz="2000" u="none" strike="noStrike" cap="none" normalizeH="0" baseline="0" dirty="0">
                          <a:ln>
                            <a:noFill/>
                          </a:ln>
                          <a:effectLst/>
                        </a:rPr>
                        <a:t> (</a:t>
                      </a:r>
                      <a:r>
                        <a:rPr kumimoji="0" lang="da-DK" sz="2000" u="none" strike="noStrike" cap="none" normalizeH="0" baseline="0" dirty="0" err="1">
                          <a:ln>
                            <a:noFill/>
                          </a:ln>
                          <a:effectLst/>
                        </a:rPr>
                        <a:t>kr</a:t>
                      </a:r>
                      <a:r>
                        <a:rPr kumimoji="0" lang="da-DK" sz="2000" u="none" strike="noStrike" cap="none" normalizeH="0" baseline="0" dirty="0">
                          <a:ln>
                            <a:noFill/>
                          </a:ln>
                          <a:effectLst/>
                        </a:rPr>
                        <a:t>)</a:t>
                      </a:r>
                      <a:endParaRPr kumimoji="0" lang="da-DK" sz="2000" b="1" i="0" u="none" strike="noStrike" cap="none" normalizeH="0" baseline="0" dirty="0">
                        <a:ln>
                          <a:noFill/>
                        </a:ln>
                        <a:solidFill>
                          <a:srgbClr val="FFFFFF"/>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2000" u="none" strike="noStrike" cap="none" normalizeH="0" baseline="0" dirty="0" err="1">
                          <a:ln>
                            <a:noFill/>
                          </a:ln>
                          <a:effectLst/>
                        </a:rPr>
                        <a:t>Redrawn</a:t>
                      </a:r>
                      <a:r>
                        <a:rPr kumimoji="0" lang="da-DK" sz="2000" u="none" strike="noStrike" cap="none" normalizeH="0" baseline="0" dirty="0">
                          <a:ln>
                            <a:noFill/>
                          </a:ln>
                          <a:effectLst/>
                        </a:rPr>
                        <a:t> </a:t>
                      </a:r>
                      <a:r>
                        <a:rPr kumimoji="0" lang="da-DK" sz="2000" u="none" strike="noStrike" cap="none" normalizeH="0" baseline="0" dirty="0" err="1">
                          <a:ln>
                            <a:noFill/>
                          </a:ln>
                          <a:effectLst/>
                        </a:rPr>
                        <a:t>amount</a:t>
                      </a:r>
                      <a:r>
                        <a:rPr kumimoji="0" lang="da-DK" sz="2000" u="none" strike="noStrike" cap="none" normalizeH="0" baseline="0" dirty="0">
                          <a:ln>
                            <a:noFill/>
                          </a:ln>
                          <a:effectLst/>
                        </a:rPr>
                        <a:t> (</a:t>
                      </a:r>
                      <a:r>
                        <a:rPr kumimoji="0" lang="da-DK" sz="2000" u="none" strike="noStrike" cap="none" normalizeH="0" baseline="0" dirty="0" err="1">
                          <a:ln>
                            <a:noFill/>
                          </a:ln>
                          <a:effectLst/>
                        </a:rPr>
                        <a:t>kr</a:t>
                      </a:r>
                      <a:r>
                        <a:rPr kumimoji="0" lang="da-DK" sz="2000" u="none" strike="noStrike" cap="none" normalizeH="0" baseline="0" dirty="0">
                          <a:ln>
                            <a:noFill/>
                          </a:ln>
                          <a:effectLst/>
                        </a:rPr>
                        <a:t>)</a:t>
                      </a:r>
                      <a:endParaRPr kumimoji="0" lang="da-DK" sz="2000" b="1" i="0" u="none" strike="noStrike" cap="none" normalizeH="0" baseline="0" dirty="0">
                        <a:ln>
                          <a:noFill/>
                        </a:ln>
                        <a:solidFill>
                          <a:srgbClr val="FFFFFF"/>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2000" u="none" strike="noStrike" cap="none" normalizeH="0" baseline="0" dirty="0" err="1">
                          <a:ln>
                            <a:noFill/>
                          </a:ln>
                          <a:effectLst/>
                        </a:rPr>
                        <a:t>Expected</a:t>
                      </a:r>
                      <a:r>
                        <a:rPr kumimoji="0" lang="da-DK" sz="2000" u="none" strike="noStrike" cap="none" normalizeH="0" baseline="0" dirty="0">
                          <a:ln>
                            <a:noFill/>
                          </a:ln>
                          <a:effectLst/>
                        </a:rPr>
                        <a:t> </a:t>
                      </a:r>
                      <a:r>
                        <a:rPr kumimoji="0" lang="da-DK" sz="2000" u="none" strike="noStrike" cap="none" normalizeH="0" baseline="0" dirty="0" err="1">
                          <a:ln>
                            <a:noFill/>
                          </a:ln>
                          <a:effectLst/>
                        </a:rPr>
                        <a:t>result</a:t>
                      </a:r>
                      <a:r>
                        <a:rPr kumimoji="0" lang="da-DK" sz="2000" u="none" strike="noStrike" cap="none" normalizeH="0" baseline="0" dirty="0">
                          <a:ln>
                            <a:noFill/>
                          </a:ln>
                          <a:effectLst/>
                        </a:rPr>
                        <a:t> </a:t>
                      </a:r>
                      <a:endParaRPr kumimoji="0" lang="da-DK" sz="2000" b="1" i="0" u="none" strike="noStrike" cap="none" normalizeH="0" baseline="0" dirty="0">
                        <a:ln>
                          <a:noFill/>
                        </a:ln>
                        <a:solidFill>
                          <a:srgbClr val="FFFFFF"/>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0"/>
                  </a:ext>
                </a:extLst>
              </a:tr>
              <a:tr h="6151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3000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3000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True, </a:t>
                      </a:r>
                    </a:p>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balance = 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1"/>
                  </a:ext>
                </a:extLst>
              </a:tr>
              <a:tr h="6151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2</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3000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3001</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False, </a:t>
                      </a:r>
                    </a:p>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balance = 3000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2"/>
                  </a:ext>
                </a:extLst>
              </a:tr>
              <a:tr h="6151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3</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3000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True, </a:t>
                      </a:r>
                    </a:p>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balance = 2990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3"/>
                  </a:ext>
                </a:extLst>
              </a:tr>
              <a:tr h="6151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a:ln>
                            <a:noFill/>
                          </a:ln>
                          <a:effectLst/>
                        </a:rPr>
                        <a:t>4</a:t>
                      </a:r>
                      <a:endParaRPr kumimoji="0" lang="da-DK" sz="1600" b="0" i="0" u="none" strike="noStrike" cap="none" normalizeH="0" baseline="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3000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9</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False, </a:t>
                      </a:r>
                    </a:p>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balance = 3000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4"/>
                  </a:ext>
                </a:extLst>
              </a:tr>
              <a:tr h="6151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5</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16.000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15.000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True, </a:t>
                      </a:r>
                    </a:p>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balance = 1000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5"/>
                  </a:ext>
                </a:extLst>
              </a:tr>
              <a:tr h="6151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6</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16.000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15.001</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False, </a:t>
                      </a:r>
                    </a:p>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balance = 16.000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6"/>
                  </a:ext>
                </a:extLst>
              </a:tr>
              <a:tr h="6151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7</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15.000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15.001</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False,</a:t>
                      </a:r>
                    </a:p>
                    <a:p>
                      <a:pPr marL="0" marR="0" lvl="0" indent="0" algn="l" defTabSz="914400" rtl="0" eaLnBrk="1" fontAlgn="base" latinLnBrk="0" hangingPunct="1">
                        <a:lnSpc>
                          <a:spcPct val="100000"/>
                        </a:lnSpc>
                        <a:spcBef>
                          <a:spcPct val="0"/>
                        </a:spcBef>
                        <a:spcAft>
                          <a:spcPct val="0"/>
                        </a:spcAft>
                        <a:buClrTx/>
                        <a:buSzTx/>
                        <a:buFontTx/>
                        <a:buNone/>
                        <a:tabLst/>
                      </a:pPr>
                      <a:r>
                        <a:rPr kumimoji="0" lang="da-DK" sz="1600" u="none" strike="noStrike" cap="none" normalizeH="0" baseline="0" dirty="0">
                          <a:ln>
                            <a:noFill/>
                          </a:ln>
                          <a:effectLst/>
                        </a:rPr>
                        <a:t>Balance = 15.000</a:t>
                      </a:r>
                      <a:endParaRPr kumimoji="0" lang="da-DK" sz="1600" b="0" i="0" u="none" strike="noStrike" cap="none" normalizeH="0" baseline="0" dirty="0">
                        <a:ln>
                          <a:noFill/>
                        </a:ln>
                        <a:solidFill>
                          <a:srgbClr val="000000"/>
                        </a:solidFill>
                        <a:effectLst/>
                        <a:latin typeface="Calibri" pitchFamily="34" charset="0"/>
                      </a:endParaRPr>
                    </a:p>
                  </a:txBody>
                  <a:tcPr marL="86184" marR="86184" marT="45718" marB="45718" horzOverflow="overflow"/>
                </a:tc>
                <a:extLst>
                  <a:ext uri="{0D108BD9-81ED-4DB2-BD59-A6C34878D82A}">
                    <a16:rowId xmlns:a16="http://schemas.microsoft.com/office/drawing/2014/main" val="10007"/>
                  </a:ext>
                </a:extLst>
              </a:tr>
            </a:tbl>
          </a:graphicData>
        </a:graphic>
      </p:graphicFrame>
      <p:sp>
        <p:nvSpPr>
          <p:cNvPr id="3" name="Pladsholder til slidenummer 2">
            <a:extLst>
              <a:ext uri="{FF2B5EF4-FFF2-40B4-BE49-F238E27FC236}">
                <a16:creationId xmlns:a16="http://schemas.microsoft.com/office/drawing/2014/main" id="{96F42A7A-480B-46D8-92B1-4B674FE861BD}"/>
              </a:ext>
            </a:extLst>
          </p:cNvPr>
          <p:cNvSpPr>
            <a:spLocks noGrp="1"/>
          </p:cNvSpPr>
          <p:nvPr>
            <p:ph type="sldNum" sz="quarter" idx="12"/>
          </p:nvPr>
        </p:nvSpPr>
        <p:spPr/>
        <p:txBody>
          <a:bodyPr/>
          <a:lstStyle/>
          <a:p>
            <a:fld id="{20EB7ABC-56F9-4FEF-9CF0-E2D14234E329}" type="slidenum">
              <a:rPr lang="da-DK" noProof="0" smtClean="0"/>
              <a:pPr/>
              <a:t>25</a:t>
            </a:fld>
            <a:endParaRPr lang="da-DK" noProof="0" dirty="0"/>
          </a:p>
        </p:txBody>
      </p:sp>
    </p:spTree>
    <p:extLst>
      <p:ext uri="{BB962C8B-B14F-4D97-AF65-F5344CB8AC3E}">
        <p14:creationId xmlns:p14="http://schemas.microsoft.com/office/powerpoint/2010/main" val="4181364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7C7BBC27-F62D-4C46-BB67-8158EC6D582F}"/>
              </a:ext>
            </a:extLst>
          </p:cNvPr>
          <p:cNvSpPr>
            <a:spLocks noGrp="1"/>
          </p:cNvSpPr>
          <p:nvPr>
            <p:ph type="sldNum" sz="quarter" idx="12"/>
          </p:nvPr>
        </p:nvSpPr>
        <p:spPr/>
        <p:txBody>
          <a:bodyPr/>
          <a:lstStyle/>
          <a:p>
            <a:fld id="{20EB7ABC-56F9-4FEF-9CF0-E2D14234E329}" type="slidenum">
              <a:rPr lang="da-DK" noProof="0" smtClean="0"/>
              <a:pPr/>
              <a:t>26</a:t>
            </a:fld>
            <a:endParaRPr lang="da-DK" noProof="0" dirty="0"/>
          </a:p>
        </p:txBody>
      </p:sp>
      <p:sp>
        <p:nvSpPr>
          <p:cNvPr id="3" name="Titel 2">
            <a:extLst>
              <a:ext uri="{FF2B5EF4-FFF2-40B4-BE49-F238E27FC236}">
                <a16:creationId xmlns:a16="http://schemas.microsoft.com/office/drawing/2014/main" id="{049DAC3B-FAD4-4A3C-A26D-B8F9B11CC8D3}"/>
              </a:ext>
            </a:extLst>
          </p:cNvPr>
          <p:cNvSpPr>
            <a:spLocks noGrp="1"/>
          </p:cNvSpPr>
          <p:nvPr>
            <p:ph type="title"/>
          </p:nvPr>
        </p:nvSpPr>
        <p:spPr/>
        <p:txBody>
          <a:bodyPr/>
          <a:lstStyle/>
          <a:p>
            <a:r>
              <a:rPr lang="da-DK" dirty="0" err="1"/>
              <a:t>Junit</a:t>
            </a:r>
            <a:r>
              <a:rPr lang="da-DK" dirty="0"/>
              <a:t> – </a:t>
            </a:r>
            <a:r>
              <a:rPr lang="da-DK" dirty="0" err="1"/>
              <a:t>write</a:t>
            </a:r>
            <a:r>
              <a:rPr lang="da-DK" dirty="0"/>
              <a:t> </a:t>
            </a:r>
            <a:r>
              <a:rPr lang="da-DK" dirty="0" err="1"/>
              <a:t>good</a:t>
            </a:r>
            <a:r>
              <a:rPr lang="da-DK" dirty="0"/>
              <a:t> unit test</a:t>
            </a:r>
          </a:p>
        </p:txBody>
      </p:sp>
      <p:sp>
        <p:nvSpPr>
          <p:cNvPr id="4" name="Pladsholder til tekst 3">
            <a:extLst>
              <a:ext uri="{FF2B5EF4-FFF2-40B4-BE49-F238E27FC236}">
                <a16:creationId xmlns:a16="http://schemas.microsoft.com/office/drawing/2014/main" id="{DFB30AEC-FD0D-4A94-AAFC-BBBDBBAB1796}"/>
              </a:ext>
            </a:extLst>
          </p:cNvPr>
          <p:cNvSpPr>
            <a:spLocks noGrp="1"/>
          </p:cNvSpPr>
          <p:nvPr>
            <p:ph type="body" sz="quarter" idx="13"/>
          </p:nvPr>
        </p:nvSpPr>
        <p:spPr/>
        <p:txBody>
          <a:bodyPr/>
          <a:lstStyle/>
          <a:p>
            <a:pPr marL="285750" indent="-285750">
              <a:buFont typeface="Arial" panose="020B0604020202020204" pitchFamily="34" charset="0"/>
              <a:buChar char="•"/>
            </a:pPr>
            <a:r>
              <a:rPr lang="da-DK" sz="2400" dirty="0"/>
              <a:t>Small </a:t>
            </a:r>
            <a:r>
              <a:rPr lang="da-DK" sz="2400" dirty="0" err="1"/>
              <a:t>specific</a:t>
            </a:r>
            <a:r>
              <a:rPr lang="da-DK" sz="2400" dirty="0"/>
              <a:t> test </a:t>
            </a:r>
            <a:r>
              <a:rPr lang="da-DK" sz="2400" dirty="0" err="1"/>
              <a:t>methods</a:t>
            </a:r>
            <a:r>
              <a:rPr lang="da-DK" sz="2400" dirty="0"/>
              <a:t> (do </a:t>
            </a:r>
            <a:r>
              <a:rPr lang="da-DK" sz="2400" dirty="0" err="1"/>
              <a:t>one</a:t>
            </a:r>
            <a:r>
              <a:rPr lang="da-DK" sz="2400" dirty="0"/>
              <a:t> </a:t>
            </a:r>
            <a:r>
              <a:rPr lang="da-DK" sz="2400" dirty="0" err="1"/>
              <a:t>thing</a:t>
            </a:r>
            <a:r>
              <a:rPr lang="da-DK" sz="2400" dirty="0"/>
              <a:t>)</a:t>
            </a:r>
          </a:p>
          <a:p>
            <a:pPr marL="285750" indent="-285750">
              <a:buFont typeface="Arial" panose="020B0604020202020204" pitchFamily="34" charset="0"/>
              <a:buChar char="•"/>
            </a:pPr>
            <a:endParaRPr lang="da-DK" sz="1600" dirty="0"/>
          </a:p>
          <a:p>
            <a:pPr marL="285750" indent="-285750">
              <a:buFont typeface="Arial" panose="020B0604020202020204" pitchFamily="34" charset="0"/>
              <a:buChar char="•"/>
            </a:pPr>
            <a:r>
              <a:rPr lang="da-DK" sz="2400" dirty="0"/>
              <a:t>Test </a:t>
            </a:r>
            <a:r>
              <a:rPr lang="da-DK" sz="2400" dirty="0" err="1"/>
              <a:t>method</a:t>
            </a:r>
            <a:r>
              <a:rPr lang="da-DK" sz="2400" dirty="0"/>
              <a:t> </a:t>
            </a:r>
            <a:r>
              <a:rPr lang="da-DK" sz="2400" dirty="0" err="1"/>
              <a:t>name</a:t>
            </a:r>
            <a:r>
              <a:rPr lang="da-DK" sz="2400" dirty="0"/>
              <a:t> </a:t>
            </a:r>
            <a:r>
              <a:rPr lang="da-DK" sz="2400" dirty="0" err="1"/>
              <a:t>indicates</a:t>
            </a:r>
            <a:r>
              <a:rPr lang="da-DK" sz="2400" dirty="0"/>
              <a:t> </a:t>
            </a:r>
            <a:r>
              <a:rPr lang="da-DK" sz="2400" dirty="0" err="1"/>
              <a:t>expected</a:t>
            </a:r>
            <a:r>
              <a:rPr lang="da-DK" sz="2400" dirty="0"/>
              <a:t> </a:t>
            </a:r>
            <a:r>
              <a:rPr lang="da-DK" sz="2400" dirty="0" err="1"/>
              <a:t>result</a:t>
            </a:r>
            <a:endParaRPr lang="da-DK" sz="2400" dirty="0"/>
          </a:p>
          <a:p>
            <a:pPr marL="285750" indent="-285750">
              <a:buFont typeface="Arial" panose="020B0604020202020204" pitchFamily="34" charset="0"/>
              <a:buChar char="•"/>
            </a:pPr>
            <a:endParaRPr lang="da-DK" sz="1600" dirty="0"/>
          </a:p>
          <a:p>
            <a:pPr marL="285750" indent="-285750">
              <a:buFont typeface="Arial" panose="020B0604020202020204" pitchFamily="34" charset="0"/>
              <a:buChar char="•"/>
            </a:pPr>
            <a:r>
              <a:rPr lang="da-DK" sz="2400" dirty="0"/>
              <a:t>Keep </a:t>
            </a:r>
            <a:r>
              <a:rPr lang="da-DK" sz="2400" dirty="0" err="1"/>
              <a:t>Junit</a:t>
            </a:r>
            <a:r>
              <a:rPr lang="da-DK" sz="2400" dirty="0"/>
              <a:t> tests </a:t>
            </a:r>
            <a:r>
              <a:rPr lang="da-DK" sz="2400" dirty="0" err="1"/>
              <a:t>very</a:t>
            </a:r>
            <a:r>
              <a:rPr lang="da-DK" sz="2400" dirty="0"/>
              <a:t> simple</a:t>
            </a:r>
            <a:endParaRPr lang="da-DK" sz="1600" dirty="0"/>
          </a:p>
          <a:p>
            <a:pPr marL="285750" indent="-285750">
              <a:buFont typeface="Arial" panose="020B0604020202020204" pitchFamily="34" charset="0"/>
              <a:buChar char="•"/>
            </a:pPr>
            <a:endParaRPr lang="da-DK" sz="1600" dirty="0"/>
          </a:p>
          <a:p>
            <a:pPr marL="285750" indent="-285750">
              <a:buFont typeface="Arial" panose="020B0604020202020204" pitchFamily="34" charset="0"/>
              <a:buChar char="•"/>
            </a:pPr>
            <a:r>
              <a:rPr lang="da-DK" sz="2400" dirty="0" err="1"/>
              <a:t>Know</a:t>
            </a:r>
            <a:r>
              <a:rPr lang="da-DK" sz="2400" dirty="0"/>
              <a:t> </a:t>
            </a:r>
            <a:r>
              <a:rPr lang="da-DK" sz="2400" dirty="0" err="1"/>
              <a:t>equivalence</a:t>
            </a:r>
            <a:r>
              <a:rPr lang="da-DK" sz="2400" dirty="0"/>
              <a:t> </a:t>
            </a:r>
            <a:r>
              <a:rPr lang="da-DK" sz="2400" dirty="0" err="1"/>
              <a:t>classes</a:t>
            </a:r>
            <a:endParaRPr lang="da-DK" sz="2400" dirty="0"/>
          </a:p>
          <a:p>
            <a:endParaRPr lang="da-DK" sz="2400" dirty="0"/>
          </a:p>
          <a:p>
            <a:pPr marL="285750" indent="-285750">
              <a:buFont typeface="Arial" panose="020B0604020202020204" pitchFamily="34" charset="0"/>
              <a:buChar char="•"/>
            </a:pPr>
            <a:r>
              <a:rPr lang="da-DK" sz="2400" dirty="0" err="1"/>
              <a:t>Use</a:t>
            </a:r>
            <a:r>
              <a:rPr lang="da-DK" sz="2400" dirty="0"/>
              <a:t> the AAA pattern</a:t>
            </a:r>
          </a:p>
          <a:p>
            <a:pPr marL="742950" lvl="1" indent="-285750">
              <a:buFont typeface="Arial" panose="020B0604020202020204" pitchFamily="34" charset="0"/>
              <a:buChar char="•"/>
            </a:pPr>
            <a:r>
              <a:rPr lang="da-DK" sz="1600" dirty="0" err="1"/>
              <a:t>Arrange</a:t>
            </a:r>
            <a:endParaRPr lang="da-DK" sz="1600" dirty="0"/>
          </a:p>
          <a:p>
            <a:pPr marL="742950" lvl="1" indent="-285750">
              <a:buFont typeface="Arial" panose="020B0604020202020204" pitchFamily="34" charset="0"/>
              <a:buChar char="•"/>
            </a:pPr>
            <a:r>
              <a:rPr lang="da-DK" sz="1600" dirty="0" err="1"/>
              <a:t>Act</a:t>
            </a:r>
            <a:endParaRPr lang="da-DK" sz="1600" dirty="0"/>
          </a:p>
          <a:p>
            <a:pPr marL="742950" lvl="1" indent="-285750">
              <a:buFont typeface="Arial" panose="020B0604020202020204" pitchFamily="34" charset="0"/>
              <a:buChar char="•"/>
            </a:pPr>
            <a:r>
              <a:rPr lang="da-DK" sz="1600" dirty="0" err="1"/>
              <a:t>Assert</a:t>
            </a:r>
            <a:endParaRPr lang="da-DK" dirty="0"/>
          </a:p>
        </p:txBody>
      </p:sp>
    </p:spTree>
    <p:extLst>
      <p:ext uri="{BB962C8B-B14F-4D97-AF65-F5344CB8AC3E}">
        <p14:creationId xmlns:p14="http://schemas.microsoft.com/office/powerpoint/2010/main" val="3650836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673F7C4-9069-4B72-993C-96FCE06492F9}"/>
              </a:ext>
            </a:extLst>
          </p:cNvPr>
          <p:cNvSpPr>
            <a:spLocks noGrp="1"/>
          </p:cNvSpPr>
          <p:nvPr>
            <p:ph type="title"/>
          </p:nvPr>
        </p:nvSpPr>
        <p:spPr>
          <a:xfrm>
            <a:off x="468000" y="756000"/>
            <a:ext cx="11232000" cy="468000"/>
          </a:xfrm>
        </p:spPr>
        <p:txBody>
          <a:bodyPr/>
          <a:lstStyle/>
          <a:p>
            <a:r>
              <a:rPr lang="en-US" dirty="0"/>
              <a:t>Junit – AAA Pattern</a:t>
            </a:r>
          </a:p>
        </p:txBody>
      </p:sp>
      <p:pic>
        <p:nvPicPr>
          <p:cNvPr id="6" name="Picture 2">
            <a:extLst>
              <a:ext uri="{FF2B5EF4-FFF2-40B4-BE49-F238E27FC236}">
                <a16:creationId xmlns:a16="http://schemas.microsoft.com/office/drawing/2014/main" id="{6345CC9E-B035-42F0-B994-01F36013F8F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30236" y="1547999"/>
            <a:ext cx="4974076" cy="4572771"/>
          </a:xfrm>
          <a:prstGeom prst="rect">
            <a:avLst/>
          </a:prstGeom>
          <a:solidFill>
            <a:schemeClr val="accent1"/>
          </a:solidFill>
          <a:ln>
            <a:noFill/>
          </a:ln>
          <a:extLst>
            <a:ext uri="{91240B29-F687-4F45-9708-019B960494DF}">
              <a14:hiddenLine xmlns:a14="http://schemas.microsoft.com/office/drawing/2010/main" w="9525">
                <a:solidFill>
                  <a:schemeClr val="tx1"/>
                </a:solidFill>
                <a:miter lim="800000"/>
                <a:headEnd/>
                <a:tailEnd/>
              </a14:hiddenLine>
            </a:ext>
          </a:extLst>
        </p:spPr>
      </p:pic>
      <p:sp>
        <p:nvSpPr>
          <p:cNvPr id="2" name="Pladsholder til slidenummer 1">
            <a:extLst>
              <a:ext uri="{FF2B5EF4-FFF2-40B4-BE49-F238E27FC236}">
                <a16:creationId xmlns:a16="http://schemas.microsoft.com/office/drawing/2014/main" id="{2ABD07A5-0FFF-4A9B-B529-31F9467B765F}"/>
              </a:ext>
            </a:extLst>
          </p:cNvPr>
          <p:cNvSpPr>
            <a:spLocks noGrp="1"/>
          </p:cNvSpPr>
          <p:nvPr>
            <p:ph type="sldNum" sz="quarter" idx="12"/>
          </p:nvPr>
        </p:nvSpPr>
        <p:spPr>
          <a:xfrm>
            <a:off x="11424592" y="6228000"/>
            <a:ext cx="275408" cy="252000"/>
          </a:xfrm>
          <a:prstGeom prst="rect">
            <a:avLst/>
          </a:prstGeom>
        </p:spPr>
        <p:txBody>
          <a:bodyPr anchor="ctr">
            <a:normAutofit/>
          </a:bodyPr>
          <a:lstStyle/>
          <a:p>
            <a:pPr>
              <a:spcAft>
                <a:spcPts val="600"/>
              </a:spcAft>
            </a:pPr>
            <a:fld id="{20EB7ABC-56F9-4FEF-9CF0-E2D14234E329}" type="slidenum">
              <a:rPr lang="da-DK" noProof="0" smtClean="0"/>
              <a:pPr>
                <a:spcAft>
                  <a:spcPts val="600"/>
                </a:spcAft>
              </a:pPr>
              <a:t>27</a:t>
            </a:fld>
            <a:endParaRPr lang="da-DK" noProof="0"/>
          </a:p>
        </p:txBody>
      </p:sp>
    </p:spTree>
    <p:extLst>
      <p:ext uri="{BB962C8B-B14F-4D97-AF65-F5344CB8AC3E}">
        <p14:creationId xmlns:p14="http://schemas.microsoft.com/office/powerpoint/2010/main" val="2791416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854955-EC7B-486D-809D-55831B5C1926}"/>
              </a:ext>
            </a:extLst>
          </p:cNvPr>
          <p:cNvSpPr>
            <a:spLocks noGrp="1"/>
          </p:cNvSpPr>
          <p:nvPr>
            <p:ph type="title"/>
          </p:nvPr>
        </p:nvSpPr>
        <p:spPr>
          <a:xfrm>
            <a:off x="468000" y="756000"/>
            <a:ext cx="11232000" cy="468000"/>
          </a:xfrm>
          <a:prstGeom prst="rect">
            <a:avLst/>
          </a:prstGeom>
        </p:spPr>
        <p:txBody>
          <a:bodyPr anchor="t">
            <a:normAutofit/>
          </a:bodyPr>
          <a:lstStyle/>
          <a:p>
            <a:r>
              <a:rPr lang="da-DK" sz="3100" dirty="0" err="1"/>
              <a:t>Junit</a:t>
            </a:r>
            <a:r>
              <a:rPr lang="da-DK" sz="3100" dirty="0"/>
              <a:t> 4.x – test of </a:t>
            </a:r>
            <a:r>
              <a:rPr lang="da-DK" sz="3100" dirty="0" err="1"/>
              <a:t>exceptions</a:t>
            </a:r>
            <a:endParaRPr lang="da-DK" sz="3100" dirty="0"/>
          </a:p>
        </p:txBody>
      </p:sp>
      <p:pic>
        <p:nvPicPr>
          <p:cNvPr id="6" name="Picture 2">
            <a:extLst>
              <a:ext uri="{FF2B5EF4-FFF2-40B4-BE49-F238E27FC236}">
                <a16:creationId xmlns:a16="http://schemas.microsoft.com/office/drawing/2014/main" id="{DF870170-EF57-41F6-BBA6-BF3361F7D4F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641073" y="1557232"/>
            <a:ext cx="8885853" cy="3960000"/>
          </a:xfrm>
          <a:prstGeom prst="rect">
            <a:avLst/>
          </a:prstGeom>
          <a:solidFill>
            <a:schemeClr val="accent1"/>
          </a:solidFill>
          <a:ln>
            <a:noFill/>
          </a:ln>
          <a:extLst>
            <a:ext uri="{91240B29-F687-4F45-9708-019B960494DF}">
              <a14:hiddenLine xmlns:a14="http://schemas.microsoft.com/office/drawing/2010/main" w="9525">
                <a:solidFill>
                  <a:schemeClr val="tx1"/>
                </a:solidFill>
                <a:miter lim="800000"/>
                <a:headEnd/>
                <a:tailEnd/>
              </a14:hiddenLine>
            </a:ext>
          </a:extLst>
        </p:spPr>
      </p:pic>
      <p:sp>
        <p:nvSpPr>
          <p:cNvPr id="4" name="Pladsholder til slidenummer 3">
            <a:extLst>
              <a:ext uri="{FF2B5EF4-FFF2-40B4-BE49-F238E27FC236}">
                <a16:creationId xmlns:a16="http://schemas.microsoft.com/office/drawing/2014/main" id="{97F87AC4-AA5B-4F3C-80CA-99F2F7A205EF}"/>
              </a:ext>
            </a:extLst>
          </p:cNvPr>
          <p:cNvSpPr>
            <a:spLocks noGrp="1"/>
          </p:cNvSpPr>
          <p:nvPr>
            <p:ph type="sldNum" sz="quarter" idx="12"/>
          </p:nvPr>
        </p:nvSpPr>
        <p:spPr>
          <a:xfrm>
            <a:off x="11424592" y="6228000"/>
            <a:ext cx="275408" cy="252000"/>
          </a:xfrm>
          <a:prstGeom prst="rect">
            <a:avLst/>
          </a:prstGeom>
        </p:spPr>
        <p:txBody>
          <a:bodyPr anchor="ctr">
            <a:normAutofit/>
          </a:bodyPr>
          <a:lstStyle/>
          <a:p>
            <a:pPr>
              <a:spcAft>
                <a:spcPts val="600"/>
              </a:spcAft>
            </a:pPr>
            <a:fld id="{F7AB382F-E9E6-CE49-B414-1E064FB7F064}" type="slidenum">
              <a:rPr lang="da-DK" smtClean="0"/>
              <a:pPr>
                <a:spcAft>
                  <a:spcPts val="600"/>
                </a:spcAft>
              </a:pPr>
              <a:t>28</a:t>
            </a:fld>
            <a:endParaRPr lang="da-DK"/>
          </a:p>
        </p:txBody>
      </p:sp>
    </p:spTree>
    <p:extLst>
      <p:ext uri="{BB962C8B-B14F-4D97-AF65-F5344CB8AC3E}">
        <p14:creationId xmlns:p14="http://schemas.microsoft.com/office/powerpoint/2010/main" val="683817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3A8C68-825F-4982-B692-8A4CE4DECD07}"/>
              </a:ext>
            </a:extLst>
          </p:cNvPr>
          <p:cNvSpPr>
            <a:spLocks noGrp="1"/>
          </p:cNvSpPr>
          <p:nvPr>
            <p:ph type="title"/>
          </p:nvPr>
        </p:nvSpPr>
        <p:spPr>
          <a:xfrm>
            <a:off x="480000" y="378000"/>
            <a:ext cx="11232000" cy="468000"/>
          </a:xfrm>
        </p:spPr>
        <p:txBody>
          <a:bodyPr/>
          <a:lstStyle/>
          <a:p>
            <a:r>
              <a:rPr lang="da-DK" dirty="0" err="1"/>
              <a:t>Junit</a:t>
            </a:r>
            <a:r>
              <a:rPr lang="da-DK" dirty="0"/>
              <a:t> 4.x - annotations</a:t>
            </a:r>
          </a:p>
        </p:txBody>
      </p:sp>
      <p:sp>
        <p:nvSpPr>
          <p:cNvPr id="4" name="Pladsholder til slidenummer 3">
            <a:extLst>
              <a:ext uri="{FF2B5EF4-FFF2-40B4-BE49-F238E27FC236}">
                <a16:creationId xmlns:a16="http://schemas.microsoft.com/office/drawing/2014/main" id="{A5E4180C-76F4-40D0-B65F-D40BD3FCEE8F}"/>
              </a:ext>
            </a:extLst>
          </p:cNvPr>
          <p:cNvSpPr>
            <a:spLocks noGrp="1"/>
          </p:cNvSpPr>
          <p:nvPr>
            <p:ph type="sldNum" sz="quarter" idx="12"/>
          </p:nvPr>
        </p:nvSpPr>
        <p:spPr/>
        <p:txBody>
          <a:bodyPr/>
          <a:lstStyle/>
          <a:p>
            <a:fld id="{F7AB382F-E9E6-CE49-B414-1E064FB7F064}" type="slidenum">
              <a:rPr lang="da-DK" smtClean="0"/>
              <a:t>29</a:t>
            </a:fld>
            <a:endParaRPr lang="da-DK"/>
          </a:p>
        </p:txBody>
      </p:sp>
      <p:graphicFrame>
        <p:nvGraphicFramePr>
          <p:cNvPr id="7" name="Tabel 6">
            <a:extLst>
              <a:ext uri="{FF2B5EF4-FFF2-40B4-BE49-F238E27FC236}">
                <a16:creationId xmlns:a16="http://schemas.microsoft.com/office/drawing/2014/main" id="{C9D748D5-B1F6-4733-8DFF-826F5731769D}"/>
              </a:ext>
            </a:extLst>
          </p:cNvPr>
          <p:cNvGraphicFramePr>
            <a:graphicFrameLocks noGrp="1"/>
          </p:cNvGraphicFramePr>
          <p:nvPr/>
        </p:nvGraphicFramePr>
        <p:xfrm>
          <a:off x="1199456" y="846001"/>
          <a:ext cx="10512544" cy="5980280"/>
        </p:xfrm>
        <a:graphic>
          <a:graphicData uri="http://schemas.openxmlformats.org/drawingml/2006/table">
            <a:tbl>
              <a:tblPr/>
              <a:tblGrid>
                <a:gridCol w="3456384">
                  <a:extLst>
                    <a:ext uri="{9D8B030D-6E8A-4147-A177-3AD203B41FA5}">
                      <a16:colId xmlns:a16="http://schemas.microsoft.com/office/drawing/2014/main" val="20000"/>
                    </a:ext>
                  </a:extLst>
                </a:gridCol>
                <a:gridCol w="7056160">
                  <a:extLst>
                    <a:ext uri="{9D8B030D-6E8A-4147-A177-3AD203B41FA5}">
                      <a16:colId xmlns:a16="http://schemas.microsoft.com/office/drawing/2014/main" val="20001"/>
                    </a:ext>
                  </a:extLst>
                </a:gridCol>
              </a:tblGrid>
              <a:tr h="263937">
                <a:tc>
                  <a:txBody>
                    <a:bodyPr/>
                    <a:lstStyle/>
                    <a:p>
                      <a:pPr algn="l" rtl="0" fontAlgn="t"/>
                      <a:r>
                        <a:rPr lang="da-DK" sz="1600" b="1" dirty="0">
                          <a:effectLst/>
                        </a:rPr>
                        <a:t>Annotation</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tc>
                  <a:txBody>
                    <a:bodyPr/>
                    <a:lstStyle/>
                    <a:p>
                      <a:pPr algn="l" rtl="0" fontAlgn="t"/>
                      <a:r>
                        <a:rPr lang="da-DK" sz="1600" b="1" dirty="0" err="1">
                          <a:effectLst/>
                        </a:rPr>
                        <a:t>Description</a:t>
                      </a:r>
                      <a:endParaRPr lang="da-DK" sz="1600" b="1" dirty="0">
                        <a:effectLst/>
                      </a:endParaRP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extLst>
                  <a:ext uri="{0D108BD9-81ED-4DB2-BD59-A6C34878D82A}">
                    <a16:rowId xmlns:a16="http://schemas.microsoft.com/office/drawing/2014/main" val="10000"/>
                  </a:ext>
                </a:extLst>
              </a:tr>
              <a:tr h="493985">
                <a:tc>
                  <a:txBody>
                    <a:bodyPr/>
                    <a:lstStyle/>
                    <a:p>
                      <a:pPr algn="l" rtl="0" fontAlgn="t"/>
                      <a:r>
                        <a:rPr lang="da-DK" sz="1600" b="0">
                          <a:effectLst/>
                          <a:latin typeface="inherit"/>
                        </a:rPr>
                        <a:t>@Test</a:t>
                      </a:r>
                      <a:br>
                        <a:rPr lang="da-DK" sz="1600" b="0">
                          <a:effectLst/>
                          <a:latin typeface="inherit"/>
                        </a:rPr>
                      </a:br>
                      <a:r>
                        <a:rPr lang="da-DK" sz="1600" b="0">
                          <a:effectLst/>
                          <a:latin typeface="inherit"/>
                        </a:rPr>
                        <a:t>public void method()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tc>
                  <a:txBody>
                    <a:bodyPr/>
                    <a:lstStyle/>
                    <a:p>
                      <a:pPr algn="l" rtl="0" fontAlgn="t"/>
                      <a:r>
                        <a:rPr lang="en-US" sz="1600" b="0" dirty="0">
                          <a:effectLst/>
                          <a:latin typeface="inherit"/>
                        </a:rPr>
                        <a:t>The @Test annotation identifies a method as a test method.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extLst>
                  <a:ext uri="{0D108BD9-81ED-4DB2-BD59-A6C34878D82A}">
                    <a16:rowId xmlns:a16="http://schemas.microsoft.com/office/drawing/2014/main" val="10001"/>
                  </a:ext>
                </a:extLst>
              </a:tr>
              <a:tr h="457065">
                <a:tc>
                  <a:txBody>
                    <a:bodyPr/>
                    <a:lstStyle/>
                    <a:p>
                      <a:pPr algn="l" rtl="0" fontAlgn="t"/>
                      <a:r>
                        <a:rPr lang="da-DK" sz="1600" b="0" dirty="0">
                          <a:effectLst/>
                          <a:latin typeface="inherit"/>
                        </a:rPr>
                        <a:t>@Test (</a:t>
                      </a:r>
                      <a:r>
                        <a:rPr lang="da-DK" sz="1600" b="0" dirty="0" err="1">
                          <a:effectLst/>
                          <a:latin typeface="inherit"/>
                        </a:rPr>
                        <a:t>expected</a:t>
                      </a:r>
                      <a:r>
                        <a:rPr lang="da-DK" sz="1600" b="0" dirty="0">
                          <a:effectLst/>
                          <a:latin typeface="inherit"/>
                        </a:rPr>
                        <a:t> = </a:t>
                      </a:r>
                      <a:r>
                        <a:rPr lang="da-DK" sz="1600" b="0" dirty="0" err="1">
                          <a:effectLst/>
                          <a:latin typeface="inherit"/>
                        </a:rPr>
                        <a:t>Exception.class</a:t>
                      </a:r>
                      <a:r>
                        <a:rPr lang="da-DK" sz="1600" b="0" dirty="0">
                          <a:effectLst/>
                          <a:latin typeface="inherit"/>
                        </a:rPr>
                        <a:t>)</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600" b="0" dirty="0">
                          <a:effectLst/>
                          <a:latin typeface="inherit"/>
                        </a:rPr>
                        <a:t>Fails if the method does not throw the named exception.</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2"/>
                  </a:ext>
                </a:extLst>
              </a:tr>
              <a:tr h="457065">
                <a:tc>
                  <a:txBody>
                    <a:bodyPr/>
                    <a:lstStyle/>
                    <a:p>
                      <a:pPr algn="l" rtl="0" fontAlgn="t"/>
                      <a:r>
                        <a:rPr lang="da-DK" sz="1600" b="0" dirty="0">
                          <a:effectLst/>
                          <a:latin typeface="inherit"/>
                        </a:rPr>
                        <a:t>@Test(timeout=100)</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tc>
                  <a:txBody>
                    <a:bodyPr/>
                    <a:lstStyle/>
                    <a:p>
                      <a:pPr algn="l" rtl="0" fontAlgn="t"/>
                      <a:r>
                        <a:rPr lang="en-US" sz="1600" b="0" dirty="0">
                          <a:effectLst/>
                          <a:latin typeface="inherit"/>
                        </a:rPr>
                        <a:t>Fails if the method takes longer than 100 milliseconds.</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extLst>
                  <a:ext uri="{0D108BD9-81ED-4DB2-BD59-A6C34878D82A}">
                    <a16:rowId xmlns:a16="http://schemas.microsoft.com/office/drawing/2014/main" val="10003"/>
                  </a:ext>
                </a:extLst>
              </a:tr>
              <a:tr h="512724">
                <a:tc>
                  <a:txBody>
                    <a:bodyPr/>
                    <a:lstStyle/>
                    <a:p>
                      <a:pPr algn="l" rtl="0" fontAlgn="t"/>
                      <a:r>
                        <a:rPr lang="da-DK" sz="1600" b="0">
                          <a:effectLst/>
                          <a:latin typeface="inherit"/>
                        </a:rPr>
                        <a:t>@Before</a:t>
                      </a:r>
                      <a:br>
                        <a:rPr lang="da-DK" sz="1600" b="0">
                          <a:effectLst/>
                          <a:latin typeface="inherit"/>
                        </a:rPr>
                      </a:br>
                      <a:r>
                        <a:rPr lang="da-DK" sz="1600" b="0">
                          <a:effectLst/>
                          <a:latin typeface="inherit"/>
                        </a:rPr>
                        <a:t>public void method()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600" b="0" dirty="0">
                          <a:effectLst/>
                          <a:latin typeface="inherit"/>
                        </a:rPr>
                        <a:t>This method is executed before each test. It is used to prepare the test environment (e.g., read input data, initialize the class).</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4"/>
                  </a:ext>
                </a:extLst>
              </a:tr>
              <a:tr h="724033">
                <a:tc>
                  <a:txBody>
                    <a:bodyPr/>
                    <a:lstStyle/>
                    <a:p>
                      <a:pPr algn="l" rtl="0" fontAlgn="t"/>
                      <a:r>
                        <a:rPr lang="da-DK" sz="1600" b="0">
                          <a:effectLst/>
                          <a:latin typeface="inherit"/>
                        </a:rPr>
                        <a:t>@After</a:t>
                      </a:r>
                      <a:br>
                        <a:rPr lang="da-DK" sz="1600" b="0">
                          <a:effectLst/>
                          <a:latin typeface="inherit"/>
                        </a:rPr>
                      </a:br>
                      <a:r>
                        <a:rPr lang="da-DK" sz="1600" b="0">
                          <a:effectLst/>
                          <a:latin typeface="inherit"/>
                        </a:rPr>
                        <a:t>public void method()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tc>
                  <a:txBody>
                    <a:bodyPr/>
                    <a:lstStyle/>
                    <a:p>
                      <a:pPr algn="l" rtl="0" fontAlgn="t"/>
                      <a:r>
                        <a:rPr lang="en-US" sz="1600" b="0" dirty="0">
                          <a:effectLst/>
                          <a:latin typeface="inherit"/>
                        </a:rPr>
                        <a:t>This method is executed after each test. It is used to cleanup the test environment (e.g., delete temporary data, restore defaults). It can also save memory by cleaning up expensive memory structures.</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extLst>
                  <a:ext uri="{0D108BD9-81ED-4DB2-BD59-A6C34878D82A}">
                    <a16:rowId xmlns:a16="http://schemas.microsoft.com/office/drawing/2014/main" val="10005"/>
                  </a:ext>
                </a:extLst>
              </a:tr>
              <a:tr h="1006389">
                <a:tc>
                  <a:txBody>
                    <a:bodyPr/>
                    <a:lstStyle/>
                    <a:p>
                      <a:pPr algn="l" rtl="0" fontAlgn="t"/>
                      <a:r>
                        <a:rPr lang="en-US" sz="1600" b="0" dirty="0">
                          <a:effectLst/>
                          <a:latin typeface="inherit"/>
                        </a:rPr>
                        <a:t>@BeforeClass</a:t>
                      </a:r>
                      <a:br>
                        <a:rPr lang="en-US" sz="1600" b="0" dirty="0">
                          <a:effectLst/>
                          <a:latin typeface="inherit"/>
                        </a:rPr>
                      </a:br>
                      <a:r>
                        <a:rPr lang="en-US" sz="1600" b="0" dirty="0">
                          <a:effectLst/>
                          <a:latin typeface="inherit"/>
                        </a:rPr>
                        <a:t>public static void method()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600" b="0" dirty="0">
                          <a:effectLst/>
                          <a:latin typeface="inherit"/>
                        </a:rPr>
                        <a:t>This method is executed once, before the start of all tests. It is used to perform time intensive activities, for example, to connect to a database. Methods marked with this annotation need to be defined as static to work with JUnit.</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6"/>
                  </a:ext>
                </a:extLst>
              </a:tr>
              <a:tr h="954081">
                <a:tc>
                  <a:txBody>
                    <a:bodyPr/>
                    <a:lstStyle/>
                    <a:p>
                      <a:pPr algn="l" rtl="0" fontAlgn="t"/>
                      <a:r>
                        <a:rPr lang="en-US" sz="1600" b="0">
                          <a:effectLst/>
                          <a:latin typeface="inherit"/>
                        </a:rPr>
                        <a:t>@AfterClass</a:t>
                      </a:r>
                      <a:br>
                        <a:rPr lang="en-US" sz="1600" b="0">
                          <a:effectLst/>
                          <a:latin typeface="inherit"/>
                        </a:rPr>
                      </a:br>
                      <a:r>
                        <a:rPr lang="en-US" sz="1600" b="0">
                          <a:effectLst/>
                          <a:latin typeface="inherit"/>
                        </a:rPr>
                        <a:t>public static void method()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tc>
                  <a:txBody>
                    <a:bodyPr/>
                    <a:lstStyle/>
                    <a:p>
                      <a:pPr algn="l" rtl="0" fontAlgn="t"/>
                      <a:r>
                        <a:rPr lang="en-US" sz="1600" b="0" dirty="0">
                          <a:effectLst/>
                          <a:latin typeface="inherit"/>
                        </a:rPr>
                        <a:t>This method is executed once, after all tests have been finished. It is used to perform clean-up activities, for example, to disconnect from a database. Methods annotated with this annotation need to be defined as static to work with JUnit.</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tcPr>
                </a:tc>
                <a:extLst>
                  <a:ext uri="{0D108BD9-81ED-4DB2-BD59-A6C34878D82A}">
                    <a16:rowId xmlns:a16="http://schemas.microsoft.com/office/drawing/2014/main" val="10007"/>
                  </a:ext>
                </a:extLst>
              </a:tr>
              <a:tr h="954081">
                <a:tc>
                  <a:txBody>
                    <a:bodyPr/>
                    <a:lstStyle/>
                    <a:p>
                      <a:pPr algn="l" rtl="0" fontAlgn="t"/>
                      <a:r>
                        <a:rPr lang="en-US" sz="1600" b="0" dirty="0">
                          <a:effectLst/>
                          <a:latin typeface="inherit"/>
                        </a:rPr>
                        <a:t>@Ignore or @Ignore("Why disabled")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600" b="0" dirty="0">
                          <a:effectLst/>
                          <a:latin typeface="inherit"/>
                        </a:rPr>
                        <a:t>Ignores the test method. This is useful when the underlying code has been changed and the test case has not yet been adapted. Or if the execution time of this test is too long to be included. It is best practice to provide the optional description, why the test is disabled.</a:t>
                      </a:r>
                    </a:p>
                  </a:txBody>
                  <a:tcPr marL="35920" marR="35920" marT="17960" marB="17960">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8"/>
                  </a:ext>
                </a:extLst>
              </a:tr>
            </a:tbl>
          </a:graphicData>
        </a:graphic>
      </p:graphicFrame>
      <p:sp>
        <p:nvSpPr>
          <p:cNvPr id="9" name="Rektangel 8">
            <a:extLst>
              <a:ext uri="{FF2B5EF4-FFF2-40B4-BE49-F238E27FC236}">
                <a16:creationId xmlns:a16="http://schemas.microsoft.com/office/drawing/2014/main" id="{C396164C-5224-4B34-BB47-FFCADB3B0892}"/>
              </a:ext>
            </a:extLst>
          </p:cNvPr>
          <p:cNvSpPr/>
          <p:nvPr/>
        </p:nvSpPr>
        <p:spPr>
          <a:xfrm>
            <a:off x="5447928" y="378000"/>
            <a:ext cx="5198632" cy="246221"/>
          </a:xfrm>
          <a:prstGeom prst="rect">
            <a:avLst/>
          </a:prstGeom>
        </p:spPr>
        <p:txBody>
          <a:bodyPr wrap="square">
            <a:spAutoFit/>
          </a:bodyPr>
          <a:lstStyle/>
          <a:p>
            <a:r>
              <a:rPr lang="da-DK" sz="1000" dirty="0"/>
              <a:t>Source: www.vogella.com/tutorials/JUnit/article.html#juniteclipse</a:t>
            </a:r>
          </a:p>
        </p:txBody>
      </p:sp>
    </p:spTree>
    <p:extLst>
      <p:ext uri="{BB962C8B-B14F-4D97-AF65-F5344CB8AC3E}">
        <p14:creationId xmlns:p14="http://schemas.microsoft.com/office/powerpoint/2010/main" val="286137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E784CD-001E-4EA9-9A06-74BBC97E04F0}"/>
              </a:ext>
            </a:extLst>
          </p:cNvPr>
          <p:cNvSpPr>
            <a:spLocks noGrp="1"/>
          </p:cNvSpPr>
          <p:nvPr>
            <p:ph type="title"/>
          </p:nvPr>
        </p:nvSpPr>
        <p:spPr>
          <a:xfrm>
            <a:off x="480000" y="332656"/>
            <a:ext cx="11232000" cy="468000"/>
          </a:xfrm>
        </p:spPr>
        <p:txBody>
          <a:bodyPr/>
          <a:lstStyle/>
          <a:p>
            <a:r>
              <a:rPr lang="da-DK" dirty="0" err="1"/>
              <a:t>Junit</a:t>
            </a:r>
            <a:r>
              <a:rPr lang="da-DK" dirty="0"/>
              <a:t> 4.x – </a:t>
            </a:r>
            <a:r>
              <a:rPr lang="da-DK" dirty="0" err="1"/>
              <a:t>assert</a:t>
            </a:r>
            <a:r>
              <a:rPr lang="da-DK" dirty="0"/>
              <a:t> </a:t>
            </a:r>
            <a:r>
              <a:rPr lang="da-DK" dirty="0" err="1"/>
              <a:t>methods</a:t>
            </a:r>
            <a:endParaRPr lang="da-DK" dirty="0"/>
          </a:p>
        </p:txBody>
      </p:sp>
      <p:sp>
        <p:nvSpPr>
          <p:cNvPr id="4" name="Pladsholder til slidenummer 3">
            <a:extLst>
              <a:ext uri="{FF2B5EF4-FFF2-40B4-BE49-F238E27FC236}">
                <a16:creationId xmlns:a16="http://schemas.microsoft.com/office/drawing/2014/main" id="{90B0608F-BF7B-4EB9-AFC5-97674E3CCF33}"/>
              </a:ext>
            </a:extLst>
          </p:cNvPr>
          <p:cNvSpPr>
            <a:spLocks noGrp="1"/>
          </p:cNvSpPr>
          <p:nvPr>
            <p:ph type="sldNum" sz="quarter" idx="12"/>
          </p:nvPr>
        </p:nvSpPr>
        <p:spPr/>
        <p:txBody>
          <a:bodyPr/>
          <a:lstStyle/>
          <a:p>
            <a:fld id="{F7AB382F-E9E6-CE49-B414-1E064FB7F064}" type="slidenum">
              <a:rPr lang="da-DK" smtClean="0"/>
              <a:t>30</a:t>
            </a:fld>
            <a:endParaRPr lang="da-DK"/>
          </a:p>
        </p:txBody>
      </p:sp>
      <p:graphicFrame>
        <p:nvGraphicFramePr>
          <p:cNvPr id="6" name="Tabel 5">
            <a:extLst>
              <a:ext uri="{FF2B5EF4-FFF2-40B4-BE49-F238E27FC236}">
                <a16:creationId xmlns:a16="http://schemas.microsoft.com/office/drawing/2014/main" id="{CE043ECF-0A51-4B91-8715-3844569ED1FB}"/>
              </a:ext>
            </a:extLst>
          </p:cNvPr>
          <p:cNvGraphicFramePr>
            <a:graphicFrameLocks noGrp="1"/>
          </p:cNvGraphicFramePr>
          <p:nvPr/>
        </p:nvGraphicFramePr>
        <p:xfrm>
          <a:off x="335360" y="836712"/>
          <a:ext cx="11449272" cy="5832649"/>
        </p:xfrm>
        <a:graphic>
          <a:graphicData uri="http://schemas.openxmlformats.org/drawingml/2006/table">
            <a:tbl>
              <a:tblPr/>
              <a:tblGrid>
                <a:gridCol w="4429404">
                  <a:extLst>
                    <a:ext uri="{9D8B030D-6E8A-4147-A177-3AD203B41FA5}">
                      <a16:colId xmlns:a16="http://schemas.microsoft.com/office/drawing/2014/main" val="20000"/>
                    </a:ext>
                  </a:extLst>
                </a:gridCol>
                <a:gridCol w="7019868">
                  <a:extLst>
                    <a:ext uri="{9D8B030D-6E8A-4147-A177-3AD203B41FA5}">
                      <a16:colId xmlns:a16="http://schemas.microsoft.com/office/drawing/2014/main" val="20001"/>
                    </a:ext>
                  </a:extLst>
                </a:gridCol>
              </a:tblGrid>
              <a:tr h="346095">
                <a:tc>
                  <a:txBody>
                    <a:bodyPr/>
                    <a:lstStyle/>
                    <a:p>
                      <a:pPr algn="l" rtl="0" fontAlgn="t"/>
                      <a:r>
                        <a:rPr lang="da-DK" sz="1800" b="1">
                          <a:effectLst/>
                        </a:rPr>
                        <a:t>Statement</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tc>
                  <a:txBody>
                    <a:bodyPr/>
                    <a:lstStyle/>
                    <a:p>
                      <a:pPr algn="l" rtl="0" fontAlgn="t"/>
                      <a:r>
                        <a:rPr lang="da-DK" sz="1800" b="1">
                          <a:effectLst/>
                        </a:rPr>
                        <a:t>Description</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89572">
                <a:tc>
                  <a:txBody>
                    <a:bodyPr/>
                    <a:lstStyle/>
                    <a:p>
                      <a:pPr algn="l" rtl="0" fontAlgn="t"/>
                      <a:r>
                        <a:rPr lang="da-DK" sz="1800" b="0">
                          <a:effectLst/>
                          <a:latin typeface="inherit"/>
                        </a:rPr>
                        <a:t>fail(message)</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tc>
                  <a:txBody>
                    <a:bodyPr/>
                    <a:lstStyle/>
                    <a:p>
                      <a:pPr algn="l" rtl="0" fontAlgn="t"/>
                      <a:r>
                        <a:rPr lang="en-US" sz="1800" b="0">
                          <a:effectLst/>
                          <a:latin typeface="inherit"/>
                        </a:rPr>
                        <a:t>Let the method fail. Might be used to check that a certain part of the code is not reached or to have a failing test before the test code is implemented. The message parameter is optional.</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5668">
                <a:tc>
                  <a:txBody>
                    <a:bodyPr/>
                    <a:lstStyle/>
                    <a:p>
                      <a:pPr algn="l" rtl="0" fontAlgn="t"/>
                      <a:r>
                        <a:rPr lang="da-DK" sz="1800" b="0">
                          <a:effectLst/>
                          <a:latin typeface="inherit"/>
                        </a:rPr>
                        <a:t>assertTrue([message,] boolean condition)</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800" b="0" dirty="0">
                          <a:effectLst/>
                          <a:latin typeface="inherit"/>
                        </a:rPr>
                        <a:t>Checks that the </a:t>
                      </a:r>
                      <a:r>
                        <a:rPr lang="en-US" sz="1800" b="0" dirty="0" err="1">
                          <a:effectLst/>
                          <a:latin typeface="inherit"/>
                        </a:rPr>
                        <a:t>boolean</a:t>
                      </a:r>
                      <a:r>
                        <a:rPr lang="en-US" sz="1800" b="0" dirty="0">
                          <a:effectLst/>
                          <a:latin typeface="inherit"/>
                        </a:rPr>
                        <a:t> condition is true.</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2"/>
                  </a:ext>
                </a:extLst>
              </a:tr>
              <a:tr h="605668">
                <a:tc>
                  <a:txBody>
                    <a:bodyPr/>
                    <a:lstStyle/>
                    <a:p>
                      <a:pPr algn="l" rtl="0" fontAlgn="t"/>
                      <a:r>
                        <a:rPr lang="da-DK" sz="1800" b="0">
                          <a:effectLst/>
                          <a:latin typeface="inherit"/>
                        </a:rPr>
                        <a:t>assertFalse([message,] boolean condition)</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tc>
                  <a:txBody>
                    <a:bodyPr/>
                    <a:lstStyle/>
                    <a:p>
                      <a:pPr algn="l" rtl="0" fontAlgn="t"/>
                      <a:r>
                        <a:rPr lang="en-US" sz="1800" b="0" dirty="0">
                          <a:effectLst/>
                          <a:latin typeface="inherit"/>
                        </a:rPr>
                        <a:t>Checks that the </a:t>
                      </a:r>
                      <a:r>
                        <a:rPr lang="en-US" sz="1800" b="0" dirty="0" err="1">
                          <a:effectLst/>
                          <a:latin typeface="inherit"/>
                        </a:rPr>
                        <a:t>boolean</a:t>
                      </a:r>
                      <a:r>
                        <a:rPr lang="en-US" sz="1800" b="0" dirty="0">
                          <a:effectLst/>
                          <a:latin typeface="inherit"/>
                        </a:rPr>
                        <a:t> condition is false.</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64276">
                <a:tc>
                  <a:txBody>
                    <a:bodyPr/>
                    <a:lstStyle/>
                    <a:p>
                      <a:pPr algn="l" rtl="0" fontAlgn="t"/>
                      <a:r>
                        <a:rPr lang="da-DK" sz="1800" b="0">
                          <a:effectLst/>
                          <a:latin typeface="inherit"/>
                        </a:rPr>
                        <a:t>assertEquals([message,] expected, actual)</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800" b="0" dirty="0">
                          <a:effectLst/>
                          <a:latin typeface="inherit"/>
                        </a:rPr>
                        <a:t>Tests that two values are the same. Note: for arrays the reference is checked not the content of the arrays.</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4"/>
                  </a:ext>
                </a:extLst>
              </a:tr>
              <a:tr h="763907">
                <a:tc>
                  <a:txBody>
                    <a:bodyPr/>
                    <a:lstStyle/>
                    <a:p>
                      <a:pPr algn="l" rtl="0" fontAlgn="t"/>
                      <a:r>
                        <a:rPr lang="en-US" sz="1800" b="0">
                          <a:effectLst/>
                          <a:latin typeface="inherit"/>
                        </a:rPr>
                        <a:t>assertEquals([message,] expected, actual, tolerance)</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tc>
                  <a:txBody>
                    <a:bodyPr/>
                    <a:lstStyle/>
                    <a:p>
                      <a:pPr algn="l" rtl="0" fontAlgn="t"/>
                      <a:r>
                        <a:rPr lang="en-US" sz="1800" b="0" dirty="0">
                          <a:effectLst/>
                          <a:latin typeface="inherit"/>
                        </a:rPr>
                        <a:t>Test that float or double values match. The tolerance is the number of decimals which must be the same.</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6095">
                <a:tc>
                  <a:txBody>
                    <a:bodyPr/>
                    <a:lstStyle/>
                    <a:p>
                      <a:pPr algn="l" rtl="0" fontAlgn="t"/>
                      <a:r>
                        <a:rPr lang="da-DK" sz="1800" b="0">
                          <a:effectLst/>
                          <a:latin typeface="inherit"/>
                        </a:rPr>
                        <a:t>assertNull([message,] object)</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800" b="0">
                          <a:effectLst/>
                          <a:latin typeface="inherit"/>
                        </a:rPr>
                        <a:t>Checks that the object is null.</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6"/>
                  </a:ext>
                </a:extLst>
              </a:tr>
              <a:tr h="346095">
                <a:tc>
                  <a:txBody>
                    <a:bodyPr/>
                    <a:lstStyle/>
                    <a:p>
                      <a:pPr algn="l" rtl="0" fontAlgn="t"/>
                      <a:r>
                        <a:rPr lang="da-DK" sz="1800" b="0">
                          <a:effectLst/>
                          <a:latin typeface="inherit"/>
                        </a:rPr>
                        <a:t>assertNotNull([message,] object)</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tc>
                  <a:txBody>
                    <a:bodyPr/>
                    <a:lstStyle/>
                    <a:p>
                      <a:pPr algn="l" rtl="0" fontAlgn="t"/>
                      <a:r>
                        <a:rPr lang="en-US" sz="1800" b="0">
                          <a:effectLst/>
                          <a:latin typeface="inherit"/>
                        </a:rPr>
                        <a:t>Checks that the object is not null.</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05668">
                <a:tc>
                  <a:txBody>
                    <a:bodyPr/>
                    <a:lstStyle/>
                    <a:p>
                      <a:pPr algn="l" rtl="0" fontAlgn="t"/>
                      <a:r>
                        <a:rPr lang="da-DK" sz="1800" b="0">
                          <a:effectLst/>
                          <a:latin typeface="inherit"/>
                        </a:rPr>
                        <a:t>assertSame([message,] expected, actual)</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tc>
                  <a:txBody>
                    <a:bodyPr/>
                    <a:lstStyle/>
                    <a:p>
                      <a:pPr algn="l" rtl="0" fontAlgn="t"/>
                      <a:r>
                        <a:rPr lang="en-US" sz="1800" b="0">
                          <a:effectLst/>
                          <a:latin typeface="inherit"/>
                        </a:rPr>
                        <a:t>Checks that both variables refer to the same object.</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8F8F7"/>
                    </a:solidFill>
                  </a:tcPr>
                </a:tc>
                <a:extLst>
                  <a:ext uri="{0D108BD9-81ED-4DB2-BD59-A6C34878D82A}">
                    <a16:rowId xmlns:a16="http://schemas.microsoft.com/office/drawing/2014/main" val="10008"/>
                  </a:ext>
                </a:extLst>
              </a:tr>
              <a:tr h="359605">
                <a:tc>
                  <a:txBody>
                    <a:bodyPr/>
                    <a:lstStyle/>
                    <a:p>
                      <a:pPr algn="l" rtl="0" fontAlgn="t"/>
                      <a:r>
                        <a:rPr lang="da-DK" sz="1800" b="0">
                          <a:effectLst/>
                          <a:latin typeface="inherit"/>
                        </a:rPr>
                        <a:t>assertNotSame([message,] expected, actual)</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tc>
                  <a:txBody>
                    <a:bodyPr/>
                    <a:lstStyle/>
                    <a:p>
                      <a:pPr algn="l" rtl="0" fontAlgn="t"/>
                      <a:r>
                        <a:rPr lang="en-US" sz="1800" b="0" dirty="0">
                          <a:effectLst/>
                          <a:latin typeface="inherit"/>
                        </a:rPr>
                        <a:t>Checks that both variables refer to different objects.</a:t>
                      </a:r>
                    </a:p>
                  </a:txBody>
                  <a:tcPr marL="53247" marR="53247" marT="26623" marB="26623">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91752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2770D5-4DDF-4499-A9E8-53846B254132}"/>
              </a:ext>
            </a:extLst>
          </p:cNvPr>
          <p:cNvSpPr>
            <a:spLocks noGrp="1"/>
          </p:cNvSpPr>
          <p:nvPr>
            <p:ph type="title"/>
          </p:nvPr>
        </p:nvSpPr>
        <p:spPr/>
        <p:txBody>
          <a:bodyPr/>
          <a:lstStyle/>
          <a:p>
            <a:endParaRPr lang="da-DK"/>
          </a:p>
        </p:txBody>
      </p:sp>
      <p:pic>
        <p:nvPicPr>
          <p:cNvPr id="6" name="Pladsholder til indhold 5">
            <a:extLst>
              <a:ext uri="{FF2B5EF4-FFF2-40B4-BE49-F238E27FC236}">
                <a16:creationId xmlns:a16="http://schemas.microsoft.com/office/drawing/2014/main" id="{D089A069-B484-4AF7-ADBE-199A3E5E32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7488" y="548680"/>
            <a:ext cx="8621328" cy="3524742"/>
          </a:xfrm>
        </p:spPr>
      </p:pic>
      <p:sp>
        <p:nvSpPr>
          <p:cNvPr id="4" name="Pladsholder til slidenummer 3">
            <a:extLst>
              <a:ext uri="{FF2B5EF4-FFF2-40B4-BE49-F238E27FC236}">
                <a16:creationId xmlns:a16="http://schemas.microsoft.com/office/drawing/2014/main" id="{91D98D36-264D-482D-8F35-E0C2A8C2165A}"/>
              </a:ext>
            </a:extLst>
          </p:cNvPr>
          <p:cNvSpPr>
            <a:spLocks noGrp="1"/>
          </p:cNvSpPr>
          <p:nvPr>
            <p:ph type="sldNum" sz="quarter" idx="12"/>
          </p:nvPr>
        </p:nvSpPr>
        <p:spPr/>
        <p:txBody>
          <a:bodyPr/>
          <a:lstStyle/>
          <a:p>
            <a:fld id="{F7AB382F-E9E6-CE49-B414-1E064FB7F064}" type="slidenum">
              <a:rPr lang="da-DK" smtClean="0"/>
              <a:t>31</a:t>
            </a:fld>
            <a:endParaRPr lang="da-DK"/>
          </a:p>
        </p:txBody>
      </p:sp>
      <p:sp>
        <p:nvSpPr>
          <p:cNvPr id="7" name="Tekstfelt 6">
            <a:extLst>
              <a:ext uri="{FF2B5EF4-FFF2-40B4-BE49-F238E27FC236}">
                <a16:creationId xmlns:a16="http://schemas.microsoft.com/office/drawing/2014/main" id="{6B91AC96-D90C-4832-A49B-EB7FF2685DF3}"/>
              </a:ext>
            </a:extLst>
          </p:cNvPr>
          <p:cNvSpPr txBox="1"/>
          <p:nvPr/>
        </p:nvSpPr>
        <p:spPr>
          <a:xfrm>
            <a:off x="601576" y="4991162"/>
            <a:ext cx="9793088" cy="1200329"/>
          </a:xfrm>
          <a:prstGeom prst="rect">
            <a:avLst/>
          </a:prstGeom>
          <a:noFill/>
        </p:spPr>
        <p:txBody>
          <a:bodyPr wrap="square" rtlCol="0">
            <a:spAutoFit/>
          </a:bodyPr>
          <a:lstStyle/>
          <a:p>
            <a:r>
              <a:rPr lang="da-DK" dirty="0">
                <a:hlinkClick r:id="rId3"/>
              </a:rPr>
              <a:t>https://junit.org/junit5/docs/current/api/org.junit.jupiter.api/org/junit/jupiter/api/Assertions.html</a:t>
            </a:r>
            <a:endParaRPr lang="da-DK" dirty="0"/>
          </a:p>
          <a:p>
            <a:endParaRPr lang="da-DK" dirty="0"/>
          </a:p>
        </p:txBody>
      </p:sp>
    </p:spTree>
    <p:extLst>
      <p:ext uri="{BB962C8B-B14F-4D97-AF65-F5344CB8AC3E}">
        <p14:creationId xmlns:p14="http://schemas.microsoft.com/office/powerpoint/2010/main" val="2879064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rtlCol="0">
            <a:normAutofit fontScale="90000"/>
          </a:bodyPr>
          <a:lstStyle/>
          <a:p>
            <a:pPr>
              <a:defRPr/>
            </a:pPr>
            <a:r>
              <a:rPr lang="en-US" dirty="0"/>
              <a:t>Test in Junit for </a:t>
            </a:r>
            <a:r>
              <a:rPr lang="da-DK" dirty="0"/>
              <a:t>public </a:t>
            </a:r>
            <a:r>
              <a:rPr lang="da-DK" dirty="0" err="1"/>
              <a:t>boolean</a:t>
            </a:r>
            <a:r>
              <a:rPr lang="da-DK" dirty="0"/>
              <a:t> </a:t>
            </a:r>
            <a:r>
              <a:rPr lang="da-DK" dirty="0" err="1"/>
              <a:t>redraw</a:t>
            </a:r>
            <a:r>
              <a:rPr lang="da-DK" dirty="0"/>
              <a:t>(double </a:t>
            </a:r>
            <a:r>
              <a:rPr lang="da-DK" dirty="0" err="1"/>
              <a:t>amount</a:t>
            </a:r>
            <a:r>
              <a:rPr lang="da-DK" dirty="0"/>
              <a:t>)</a:t>
            </a:r>
            <a:endParaRPr lang="da-DK" sz="2400" dirty="0"/>
          </a:p>
        </p:txBody>
      </p:sp>
      <p:pic>
        <p:nvPicPr>
          <p:cNvPr id="8" name="Picture 2">
            <a:extLst>
              <a:ext uri="{FF2B5EF4-FFF2-40B4-BE49-F238E27FC236}">
                <a16:creationId xmlns:a16="http://schemas.microsoft.com/office/drawing/2014/main" id="{56C7989A-D5DC-4E98-A3DC-AE579FC10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112" y="1578505"/>
            <a:ext cx="4406988" cy="174147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0" name="Rectangle 3">
            <a:extLst>
              <a:ext uri="{FF2B5EF4-FFF2-40B4-BE49-F238E27FC236}">
                <a16:creationId xmlns:a16="http://schemas.microsoft.com/office/drawing/2014/main" id="{F9A2C9E7-63B0-4684-BBF4-BE8211BF7E19}"/>
              </a:ext>
            </a:extLst>
          </p:cNvPr>
          <p:cNvSpPr txBox="1">
            <a:spLocks noChangeArrowheads="1"/>
          </p:cNvSpPr>
          <p:nvPr/>
        </p:nvSpPr>
        <p:spPr>
          <a:xfrm>
            <a:off x="1113758" y="1518121"/>
            <a:ext cx="4155073" cy="4863359"/>
          </a:xfrm>
          <a:prstGeom prst="rect">
            <a:avLst/>
          </a:prstGeom>
          <a:ln>
            <a:solidFill>
              <a:schemeClr val="accent1"/>
            </a:solidFill>
          </a:ln>
        </p:spPr>
        <p:txBody>
          <a:bodyPr vert="horz" lIns="91440" tIns="45720" rIns="91440" bIns="45720" rtlCol="0">
            <a:normAutofit fontScale="62500" lnSpcReduction="20000"/>
          </a:bodyPr>
          <a:lstStyle>
            <a:lvl1pPr marL="342900" indent="-342900" algn="l" defTabSz="457200" rtl="0" eaLnBrk="1" latinLnBrk="0" hangingPunct="1">
              <a:spcBef>
                <a:spcPct val="20000"/>
              </a:spcBef>
              <a:buClr>
                <a:schemeClr val="accent2"/>
              </a:buClr>
              <a:buSzPct val="100000"/>
              <a:buFontTx/>
              <a:buBlip>
                <a:blip r:embed="rId4"/>
              </a:buBlip>
              <a:defRPr sz="2800" kern="1200">
                <a:solidFill>
                  <a:schemeClr val="tx1"/>
                </a:solidFill>
                <a:latin typeface="+mn-lt"/>
                <a:ea typeface="+mn-ea"/>
                <a:cs typeface="+mn-cs"/>
              </a:defRPr>
            </a:lvl1pPr>
            <a:lvl2pPr marL="594000" indent="-284400" algn="l" defTabSz="457200" rtl="0" eaLnBrk="1" latinLnBrk="0" hangingPunct="1">
              <a:spcBef>
                <a:spcPct val="20000"/>
              </a:spcBef>
              <a:buSzPct val="100000"/>
              <a:buFontTx/>
              <a:buBlip>
                <a:blip r:embed="rId5"/>
              </a:buBlip>
              <a:defRPr sz="2400" kern="1200">
                <a:solidFill>
                  <a:schemeClr val="tx1"/>
                </a:solidFill>
                <a:latin typeface="+mn-lt"/>
                <a:ea typeface="+mn-ea"/>
                <a:cs typeface="+mn-cs"/>
              </a:defRPr>
            </a:lvl2pPr>
            <a:lvl3pPr marL="828000" indent="-284400" algn="l" defTabSz="457200" rtl="0" eaLnBrk="1" latinLnBrk="0" hangingPunct="1">
              <a:spcBef>
                <a:spcPct val="20000"/>
              </a:spcBef>
              <a:buSzPct val="100000"/>
              <a:buFontTx/>
              <a:buBlip>
                <a:blip r:embed="rId6"/>
              </a:buBlip>
              <a:defRPr sz="2000" kern="1200">
                <a:solidFill>
                  <a:schemeClr val="tx1"/>
                </a:solidFill>
                <a:latin typeface="+mn-lt"/>
                <a:ea typeface="+mn-ea"/>
                <a:cs typeface="+mn-cs"/>
              </a:defRPr>
            </a:lvl3pPr>
            <a:lvl4pPr marL="1098000" indent="-284400" algn="l" defTabSz="457200" rtl="0" eaLnBrk="1" latinLnBrk="0" hangingPunct="1">
              <a:spcBef>
                <a:spcPct val="20000"/>
              </a:spcBef>
              <a:buSzPct val="100000"/>
              <a:buFontTx/>
              <a:buBlip>
                <a:blip r:embed="rId7"/>
              </a:buBlip>
              <a:defRPr sz="1800" kern="1200">
                <a:solidFill>
                  <a:schemeClr val="tx1"/>
                </a:solidFill>
                <a:latin typeface="+mn-lt"/>
                <a:ea typeface="+mn-ea"/>
                <a:cs typeface="+mn-cs"/>
              </a:defRPr>
            </a:lvl4pPr>
            <a:lvl5pPr marL="1249200" indent="-176400" algn="l" defTabSz="457200" rtl="0" eaLnBrk="1" latinLnBrk="0" hangingPunct="1">
              <a:spcBef>
                <a:spcPct val="20000"/>
              </a:spcBef>
              <a:buFont typeface="Lucida Grande"/>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80000"/>
              </a:lnSpc>
              <a:defRPr/>
            </a:pPr>
            <a:endParaRPr lang="en-GB" sz="1600" dirty="0"/>
          </a:p>
          <a:p>
            <a:pPr marL="0" indent="0">
              <a:lnSpc>
                <a:spcPct val="80000"/>
              </a:lnSpc>
              <a:buNone/>
              <a:defRPr/>
            </a:pPr>
            <a:r>
              <a:rPr lang="da-DK" sz="2300" b="1" dirty="0"/>
              <a:t>[Code]</a:t>
            </a:r>
          </a:p>
          <a:p>
            <a:pPr marL="0" indent="0">
              <a:buNone/>
              <a:defRPr/>
            </a:pPr>
            <a:r>
              <a:rPr lang="da-DK" sz="2300" dirty="0"/>
              <a:t>public class </a:t>
            </a:r>
            <a:r>
              <a:rPr lang="da-DK" sz="2300" dirty="0" err="1"/>
              <a:t>Account</a:t>
            </a:r>
            <a:r>
              <a:rPr lang="da-DK" sz="2300" dirty="0"/>
              <a:t> {</a:t>
            </a:r>
          </a:p>
          <a:p>
            <a:pPr marL="0" indent="0">
              <a:buNone/>
              <a:defRPr/>
            </a:pPr>
            <a:r>
              <a:rPr lang="da-DK" sz="2300" dirty="0"/>
              <a:t>    private double balance;</a:t>
            </a:r>
          </a:p>
          <a:p>
            <a:pPr marL="0" indent="0">
              <a:buNone/>
              <a:defRPr/>
            </a:pPr>
            <a:r>
              <a:rPr lang="da-DK" sz="2300" dirty="0"/>
              <a:t>public </a:t>
            </a:r>
            <a:r>
              <a:rPr lang="da-DK" sz="2300" dirty="0" err="1"/>
              <a:t>Account</a:t>
            </a:r>
            <a:r>
              <a:rPr lang="da-DK" sz="2300" dirty="0"/>
              <a:t>(double </a:t>
            </a:r>
            <a:r>
              <a:rPr lang="da-DK" sz="2300" dirty="0" err="1"/>
              <a:t>startBal</a:t>
            </a:r>
            <a:r>
              <a:rPr lang="da-DK" sz="2300" dirty="0"/>
              <a:t>)</a:t>
            </a:r>
          </a:p>
          <a:p>
            <a:pPr marL="0" indent="0">
              <a:buNone/>
              <a:defRPr/>
            </a:pPr>
            <a:r>
              <a:rPr lang="da-DK" sz="2300" dirty="0"/>
              <a:t>    {</a:t>
            </a:r>
          </a:p>
          <a:p>
            <a:pPr marL="0" indent="0">
              <a:buNone/>
              <a:defRPr/>
            </a:pPr>
            <a:r>
              <a:rPr lang="da-DK" sz="2300" dirty="0"/>
              <a:t>        balance = </a:t>
            </a:r>
            <a:r>
              <a:rPr lang="da-DK" sz="2300" dirty="0" err="1"/>
              <a:t>startBal</a:t>
            </a:r>
            <a:r>
              <a:rPr lang="da-DK" sz="2300" dirty="0"/>
              <a:t>;        </a:t>
            </a:r>
          </a:p>
          <a:p>
            <a:pPr marL="0" indent="0">
              <a:buNone/>
              <a:defRPr/>
            </a:pPr>
            <a:r>
              <a:rPr lang="da-DK" sz="2300" dirty="0"/>
              <a:t>    }</a:t>
            </a:r>
          </a:p>
          <a:p>
            <a:pPr marL="0" indent="0">
              <a:buNone/>
              <a:defRPr/>
            </a:pPr>
            <a:r>
              <a:rPr lang="da-DK" sz="2300" dirty="0"/>
              <a:t>    public </a:t>
            </a:r>
            <a:r>
              <a:rPr lang="da-DK" sz="2300" dirty="0" err="1"/>
              <a:t>boolean</a:t>
            </a:r>
            <a:r>
              <a:rPr lang="da-DK" sz="2300" dirty="0"/>
              <a:t> </a:t>
            </a:r>
            <a:r>
              <a:rPr lang="da-DK" sz="2300" dirty="0" err="1"/>
              <a:t>redraw</a:t>
            </a:r>
            <a:r>
              <a:rPr lang="da-DK" sz="2300" dirty="0"/>
              <a:t>(double </a:t>
            </a:r>
            <a:r>
              <a:rPr lang="da-DK" sz="2300" dirty="0" err="1"/>
              <a:t>amount</a:t>
            </a:r>
            <a:r>
              <a:rPr lang="da-DK" sz="2300" dirty="0"/>
              <a:t>)</a:t>
            </a:r>
          </a:p>
          <a:p>
            <a:pPr marL="0" indent="0">
              <a:buNone/>
              <a:defRPr/>
            </a:pPr>
            <a:r>
              <a:rPr lang="da-DK" sz="2300" dirty="0"/>
              <a:t>    {</a:t>
            </a:r>
          </a:p>
          <a:p>
            <a:pPr marL="0" indent="0">
              <a:buNone/>
              <a:defRPr/>
            </a:pPr>
            <a:r>
              <a:rPr lang="da-DK" sz="2300" dirty="0"/>
              <a:t>        </a:t>
            </a:r>
            <a:r>
              <a:rPr lang="da-DK" sz="2300" dirty="0" err="1"/>
              <a:t>boolean</a:t>
            </a:r>
            <a:r>
              <a:rPr lang="da-DK" sz="2300" dirty="0"/>
              <a:t> </a:t>
            </a:r>
            <a:r>
              <a:rPr lang="da-DK" sz="2300" dirty="0" err="1"/>
              <a:t>retValue</a:t>
            </a:r>
            <a:r>
              <a:rPr lang="da-DK" sz="2300" dirty="0"/>
              <a:t> = false	</a:t>
            </a:r>
          </a:p>
          <a:p>
            <a:pPr marL="0" indent="0">
              <a:buNone/>
              <a:defRPr/>
            </a:pPr>
            <a:r>
              <a:rPr lang="da-DK" sz="2300" dirty="0"/>
              <a:t>        </a:t>
            </a:r>
            <a:r>
              <a:rPr lang="da-DK" sz="2300" dirty="0" err="1"/>
              <a:t>if</a:t>
            </a:r>
            <a:r>
              <a:rPr lang="da-DK" sz="2300" dirty="0"/>
              <a:t> (</a:t>
            </a:r>
            <a:r>
              <a:rPr lang="da-DK" sz="2300" dirty="0" err="1"/>
              <a:t>amount</a:t>
            </a:r>
            <a:r>
              <a:rPr lang="da-DK" sz="2300" dirty="0"/>
              <a:t>&lt;=balance)</a:t>
            </a:r>
          </a:p>
          <a:p>
            <a:pPr marL="0" indent="0">
              <a:buNone/>
              <a:defRPr/>
            </a:pPr>
            <a:r>
              <a:rPr lang="da-DK" sz="2300" dirty="0"/>
              <a:t>        {</a:t>
            </a:r>
          </a:p>
          <a:p>
            <a:pPr marL="0" indent="0">
              <a:buNone/>
              <a:defRPr/>
            </a:pPr>
            <a:r>
              <a:rPr lang="da-DK" sz="2300" dirty="0"/>
              <a:t>            balance=balance-</a:t>
            </a:r>
            <a:r>
              <a:rPr lang="da-DK" sz="2300" dirty="0" err="1"/>
              <a:t>amount</a:t>
            </a:r>
            <a:r>
              <a:rPr lang="da-DK" sz="2300" dirty="0"/>
              <a:t>;</a:t>
            </a:r>
          </a:p>
          <a:p>
            <a:pPr marL="0" indent="0">
              <a:buNone/>
              <a:defRPr/>
            </a:pPr>
            <a:r>
              <a:rPr lang="da-DK" sz="2300" dirty="0"/>
              <a:t>            </a:t>
            </a:r>
            <a:r>
              <a:rPr lang="da-DK" sz="2300" dirty="0" err="1"/>
              <a:t>retValue</a:t>
            </a:r>
            <a:r>
              <a:rPr lang="da-DK" sz="2300" dirty="0"/>
              <a:t> = true;</a:t>
            </a:r>
          </a:p>
          <a:p>
            <a:pPr marL="0" indent="0">
              <a:buNone/>
              <a:defRPr/>
            </a:pPr>
            <a:r>
              <a:rPr lang="da-DK" sz="2300" dirty="0"/>
              <a:t>         }</a:t>
            </a:r>
          </a:p>
          <a:p>
            <a:pPr marL="0" indent="0">
              <a:buNone/>
              <a:defRPr/>
            </a:pPr>
            <a:r>
              <a:rPr lang="da-DK" sz="2300" dirty="0"/>
              <a:t>         return </a:t>
            </a:r>
            <a:r>
              <a:rPr lang="da-DK" sz="2300" dirty="0" err="1"/>
              <a:t>retValue</a:t>
            </a:r>
            <a:r>
              <a:rPr lang="da-DK" sz="2300" dirty="0"/>
              <a:t>;</a:t>
            </a:r>
          </a:p>
          <a:p>
            <a:pPr marL="0" indent="0">
              <a:buNone/>
              <a:defRPr/>
            </a:pPr>
            <a:r>
              <a:rPr lang="da-DK" sz="2300" dirty="0"/>
              <a:t>    }</a:t>
            </a:r>
          </a:p>
          <a:p>
            <a:pPr marL="0" indent="0">
              <a:buNone/>
              <a:defRPr/>
            </a:pPr>
            <a:r>
              <a:rPr lang="da-DK" sz="2300" dirty="0"/>
              <a:t>    public double </a:t>
            </a:r>
            <a:r>
              <a:rPr lang="da-DK" sz="2300" dirty="0" err="1"/>
              <a:t>getBalance</a:t>
            </a:r>
            <a:r>
              <a:rPr lang="da-DK" sz="2300" dirty="0"/>
              <a:t>()</a:t>
            </a:r>
          </a:p>
          <a:p>
            <a:pPr marL="0" indent="0">
              <a:buNone/>
              <a:defRPr/>
            </a:pPr>
            <a:r>
              <a:rPr lang="da-DK" sz="2300" dirty="0"/>
              <a:t>    {</a:t>
            </a:r>
          </a:p>
          <a:p>
            <a:pPr marL="0" indent="0">
              <a:buNone/>
              <a:defRPr/>
            </a:pPr>
            <a:r>
              <a:rPr lang="da-DK" sz="2300" dirty="0"/>
              <a:t>         return balance;</a:t>
            </a:r>
          </a:p>
          <a:p>
            <a:pPr marL="0" indent="0">
              <a:buNone/>
              <a:defRPr/>
            </a:pPr>
            <a:r>
              <a:rPr lang="da-DK" sz="2300" dirty="0"/>
              <a:t>    }</a:t>
            </a:r>
          </a:p>
          <a:p>
            <a:pPr marL="0" indent="0">
              <a:buNone/>
              <a:defRPr/>
            </a:pPr>
            <a:r>
              <a:rPr lang="da-DK" sz="2300" dirty="0"/>
              <a:t>}</a:t>
            </a:r>
          </a:p>
          <a:p>
            <a:pPr marL="0" indent="0">
              <a:lnSpc>
                <a:spcPct val="80000"/>
              </a:lnSpc>
              <a:buNone/>
              <a:defRPr/>
            </a:pPr>
            <a:endParaRPr lang="da-DK" sz="2300" dirty="0"/>
          </a:p>
          <a:p>
            <a:pPr marL="0" indent="0">
              <a:lnSpc>
                <a:spcPct val="80000"/>
              </a:lnSpc>
              <a:buNone/>
              <a:defRPr/>
            </a:pPr>
            <a:endParaRPr lang="da-DK" sz="2300" dirty="0"/>
          </a:p>
          <a:p>
            <a:pPr marL="0" indent="0">
              <a:lnSpc>
                <a:spcPct val="80000"/>
              </a:lnSpc>
              <a:buNone/>
              <a:defRPr/>
            </a:pPr>
            <a:endParaRPr lang="da-DK" sz="2300" dirty="0"/>
          </a:p>
          <a:p>
            <a:pPr marL="0" indent="0">
              <a:lnSpc>
                <a:spcPct val="80000"/>
              </a:lnSpc>
              <a:buNone/>
              <a:defRPr/>
            </a:pPr>
            <a:endParaRPr lang="da-DK" sz="2300" dirty="0"/>
          </a:p>
          <a:p>
            <a:pPr marL="0" indent="0">
              <a:lnSpc>
                <a:spcPct val="80000"/>
              </a:lnSpc>
              <a:buNone/>
              <a:defRPr/>
            </a:pPr>
            <a:endParaRPr lang="da-DK" sz="2300" dirty="0"/>
          </a:p>
          <a:p>
            <a:pPr marL="0" indent="0">
              <a:lnSpc>
                <a:spcPct val="80000"/>
              </a:lnSpc>
              <a:buNone/>
              <a:defRPr/>
            </a:pPr>
            <a:endParaRPr lang="da-DK" sz="2300" dirty="0"/>
          </a:p>
        </p:txBody>
      </p:sp>
      <p:sp>
        <p:nvSpPr>
          <p:cNvPr id="5" name="Pladsholder til slidenummer 4">
            <a:extLst>
              <a:ext uri="{FF2B5EF4-FFF2-40B4-BE49-F238E27FC236}">
                <a16:creationId xmlns:a16="http://schemas.microsoft.com/office/drawing/2014/main" id="{C95124E0-F556-435A-BF53-AFC5F3D40141}"/>
              </a:ext>
            </a:extLst>
          </p:cNvPr>
          <p:cNvSpPr>
            <a:spLocks noGrp="1"/>
          </p:cNvSpPr>
          <p:nvPr>
            <p:ph type="sldNum" sz="quarter" idx="12"/>
          </p:nvPr>
        </p:nvSpPr>
        <p:spPr/>
        <p:txBody>
          <a:bodyPr/>
          <a:lstStyle/>
          <a:p>
            <a:fld id="{20EB7ABC-56F9-4FEF-9CF0-E2D14234E329}" type="slidenum">
              <a:rPr lang="da-DK" noProof="0" smtClean="0"/>
              <a:pPr/>
              <a:t>32</a:t>
            </a:fld>
            <a:endParaRPr lang="da-DK" noProof="0" dirty="0"/>
          </a:p>
        </p:txBody>
      </p:sp>
    </p:spTree>
    <p:extLst>
      <p:ext uri="{BB962C8B-B14F-4D97-AF65-F5344CB8AC3E}">
        <p14:creationId xmlns:p14="http://schemas.microsoft.com/office/powerpoint/2010/main" val="3111405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6C94D6-CCA3-4887-A8A9-CFDA599996E6}"/>
              </a:ext>
            </a:extLst>
          </p:cNvPr>
          <p:cNvSpPr>
            <a:spLocks noGrp="1"/>
          </p:cNvSpPr>
          <p:nvPr>
            <p:ph type="title"/>
          </p:nvPr>
        </p:nvSpPr>
        <p:spPr/>
        <p:txBody>
          <a:bodyPr/>
          <a:lstStyle/>
          <a:p>
            <a:r>
              <a:rPr lang="da-DK" dirty="0"/>
              <a:t>Øvelse</a:t>
            </a:r>
          </a:p>
        </p:txBody>
      </p:sp>
      <p:sp>
        <p:nvSpPr>
          <p:cNvPr id="3" name="Pladsholder til tekst 2">
            <a:extLst>
              <a:ext uri="{FF2B5EF4-FFF2-40B4-BE49-F238E27FC236}">
                <a16:creationId xmlns:a16="http://schemas.microsoft.com/office/drawing/2014/main" id="{091B6850-0C47-49FE-8A93-F683BD4358E5}"/>
              </a:ext>
            </a:extLst>
          </p:cNvPr>
          <p:cNvSpPr>
            <a:spLocks noGrp="1"/>
          </p:cNvSpPr>
          <p:nvPr>
            <p:ph type="body" sz="quarter" idx="17"/>
          </p:nvPr>
        </p:nvSpPr>
        <p:spPr/>
        <p:txBody>
          <a:bodyPr/>
          <a:lstStyle/>
          <a:p>
            <a:endParaRPr lang="da-DK"/>
          </a:p>
        </p:txBody>
      </p:sp>
    </p:spTree>
    <p:extLst>
      <p:ext uri="{BB962C8B-B14F-4D97-AF65-F5344CB8AC3E}">
        <p14:creationId xmlns:p14="http://schemas.microsoft.com/office/powerpoint/2010/main" val="4256669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sz="2800" dirty="0"/>
              <a:t>Modul_3_Exercise</a:t>
            </a:r>
          </a:p>
        </p:txBody>
      </p:sp>
      <p:sp>
        <p:nvSpPr>
          <p:cNvPr id="3" name="Content Placeholder 2"/>
          <p:cNvSpPr>
            <a:spLocks noGrp="1"/>
          </p:cNvSpPr>
          <p:nvPr>
            <p:ph type="body" sz="quarter" idx="13"/>
          </p:nvPr>
        </p:nvSpPr>
        <p:spPr/>
        <p:txBody>
          <a:bodyPr/>
          <a:lstStyle/>
          <a:p>
            <a:pPr marL="514350" indent="-514350">
              <a:buFont typeface="+mj-lt"/>
              <a:buAutoNum type="arabicPeriod"/>
            </a:pPr>
            <a:r>
              <a:rPr lang="da-DK" dirty="0" err="1"/>
              <a:t>Exercise</a:t>
            </a:r>
            <a:r>
              <a:rPr lang="da-DK" dirty="0"/>
              <a:t> 1</a:t>
            </a:r>
          </a:p>
          <a:p>
            <a:pPr marL="793088" lvl="1" indent="-514350">
              <a:buFont typeface="+mj-lt"/>
              <a:buAutoNum type="arabicPeriod"/>
            </a:pPr>
            <a:r>
              <a:rPr lang="da-DK" dirty="0"/>
              <a:t>Write the </a:t>
            </a:r>
            <a:r>
              <a:rPr lang="da-DK" dirty="0" err="1"/>
              <a:t>code</a:t>
            </a:r>
            <a:r>
              <a:rPr lang="da-DK" dirty="0"/>
              <a:t> for all the </a:t>
            </a:r>
            <a:r>
              <a:rPr lang="da-DK" dirty="0" err="1"/>
              <a:t>other</a:t>
            </a:r>
            <a:r>
              <a:rPr lang="da-DK" dirty="0"/>
              <a:t> test cases in the </a:t>
            </a:r>
            <a:r>
              <a:rPr lang="da-DK" dirty="0" err="1"/>
              <a:t>table</a:t>
            </a:r>
            <a:r>
              <a:rPr lang="da-DK" dirty="0"/>
              <a:t> on slide 18</a:t>
            </a:r>
          </a:p>
          <a:p>
            <a:pPr marL="278738" lvl="1" indent="0">
              <a:buNone/>
            </a:pPr>
            <a:endParaRPr lang="da-DK" dirty="0"/>
          </a:p>
          <a:p>
            <a:pPr marL="278738" lvl="1" indent="0">
              <a:buNone/>
            </a:pPr>
            <a:r>
              <a:rPr lang="da-DK" dirty="0"/>
              <a:t>If </a:t>
            </a:r>
            <a:r>
              <a:rPr lang="da-DK" dirty="0" err="1"/>
              <a:t>finished</a:t>
            </a:r>
            <a:r>
              <a:rPr lang="da-DK" dirty="0"/>
              <a:t> </a:t>
            </a:r>
            <a:r>
              <a:rPr lang="da-DK" dirty="0" err="1"/>
              <a:t>before</a:t>
            </a:r>
            <a:r>
              <a:rPr lang="da-DK" dirty="0"/>
              <a:t> time </a:t>
            </a:r>
            <a:r>
              <a:rPr lang="da-DK" dirty="0" err="1"/>
              <a:t>continue</a:t>
            </a:r>
            <a:r>
              <a:rPr lang="da-DK" dirty="0"/>
              <a:t> the unit </a:t>
            </a:r>
            <a:r>
              <a:rPr lang="da-DK" dirty="0" err="1"/>
              <a:t>testing</a:t>
            </a:r>
            <a:r>
              <a:rPr lang="da-DK" dirty="0"/>
              <a:t> by </a:t>
            </a:r>
            <a:r>
              <a:rPr lang="da-DK" dirty="0" err="1"/>
              <a:t>addressing</a:t>
            </a:r>
            <a:r>
              <a:rPr lang="da-DK" dirty="0"/>
              <a:t> </a:t>
            </a:r>
            <a:r>
              <a:rPr lang="da-DK" dirty="0" err="1"/>
              <a:t>depost</a:t>
            </a:r>
            <a:r>
              <a:rPr lang="da-DK" dirty="0"/>
              <a:t>, </a:t>
            </a:r>
            <a:r>
              <a:rPr lang="da-DK" dirty="0" err="1"/>
              <a:t>tranfer</a:t>
            </a:r>
            <a:r>
              <a:rPr lang="da-DK" dirty="0"/>
              <a:t> </a:t>
            </a:r>
            <a:r>
              <a:rPr lang="da-DK"/>
              <a:t>etc.</a:t>
            </a:r>
            <a:endParaRPr lang="da-DK" dirty="0"/>
          </a:p>
        </p:txBody>
      </p:sp>
      <p:sp>
        <p:nvSpPr>
          <p:cNvPr id="4" name="Pladsholder til slidenummer 3">
            <a:extLst>
              <a:ext uri="{FF2B5EF4-FFF2-40B4-BE49-F238E27FC236}">
                <a16:creationId xmlns:a16="http://schemas.microsoft.com/office/drawing/2014/main" id="{DC6EDFD1-EC95-4D42-AF7E-23530064F0BA}"/>
              </a:ext>
            </a:extLst>
          </p:cNvPr>
          <p:cNvSpPr>
            <a:spLocks noGrp="1"/>
          </p:cNvSpPr>
          <p:nvPr>
            <p:ph type="sldNum" sz="quarter" idx="12"/>
          </p:nvPr>
        </p:nvSpPr>
        <p:spPr/>
        <p:txBody>
          <a:bodyPr/>
          <a:lstStyle/>
          <a:p>
            <a:fld id="{20EB7ABC-56F9-4FEF-9CF0-E2D14234E329}" type="slidenum">
              <a:rPr lang="da-DK" noProof="0" smtClean="0"/>
              <a:pPr/>
              <a:t>34</a:t>
            </a:fld>
            <a:endParaRPr lang="da-DK" noProof="0" dirty="0"/>
          </a:p>
        </p:txBody>
      </p:sp>
    </p:spTree>
    <p:extLst>
      <p:ext uri="{BB962C8B-B14F-4D97-AF65-F5344CB8AC3E}">
        <p14:creationId xmlns:p14="http://schemas.microsoft.com/office/powerpoint/2010/main" val="2039788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576DAE-FE85-4DA8-A185-1CCB3719817A}"/>
              </a:ext>
            </a:extLst>
          </p:cNvPr>
          <p:cNvSpPr>
            <a:spLocks noGrp="1"/>
          </p:cNvSpPr>
          <p:nvPr>
            <p:ph type="title"/>
          </p:nvPr>
        </p:nvSpPr>
        <p:spPr/>
        <p:txBody>
          <a:bodyPr/>
          <a:lstStyle/>
          <a:p>
            <a:r>
              <a:rPr lang="da-DK" dirty="0"/>
              <a:t>Test</a:t>
            </a:r>
          </a:p>
        </p:txBody>
      </p:sp>
      <p:sp>
        <p:nvSpPr>
          <p:cNvPr id="3" name="Pladsholder til tekst 2">
            <a:extLst>
              <a:ext uri="{FF2B5EF4-FFF2-40B4-BE49-F238E27FC236}">
                <a16:creationId xmlns:a16="http://schemas.microsoft.com/office/drawing/2014/main" id="{F52F1A78-68F2-4ADB-AFCB-313A76D4E6BC}"/>
              </a:ext>
            </a:extLst>
          </p:cNvPr>
          <p:cNvSpPr>
            <a:spLocks noGrp="1"/>
          </p:cNvSpPr>
          <p:nvPr>
            <p:ph type="body" sz="quarter" idx="17"/>
          </p:nvPr>
        </p:nvSpPr>
        <p:spPr/>
        <p:txBody>
          <a:bodyPr/>
          <a:lstStyle/>
          <a:p>
            <a:r>
              <a:rPr lang="da-DK" dirty="0"/>
              <a:t>Integrationstest</a:t>
            </a:r>
          </a:p>
        </p:txBody>
      </p:sp>
    </p:spTree>
    <p:extLst>
      <p:ext uri="{BB962C8B-B14F-4D97-AF65-F5344CB8AC3E}">
        <p14:creationId xmlns:p14="http://schemas.microsoft.com/office/powerpoint/2010/main" val="3661197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Dependencies</a:t>
            </a:r>
          </a:p>
        </p:txBody>
      </p:sp>
      <p:sp>
        <p:nvSpPr>
          <p:cNvPr id="3" name="Content Placeholder 2"/>
          <p:cNvSpPr>
            <a:spLocks noGrp="1"/>
          </p:cNvSpPr>
          <p:nvPr>
            <p:ph type="body" sz="quarter" idx="13"/>
          </p:nvPr>
        </p:nvSpPr>
        <p:spPr/>
        <p:txBody>
          <a:bodyPr>
            <a:normAutofit/>
          </a:bodyPr>
          <a:lstStyle/>
          <a:p>
            <a:r>
              <a:rPr lang="en-US" dirty="0"/>
              <a:t>In ideal conditions a Unit Test should test in isolation the class under test, but …</a:t>
            </a:r>
            <a:r>
              <a:rPr lang="da-DK" dirty="0" err="1"/>
              <a:t>What</a:t>
            </a:r>
            <a:r>
              <a:rPr lang="da-DK" dirty="0"/>
              <a:t> if the method depends on methods from other classes?</a:t>
            </a:r>
          </a:p>
          <a:p>
            <a:pPr lvl="1"/>
            <a:r>
              <a:rPr lang="da-DK" dirty="0" err="1"/>
              <a:t>Use</a:t>
            </a:r>
            <a:r>
              <a:rPr lang="da-DK" dirty="0"/>
              <a:t> stubs</a:t>
            </a:r>
          </a:p>
          <a:p>
            <a:pPr lvl="1"/>
            <a:r>
              <a:rPr lang="da-DK" dirty="0"/>
              <a:t>Do Integration Test</a:t>
            </a:r>
          </a:p>
          <a:p>
            <a:pPr lvl="1"/>
            <a:endParaRPr lang="da-DK" dirty="0"/>
          </a:p>
          <a:p>
            <a:pPr marL="309600" lvl="1" indent="0">
              <a:buNone/>
            </a:pPr>
            <a:endParaRPr lang="da-DK" dirty="0"/>
          </a:p>
        </p:txBody>
      </p:sp>
      <p:sp>
        <p:nvSpPr>
          <p:cNvPr id="5" name="Pladsholder til slidenummer 4">
            <a:extLst>
              <a:ext uri="{FF2B5EF4-FFF2-40B4-BE49-F238E27FC236}">
                <a16:creationId xmlns:a16="http://schemas.microsoft.com/office/drawing/2014/main" id="{B5833452-9E3D-421D-A375-996A45916488}"/>
              </a:ext>
            </a:extLst>
          </p:cNvPr>
          <p:cNvSpPr>
            <a:spLocks noGrp="1"/>
          </p:cNvSpPr>
          <p:nvPr>
            <p:ph type="sldNum" sz="quarter" idx="12"/>
          </p:nvPr>
        </p:nvSpPr>
        <p:spPr/>
        <p:txBody>
          <a:bodyPr/>
          <a:lstStyle/>
          <a:p>
            <a:fld id="{20EB7ABC-56F9-4FEF-9CF0-E2D14234E329}" type="slidenum">
              <a:rPr lang="da-DK" noProof="0" smtClean="0"/>
              <a:pPr/>
              <a:t>36</a:t>
            </a:fld>
            <a:endParaRPr lang="da-DK" noProof="0" dirty="0"/>
          </a:p>
        </p:txBody>
      </p:sp>
    </p:spTree>
    <p:extLst>
      <p:ext uri="{BB962C8B-B14F-4D97-AF65-F5344CB8AC3E}">
        <p14:creationId xmlns:p14="http://schemas.microsoft.com/office/powerpoint/2010/main" val="4290106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Method Sequence</a:t>
            </a:r>
          </a:p>
        </p:txBody>
      </p:sp>
      <p:sp>
        <p:nvSpPr>
          <p:cNvPr id="3" name="Pladsholder til indhold 2"/>
          <p:cNvSpPr>
            <a:spLocks noGrp="1"/>
          </p:cNvSpPr>
          <p:nvPr>
            <p:ph type="body" sz="quarter" idx="13"/>
          </p:nvPr>
        </p:nvSpPr>
        <p:spPr/>
        <p:txBody>
          <a:bodyPr>
            <a:normAutofit/>
          </a:bodyPr>
          <a:lstStyle/>
          <a:p>
            <a:r>
              <a:rPr lang="da-DK" kern="0" dirty="0"/>
              <a:t>An OO application consists of a set of class instances (objects) interacting with one another by invoking methods.</a:t>
            </a:r>
          </a:p>
          <a:p>
            <a:r>
              <a:rPr lang="da-DK" kern="0" dirty="0"/>
              <a:t>The sequence in which each object invokes its methods is important for the proper functioning of the </a:t>
            </a:r>
            <a:r>
              <a:rPr lang="da-DK" kern="0" dirty="0" err="1"/>
              <a:t>object</a:t>
            </a:r>
            <a:r>
              <a:rPr lang="da-DK" kern="0" dirty="0"/>
              <a:t>.</a:t>
            </a:r>
          </a:p>
          <a:p>
            <a:r>
              <a:rPr lang="da-DK" kern="0" dirty="0"/>
              <a:t>The </a:t>
            </a:r>
            <a:r>
              <a:rPr lang="da-DK" kern="0" dirty="0" err="1"/>
              <a:t>sequence</a:t>
            </a:r>
            <a:r>
              <a:rPr lang="da-DK" kern="0" dirty="0"/>
              <a:t> is </a:t>
            </a:r>
            <a:r>
              <a:rPr lang="da-DK" kern="0" dirty="0" err="1"/>
              <a:t>documented</a:t>
            </a:r>
            <a:r>
              <a:rPr lang="da-DK" kern="0" dirty="0"/>
              <a:t> in the </a:t>
            </a:r>
            <a:r>
              <a:rPr lang="da-DK" kern="0" dirty="0" err="1"/>
              <a:t>interaction</a:t>
            </a:r>
            <a:r>
              <a:rPr lang="da-DK" kern="0" dirty="0"/>
              <a:t> diagrams</a:t>
            </a:r>
          </a:p>
          <a:p>
            <a:endParaRPr lang="da-DK" kern="0" dirty="0"/>
          </a:p>
          <a:p>
            <a:endParaRPr lang="en-US" dirty="0"/>
          </a:p>
          <a:p>
            <a:endParaRPr lang="en-US" dirty="0"/>
          </a:p>
          <a:p>
            <a:endParaRPr lang="da-DK" dirty="0"/>
          </a:p>
        </p:txBody>
      </p:sp>
      <p:sp>
        <p:nvSpPr>
          <p:cNvPr id="5" name="Pladsholder til slidenummer 4">
            <a:extLst>
              <a:ext uri="{FF2B5EF4-FFF2-40B4-BE49-F238E27FC236}">
                <a16:creationId xmlns:a16="http://schemas.microsoft.com/office/drawing/2014/main" id="{AB2D6680-AD87-4449-915A-BEFFED969FE5}"/>
              </a:ext>
            </a:extLst>
          </p:cNvPr>
          <p:cNvSpPr>
            <a:spLocks noGrp="1"/>
          </p:cNvSpPr>
          <p:nvPr>
            <p:ph type="sldNum" sz="quarter" idx="12"/>
          </p:nvPr>
        </p:nvSpPr>
        <p:spPr/>
        <p:txBody>
          <a:bodyPr/>
          <a:lstStyle/>
          <a:p>
            <a:fld id="{20EB7ABC-56F9-4FEF-9CF0-E2D14234E329}" type="slidenum">
              <a:rPr lang="da-DK" noProof="0" smtClean="0"/>
              <a:pPr/>
              <a:t>37</a:t>
            </a:fld>
            <a:endParaRPr lang="da-DK" noProof="0" dirty="0"/>
          </a:p>
        </p:txBody>
      </p:sp>
    </p:spTree>
    <p:extLst>
      <p:ext uri="{BB962C8B-B14F-4D97-AF65-F5344CB8AC3E}">
        <p14:creationId xmlns:p14="http://schemas.microsoft.com/office/powerpoint/2010/main" val="4198692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Integration </a:t>
            </a:r>
            <a:r>
              <a:rPr lang="da-DK" dirty="0" err="1"/>
              <a:t>Testing</a:t>
            </a:r>
            <a:endParaRPr lang="da-DK" dirty="0"/>
          </a:p>
        </p:txBody>
      </p:sp>
      <p:sp>
        <p:nvSpPr>
          <p:cNvPr id="3" name="Content Placeholder 2"/>
          <p:cNvSpPr>
            <a:spLocks noGrp="1"/>
          </p:cNvSpPr>
          <p:nvPr>
            <p:ph type="body" sz="quarter" idx="13"/>
          </p:nvPr>
        </p:nvSpPr>
        <p:spPr/>
        <p:txBody>
          <a:bodyPr/>
          <a:lstStyle/>
          <a:p>
            <a:r>
              <a:rPr lang="da-DK" dirty="0"/>
              <a:t>Activity of </a:t>
            </a:r>
            <a:r>
              <a:rPr lang="da-DK" b="1" dirty="0" err="1"/>
              <a:t>exercising</a:t>
            </a:r>
            <a:r>
              <a:rPr lang="da-DK" b="1" dirty="0"/>
              <a:t> integration between different units</a:t>
            </a:r>
            <a:r>
              <a:rPr lang="da-DK" dirty="0"/>
              <a:t> composing a system.</a:t>
            </a:r>
          </a:p>
          <a:p>
            <a:r>
              <a:rPr lang="da-DK" dirty="0"/>
              <a:t>Usually the units are developed by </a:t>
            </a:r>
            <a:r>
              <a:rPr lang="da-DK" dirty="0" err="1"/>
              <a:t>different</a:t>
            </a:r>
            <a:r>
              <a:rPr lang="da-DK" dirty="0"/>
              <a:t> programmers.</a:t>
            </a:r>
          </a:p>
          <a:p>
            <a:r>
              <a:rPr lang="en-US" dirty="0"/>
              <a:t>Integration Test Cases focus more on the interfaces and flow of data/information between modules.</a:t>
            </a:r>
          </a:p>
          <a:p>
            <a:r>
              <a:rPr lang="en-GB" dirty="0"/>
              <a:t>This makes sense as unit testing have already been completed before integration</a:t>
            </a:r>
          </a:p>
          <a:p>
            <a:endParaRPr lang="da-DK" dirty="0"/>
          </a:p>
        </p:txBody>
      </p:sp>
      <p:sp>
        <p:nvSpPr>
          <p:cNvPr id="5" name="Pladsholder til slidenummer 4">
            <a:extLst>
              <a:ext uri="{FF2B5EF4-FFF2-40B4-BE49-F238E27FC236}">
                <a16:creationId xmlns:a16="http://schemas.microsoft.com/office/drawing/2014/main" id="{96B65771-5A4F-42C8-B8D3-E2833F634C08}"/>
              </a:ext>
            </a:extLst>
          </p:cNvPr>
          <p:cNvSpPr>
            <a:spLocks noGrp="1"/>
          </p:cNvSpPr>
          <p:nvPr>
            <p:ph type="sldNum" sz="quarter" idx="12"/>
          </p:nvPr>
        </p:nvSpPr>
        <p:spPr/>
        <p:txBody>
          <a:bodyPr/>
          <a:lstStyle/>
          <a:p>
            <a:fld id="{20EB7ABC-56F9-4FEF-9CF0-E2D14234E329}" type="slidenum">
              <a:rPr lang="da-DK" noProof="0" smtClean="0"/>
              <a:pPr/>
              <a:t>38</a:t>
            </a:fld>
            <a:endParaRPr lang="da-DK" noProof="0" dirty="0"/>
          </a:p>
        </p:txBody>
      </p:sp>
    </p:spTree>
    <p:extLst>
      <p:ext uri="{BB962C8B-B14F-4D97-AF65-F5344CB8AC3E}">
        <p14:creationId xmlns:p14="http://schemas.microsoft.com/office/powerpoint/2010/main" val="4117671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da-DK" altLang="da-DK" dirty="0"/>
              <a:t> Integration Test</a:t>
            </a:r>
          </a:p>
        </p:txBody>
      </p:sp>
      <p:sp>
        <p:nvSpPr>
          <p:cNvPr id="27651" name="Rectangle 3"/>
          <p:cNvSpPr>
            <a:spLocks noGrp="1" noChangeArrowheads="1"/>
          </p:cNvSpPr>
          <p:nvPr>
            <p:ph type="body" sz="quarter" idx="13"/>
          </p:nvPr>
        </p:nvSpPr>
        <p:spPr/>
        <p:txBody>
          <a:bodyPr>
            <a:normAutofit/>
          </a:bodyPr>
          <a:lstStyle/>
          <a:p>
            <a:pPr eaLnBrk="1" hangingPunct="1">
              <a:lnSpc>
                <a:spcPct val="80000"/>
              </a:lnSpc>
            </a:pPr>
            <a:r>
              <a:rPr lang="en-US" altLang="da-DK" dirty="0"/>
              <a:t>Typical errors found:</a:t>
            </a:r>
          </a:p>
          <a:p>
            <a:pPr lvl="1" eaLnBrk="1" hangingPunct="1">
              <a:lnSpc>
                <a:spcPct val="80000"/>
              </a:lnSpc>
            </a:pPr>
            <a:r>
              <a:rPr lang="en-US" altLang="da-DK" sz="2800" dirty="0"/>
              <a:t>A method has a wrong data type for a parameter compared to another method</a:t>
            </a:r>
          </a:p>
          <a:p>
            <a:pPr lvl="1" eaLnBrk="1" hangingPunct="1">
              <a:lnSpc>
                <a:spcPct val="80000"/>
              </a:lnSpc>
            </a:pPr>
            <a:r>
              <a:rPr lang="en-US" altLang="da-DK" sz="2800" dirty="0"/>
              <a:t>A method returns an unexpected value</a:t>
            </a:r>
          </a:p>
          <a:p>
            <a:pPr lvl="1" eaLnBrk="1" hangingPunct="1">
              <a:lnSpc>
                <a:spcPct val="80000"/>
              </a:lnSpc>
            </a:pPr>
            <a:r>
              <a:rPr lang="en-US" altLang="da-DK" sz="2800" dirty="0"/>
              <a:t>Run time exceptions </a:t>
            </a:r>
          </a:p>
          <a:p>
            <a:pPr lvl="1" eaLnBrk="1" hangingPunct="1">
              <a:lnSpc>
                <a:spcPct val="80000"/>
              </a:lnSpc>
            </a:pPr>
            <a:r>
              <a:rPr lang="en-US" altLang="da-DK" sz="2800" dirty="0"/>
              <a:t>Situation where objects interacts correct except for one object</a:t>
            </a:r>
          </a:p>
          <a:p>
            <a:pPr lvl="1" eaLnBrk="1" hangingPunct="1">
              <a:lnSpc>
                <a:spcPct val="80000"/>
              </a:lnSpc>
            </a:pPr>
            <a:r>
              <a:rPr lang="en-US" altLang="da-DK" sz="2800" dirty="0"/>
              <a:t>Interface problems</a:t>
            </a:r>
          </a:p>
          <a:p>
            <a:pPr lvl="1" eaLnBrk="1" hangingPunct="1">
              <a:lnSpc>
                <a:spcPct val="80000"/>
              </a:lnSpc>
            </a:pPr>
            <a:r>
              <a:rPr lang="en-US" altLang="da-DK" sz="2800" dirty="0"/>
              <a:t>Missing functionalities</a:t>
            </a:r>
          </a:p>
          <a:p>
            <a:pPr lvl="1" eaLnBrk="1" hangingPunct="1">
              <a:lnSpc>
                <a:spcPct val="80000"/>
              </a:lnSpc>
            </a:pPr>
            <a:r>
              <a:rPr lang="en-US" altLang="da-DK" sz="2800" dirty="0"/>
              <a:t>Side-effect</a:t>
            </a:r>
          </a:p>
          <a:p>
            <a:pPr lvl="1">
              <a:lnSpc>
                <a:spcPct val="80000"/>
              </a:lnSpc>
            </a:pPr>
            <a:r>
              <a:rPr lang="en-US" altLang="da-DK" sz="2800" dirty="0"/>
              <a:t>The caller have a different order of parameters than the method used</a:t>
            </a:r>
          </a:p>
          <a:p>
            <a:pPr lvl="1" eaLnBrk="1" hangingPunct="1">
              <a:lnSpc>
                <a:spcPct val="80000"/>
              </a:lnSpc>
            </a:pPr>
            <a:endParaRPr lang="en-US" altLang="da-DK" sz="2800" dirty="0"/>
          </a:p>
          <a:p>
            <a:pPr marL="309600" lvl="1" indent="0">
              <a:lnSpc>
                <a:spcPct val="80000"/>
              </a:lnSpc>
              <a:buNone/>
            </a:pPr>
            <a:endParaRPr lang="en-US" altLang="da-DK" sz="2800" dirty="0"/>
          </a:p>
        </p:txBody>
      </p:sp>
      <p:sp>
        <p:nvSpPr>
          <p:cNvPr id="27653" name="Rectangle 6"/>
          <p:cNvSpPr>
            <a:spLocks noChangeArrowheads="1"/>
          </p:cNvSpPr>
          <p:nvPr/>
        </p:nvSpPr>
        <p:spPr bwMode="auto">
          <a:xfrm>
            <a:off x="4943476" y="5661025"/>
            <a:ext cx="899605" cy="26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accent2"/>
              </a:buClr>
              <a:buSzPct val="100000"/>
              <a:buBlip>
                <a:blip r:embed="rId2"/>
              </a:buBlip>
              <a:defRPr sz="2800">
                <a:solidFill>
                  <a:schemeClr val="tx1"/>
                </a:solidFill>
                <a:latin typeface="Calibri" panose="020F0502020204030204" pitchFamily="34" charset="0"/>
              </a:defRPr>
            </a:lvl1pPr>
            <a:lvl2pPr>
              <a:spcBef>
                <a:spcPct val="20000"/>
              </a:spcBef>
              <a:buSzPct val="100000"/>
              <a:buBlip>
                <a:blip r:embed="rId3"/>
              </a:buBlip>
              <a:defRPr sz="2400">
                <a:solidFill>
                  <a:schemeClr val="tx1"/>
                </a:solidFill>
                <a:latin typeface="Calibri" panose="020F0502020204030204" pitchFamily="34" charset="0"/>
              </a:defRPr>
            </a:lvl2pPr>
            <a:lvl3pPr marL="1143000" indent="-228600">
              <a:spcBef>
                <a:spcPct val="20000"/>
              </a:spcBef>
              <a:buSzPct val="100000"/>
              <a:buBlip>
                <a:blip r:embed="rId4"/>
              </a:buBlip>
              <a:defRPr sz="2400">
                <a:solidFill>
                  <a:schemeClr val="tx1"/>
                </a:solidFill>
                <a:latin typeface="Calibri" panose="020F0502020204030204" pitchFamily="34" charset="0"/>
              </a:defRPr>
            </a:lvl3pPr>
            <a:lvl4pPr marL="1600200" indent="-228600">
              <a:spcBef>
                <a:spcPct val="20000"/>
              </a:spcBef>
              <a:buSzPct val="100000"/>
              <a:buBlip>
                <a:blip r:embed="rId5"/>
              </a:buBlip>
              <a:defRPr sz="2400">
                <a:solidFill>
                  <a:schemeClr val="tx1"/>
                </a:solidFill>
                <a:latin typeface="Calibri" panose="020F0502020204030204" pitchFamily="34" charset="0"/>
              </a:defRPr>
            </a:lvl4pPr>
            <a:lvl5pPr marL="2057400" indent="-228600">
              <a:spcBef>
                <a:spcPct val="20000"/>
              </a:spcBef>
              <a:buFont typeface="Lucida Grande"/>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Grande"/>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Grande"/>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Grande"/>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Grande"/>
              <a:buChar char="⋅"/>
              <a:defRPr sz="2000">
                <a:solidFill>
                  <a:schemeClr val="tx1"/>
                </a:solidFill>
                <a:latin typeface="Calibri" panose="020F0502020204030204" pitchFamily="34" charset="0"/>
              </a:defRPr>
            </a:lvl9pPr>
          </a:lstStyle>
          <a:p>
            <a:pPr lvl="1" eaLnBrk="1" hangingPunct="1">
              <a:lnSpc>
                <a:spcPct val="80000"/>
              </a:lnSpc>
              <a:buSzTx/>
              <a:buFontTx/>
              <a:buChar char="–"/>
            </a:pPr>
            <a:endParaRPr lang="da-DK" altLang="da-DK" sz="1400">
              <a:latin typeface="Arial" panose="020B0604020202020204" pitchFamily="34" charset="0"/>
            </a:endParaRPr>
          </a:p>
        </p:txBody>
      </p:sp>
      <p:sp>
        <p:nvSpPr>
          <p:cNvPr id="2" name="Pladsholder til slidenummer 1">
            <a:extLst>
              <a:ext uri="{FF2B5EF4-FFF2-40B4-BE49-F238E27FC236}">
                <a16:creationId xmlns:a16="http://schemas.microsoft.com/office/drawing/2014/main" id="{050E8674-711F-4CB1-9AA0-54B8C5E9F287}"/>
              </a:ext>
            </a:extLst>
          </p:cNvPr>
          <p:cNvSpPr>
            <a:spLocks noGrp="1"/>
          </p:cNvSpPr>
          <p:nvPr>
            <p:ph type="sldNum" sz="quarter" idx="12"/>
          </p:nvPr>
        </p:nvSpPr>
        <p:spPr/>
        <p:txBody>
          <a:bodyPr/>
          <a:lstStyle/>
          <a:p>
            <a:fld id="{20EB7ABC-56F9-4FEF-9CF0-E2D14234E329}" type="slidenum">
              <a:rPr lang="da-DK" noProof="0" smtClean="0"/>
              <a:pPr/>
              <a:t>39</a:t>
            </a:fld>
            <a:endParaRPr lang="da-DK" noProof="0" dirty="0"/>
          </a:p>
        </p:txBody>
      </p:sp>
    </p:spTree>
    <p:extLst>
      <p:ext uri="{BB962C8B-B14F-4D97-AF65-F5344CB8AC3E}">
        <p14:creationId xmlns:p14="http://schemas.microsoft.com/office/powerpoint/2010/main" val="1952148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Integration Test in OO</a:t>
            </a:r>
            <a:endParaRPr lang="en-US" dirty="0"/>
          </a:p>
        </p:txBody>
      </p:sp>
      <p:sp>
        <p:nvSpPr>
          <p:cNvPr id="3" name="Content Placeholder 2"/>
          <p:cNvSpPr>
            <a:spLocks noGrp="1"/>
          </p:cNvSpPr>
          <p:nvPr>
            <p:ph type="body" sz="quarter" idx="13"/>
          </p:nvPr>
        </p:nvSpPr>
        <p:spPr/>
        <p:txBody>
          <a:bodyPr>
            <a:normAutofit/>
          </a:bodyPr>
          <a:lstStyle/>
          <a:p>
            <a:r>
              <a:rPr lang="en-US" dirty="0"/>
              <a:t>Use subsequences of the Interaction Diagrams</a:t>
            </a:r>
          </a:p>
          <a:p>
            <a:pPr lvl="1"/>
            <a:r>
              <a:rPr lang="en-US" dirty="0"/>
              <a:t>For example, we consider the sequence numbered 2 and we test the method </a:t>
            </a:r>
            <a:r>
              <a:rPr lang="en-US" dirty="0" err="1"/>
              <a:t>makeLineitem</a:t>
            </a:r>
            <a:r>
              <a:rPr lang="en-US" dirty="0"/>
              <a:t> together with create and add </a:t>
            </a:r>
          </a:p>
          <a:p>
            <a:pPr marL="0" indent="0">
              <a:buNone/>
            </a:pPr>
            <a:endParaRPr lang="en-US" dirty="0"/>
          </a:p>
        </p:txBody>
      </p:sp>
      <p:pic>
        <p:nvPicPr>
          <p:cNvPr id="5" name="Picture 4"/>
          <p:cNvPicPr>
            <a:picLocks noChangeAspect="1"/>
          </p:cNvPicPr>
          <p:nvPr/>
        </p:nvPicPr>
        <p:blipFill>
          <a:blip r:embed="rId2"/>
          <a:stretch>
            <a:fillRect/>
          </a:stretch>
        </p:blipFill>
        <p:spPr>
          <a:xfrm>
            <a:off x="2534284" y="3140968"/>
            <a:ext cx="7472982" cy="3095950"/>
          </a:xfrm>
          <a:prstGeom prst="rect">
            <a:avLst/>
          </a:prstGeom>
        </p:spPr>
      </p:pic>
      <p:sp>
        <p:nvSpPr>
          <p:cNvPr id="6" name="Pladsholder til slidenummer 5">
            <a:extLst>
              <a:ext uri="{FF2B5EF4-FFF2-40B4-BE49-F238E27FC236}">
                <a16:creationId xmlns:a16="http://schemas.microsoft.com/office/drawing/2014/main" id="{6C56A0B8-F297-4D12-BF4B-8FD901780BD0}"/>
              </a:ext>
            </a:extLst>
          </p:cNvPr>
          <p:cNvSpPr>
            <a:spLocks noGrp="1"/>
          </p:cNvSpPr>
          <p:nvPr>
            <p:ph type="sldNum" sz="quarter" idx="12"/>
          </p:nvPr>
        </p:nvSpPr>
        <p:spPr/>
        <p:txBody>
          <a:bodyPr/>
          <a:lstStyle/>
          <a:p>
            <a:fld id="{20EB7ABC-56F9-4FEF-9CF0-E2D14234E329}" type="slidenum">
              <a:rPr lang="da-DK" noProof="0" smtClean="0"/>
              <a:pPr/>
              <a:t>40</a:t>
            </a:fld>
            <a:endParaRPr lang="da-DK" noProof="0" dirty="0"/>
          </a:p>
        </p:txBody>
      </p:sp>
    </p:spTree>
    <p:extLst>
      <p:ext uri="{BB962C8B-B14F-4D97-AF65-F5344CB8AC3E}">
        <p14:creationId xmlns:p14="http://schemas.microsoft.com/office/powerpoint/2010/main" val="1413914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Integration Test in OO - </a:t>
            </a:r>
            <a:r>
              <a:rPr lang="da-DK" dirty="0" err="1"/>
              <a:t>Recap</a:t>
            </a:r>
            <a:endParaRPr lang="en-US" dirty="0"/>
          </a:p>
        </p:txBody>
      </p:sp>
      <p:sp>
        <p:nvSpPr>
          <p:cNvPr id="3" name="Content Placeholder 2"/>
          <p:cNvSpPr>
            <a:spLocks noGrp="1"/>
          </p:cNvSpPr>
          <p:nvPr>
            <p:ph type="body" sz="quarter" idx="13"/>
          </p:nvPr>
        </p:nvSpPr>
        <p:spPr/>
        <p:txBody>
          <a:bodyPr>
            <a:normAutofit/>
          </a:bodyPr>
          <a:lstStyle/>
          <a:p>
            <a:r>
              <a:rPr lang="en-US" dirty="0"/>
              <a:t>Based on UML Interaction Diagrams </a:t>
            </a:r>
          </a:p>
          <a:p>
            <a:pPr marL="0" indent="0">
              <a:buNone/>
            </a:pPr>
            <a:endParaRPr lang="en-US" dirty="0"/>
          </a:p>
          <a:p>
            <a:r>
              <a:rPr lang="en-US" dirty="0"/>
              <a:t>Pick a particular path in the diagram and “drive” the objects through that path </a:t>
            </a:r>
          </a:p>
          <a:p>
            <a:endParaRPr lang="en-US" dirty="0"/>
          </a:p>
          <a:p>
            <a:r>
              <a:rPr lang="en-US" dirty="0"/>
              <a:t>Run tests that cover all diagrams, and critical  message paths and conditions inside each diagram </a:t>
            </a:r>
          </a:p>
          <a:p>
            <a:pPr lvl="1"/>
            <a:r>
              <a:rPr lang="en-US" dirty="0"/>
              <a:t>Normal scenarios </a:t>
            </a:r>
          </a:p>
          <a:p>
            <a:pPr lvl="1"/>
            <a:r>
              <a:rPr lang="en-US" dirty="0"/>
              <a:t>Alternatives </a:t>
            </a:r>
          </a:p>
          <a:p>
            <a:pPr marL="0" indent="0">
              <a:buNone/>
            </a:pPr>
            <a:endParaRPr lang="en-US" dirty="0"/>
          </a:p>
          <a:p>
            <a:pPr lvl="1"/>
            <a:endParaRPr lang="en-US" dirty="0"/>
          </a:p>
          <a:p>
            <a:endParaRPr lang="en-US" dirty="0"/>
          </a:p>
        </p:txBody>
      </p:sp>
      <p:sp>
        <p:nvSpPr>
          <p:cNvPr id="5" name="Pladsholder til slidenummer 4">
            <a:extLst>
              <a:ext uri="{FF2B5EF4-FFF2-40B4-BE49-F238E27FC236}">
                <a16:creationId xmlns:a16="http://schemas.microsoft.com/office/drawing/2014/main" id="{F77E5A87-756A-438F-8151-33B7551A868A}"/>
              </a:ext>
            </a:extLst>
          </p:cNvPr>
          <p:cNvSpPr>
            <a:spLocks noGrp="1"/>
          </p:cNvSpPr>
          <p:nvPr>
            <p:ph type="sldNum" sz="quarter" idx="12"/>
          </p:nvPr>
        </p:nvSpPr>
        <p:spPr/>
        <p:txBody>
          <a:bodyPr/>
          <a:lstStyle/>
          <a:p>
            <a:fld id="{20EB7ABC-56F9-4FEF-9CF0-E2D14234E329}" type="slidenum">
              <a:rPr lang="da-DK" noProof="0" smtClean="0"/>
              <a:pPr/>
              <a:t>41</a:t>
            </a:fld>
            <a:endParaRPr lang="da-DK" noProof="0" dirty="0"/>
          </a:p>
        </p:txBody>
      </p:sp>
    </p:spTree>
    <p:extLst>
      <p:ext uri="{BB962C8B-B14F-4D97-AF65-F5344CB8AC3E}">
        <p14:creationId xmlns:p14="http://schemas.microsoft.com/office/powerpoint/2010/main" val="33371914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Example: Integration </a:t>
            </a:r>
            <a:r>
              <a:rPr lang="da-DK" dirty="0" err="1"/>
              <a:t>Testing</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1932549" y="1628800"/>
            <a:ext cx="6887140" cy="4064541"/>
          </a:xfrm>
          <a:prstGeom prst="rect">
            <a:avLst/>
          </a:prstGeom>
        </p:spPr>
      </p:pic>
      <p:sp>
        <p:nvSpPr>
          <p:cNvPr id="7" name="Pladsholder til slidenummer 6">
            <a:extLst>
              <a:ext uri="{FF2B5EF4-FFF2-40B4-BE49-F238E27FC236}">
                <a16:creationId xmlns:a16="http://schemas.microsoft.com/office/drawing/2014/main" id="{FE066BE7-128D-413E-ADFB-4A34F1CF5917}"/>
              </a:ext>
            </a:extLst>
          </p:cNvPr>
          <p:cNvSpPr>
            <a:spLocks noGrp="1"/>
          </p:cNvSpPr>
          <p:nvPr>
            <p:ph type="sldNum" sz="quarter" idx="12"/>
          </p:nvPr>
        </p:nvSpPr>
        <p:spPr/>
        <p:txBody>
          <a:bodyPr/>
          <a:lstStyle/>
          <a:p>
            <a:fld id="{20EB7ABC-56F9-4FEF-9CF0-E2D14234E329}" type="slidenum">
              <a:rPr lang="da-DK" noProof="0" smtClean="0"/>
              <a:pPr/>
              <a:t>42</a:t>
            </a:fld>
            <a:endParaRPr lang="da-DK" noProof="0" dirty="0"/>
          </a:p>
        </p:txBody>
      </p:sp>
    </p:spTree>
    <p:extLst>
      <p:ext uri="{BB962C8B-B14F-4D97-AF65-F5344CB8AC3E}">
        <p14:creationId xmlns:p14="http://schemas.microsoft.com/office/powerpoint/2010/main" val="23253766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Example cont. : Integration </a:t>
            </a:r>
            <a:r>
              <a:rPr lang="da-DK" dirty="0" err="1"/>
              <a:t>Testing</a:t>
            </a:r>
            <a:endParaRPr lang="en-US" dirty="0"/>
          </a:p>
        </p:txBody>
      </p:sp>
      <p:pic>
        <p:nvPicPr>
          <p:cNvPr id="7" name="Billede 6">
            <a:extLst>
              <a:ext uri="{FF2B5EF4-FFF2-40B4-BE49-F238E27FC236}">
                <a16:creationId xmlns:a16="http://schemas.microsoft.com/office/drawing/2014/main" id="{F7C6E21F-6A28-4E2B-806A-D5415EF2DBA2}"/>
              </a:ext>
            </a:extLst>
          </p:cNvPr>
          <p:cNvPicPr>
            <a:picLocks noChangeAspect="1"/>
          </p:cNvPicPr>
          <p:nvPr/>
        </p:nvPicPr>
        <p:blipFill>
          <a:blip r:embed="rId3"/>
          <a:stretch>
            <a:fillRect/>
          </a:stretch>
        </p:blipFill>
        <p:spPr>
          <a:xfrm>
            <a:off x="745759" y="1484784"/>
            <a:ext cx="9563696" cy="4294225"/>
          </a:xfrm>
          <a:prstGeom prst="rect">
            <a:avLst/>
          </a:prstGeom>
        </p:spPr>
      </p:pic>
      <p:sp>
        <p:nvSpPr>
          <p:cNvPr id="5" name="Pladsholder til slidenummer 4">
            <a:extLst>
              <a:ext uri="{FF2B5EF4-FFF2-40B4-BE49-F238E27FC236}">
                <a16:creationId xmlns:a16="http://schemas.microsoft.com/office/drawing/2014/main" id="{9CFA064D-4BFE-43CC-8F8D-03786AF0B4FF}"/>
              </a:ext>
            </a:extLst>
          </p:cNvPr>
          <p:cNvSpPr>
            <a:spLocks noGrp="1"/>
          </p:cNvSpPr>
          <p:nvPr>
            <p:ph type="sldNum" sz="quarter" idx="12"/>
          </p:nvPr>
        </p:nvSpPr>
        <p:spPr/>
        <p:txBody>
          <a:bodyPr/>
          <a:lstStyle/>
          <a:p>
            <a:fld id="{20EB7ABC-56F9-4FEF-9CF0-E2D14234E329}" type="slidenum">
              <a:rPr lang="da-DK" noProof="0" smtClean="0"/>
              <a:pPr/>
              <a:t>43</a:t>
            </a:fld>
            <a:endParaRPr lang="da-DK" noProof="0" dirty="0"/>
          </a:p>
        </p:txBody>
      </p:sp>
    </p:spTree>
    <p:extLst>
      <p:ext uri="{BB962C8B-B14F-4D97-AF65-F5344CB8AC3E}">
        <p14:creationId xmlns:p14="http://schemas.microsoft.com/office/powerpoint/2010/main" val="2842887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Pladsholder til diasnumm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100000"/>
              <a:buBlip>
                <a:blip r:embed="rId2"/>
              </a:buBlip>
              <a:defRPr sz="2800">
                <a:solidFill>
                  <a:schemeClr val="tx1"/>
                </a:solidFill>
                <a:latin typeface="Calibri" pitchFamily="34" charset="0"/>
              </a:defRPr>
            </a:lvl1pPr>
            <a:lvl2pPr marL="742950" indent="-285750" eaLnBrk="0" hangingPunct="0">
              <a:spcBef>
                <a:spcPct val="20000"/>
              </a:spcBef>
              <a:buSzPct val="100000"/>
              <a:buBlip>
                <a:blip r:embed="rId3"/>
              </a:buBlip>
              <a:defRPr sz="2400">
                <a:solidFill>
                  <a:schemeClr val="tx1"/>
                </a:solidFill>
                <a:latin typeface="Calibri" pitchFamily="34" charset="0"/>
              </a:defRPr>
            </a:lvl2pPr>
            <a:lvl3pPr marL="1143000" indent="-228600" eaLnBrk="0" hangingPunct="0">
              <a:spcBef>
                <a:spcPct val="20000"/>
              </a:spcBef>
              <a:buSzPct val="100000"/>
              <a:buBlip>
                <a:blip r:embed="rId4"/>
              </a:buBlip>
              <a:defRPr sz="2400">
                <a:solidFill>
                  <a:schemeClr val="tx1"/>
                </a:solidFill>
                <a:latin typeface="Calibri" pitchFamily="34" charset="0"/>
              </a:defRPr>
            </a:lvl3pPr>
            <a:lvl4pPr marL="1600200" indent="-228600" eaLnBrk="0" hangingPunct="0">
              <a:spcBef>
                <a:spcPct val="20000"/>
              </a:spcBef>
              <a:buSzPct val="100000"/>
              <a:buBlip>
                <a:blip r:embed="rId5"/>
              </a:buBlip>
              <a:defRPr sz="2400">
                <a:solidFill>
                  <a:schemeClr val="tx1"/>
                </a:solidFill>
                <a:latin typeface="Calibri" pitchFamily="34" charset="0"/>
              </a:defRPr>
            </a:lvl4pPr>
            <a:lvl5pPr marL="2057400" indent="-228600" eaLnBrk="0" hangingPunct="0">
              <a:spcBef>
                <a:spcPct val="20000"/>
              </a:spcBef>
              <a:buFont typeface="Lucida Grande"/>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Lucida Grande"/>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Lucida Grande"/>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Lucida Grande"/>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Lucida Grande"/>
              <a:buChar char="⋅"/>
              <a:defRPr sz="2000">
                <a:solidFill>
                  <a:schemeClr val="tx1"/>
                </a:solidFill>
                <a:latin typeface="Calibri" pitchFamily="34" charset="0"/>
              </a:defRPr>
            </a:lvl9pPr>
          </a:lstStyle>
          <a:p>
            <a:pPr eaLnBrk="1" hangingPunct="1">
              <a:spcBef>
                <a:spcPct val="0"/>
              </a:spcBef>
              <a:buClrTx/>
              <a:buSzTx/>
              <a:buFontTx/>
              <a:buNone/>
            </a:pPr>
            <a:fld id="{F78EA17A-3C85-4F90-A72C-C4DF9547BFA0}" type="slidenum">
              <a:rPr lang="da-DK" altLang="da-DK" sz="1100">
                <a:solidFill>
                  <a:srgbClr val="776F65"/>
                </a:solidFill>
                <a:latin typeface="Arial" pitchFamily="34" charset="0"/>
              </a:rPr>
              <a:pPr eaLnBrk="1" hangingPunct="1">
                <a:spcBef>
                  <a:spcPct val="0"/>
                </a:spcBef>
                <a:buClrTx/>
                <a:buSzTx/>
                <a:buFontTx/>
                <a:buNone/>
              </a:pPr>
              <a:t>44</a:t>
            </a:fld>
            <a:endParaRPr lang="da-DK" altLang="da-DK" sz="1100">
              <a:solidFill>
                <a:srgbClr val="776F65"/>
              </a:solidFill>
              <a:latin typeface="Arial" pitchFamily="34" charset="0"/>
            </a:endParaRPr>
          </a:p>
        </p:txBody>
      </p:sp>
      <p:sp>
        <p:nvSpPr>
          <p:cNvPr id="35842" name="Titel 1"/>
          <p:cNvSpPr>
            <a:spLocks noGrp="1"/>
          </p:cNvSpPr>
          <p:nvPr>
            <p:ph type="title"/>
          </p:nvPr>
        </p:nvSpPr>
        <p:spPr/>
        <p:txBody>
          <a:bodyPr/>
          <a:lstStyle/>
          <a:p>
            <a:pPr eaLnBrk="1" hangingPunct="1"/>
            <a:r>
              <a:rPr lang="da-DK" altLang="da-DK" dirty="0"/>
              <a:t>Drivers and Stubs</a:t>
            </a:r>
          </a:p>
        </p:txBody>
      </p:sp>
      <p:sp>
        <p:nvSpPr>
          <p:cNvPr id="35843" name="Pladsholder til indhold 2"/>
          <p:cNvSpPr>
            <a:spLocks noGrp="1"/>
          </p:cNvSpPr>
          <p:nvPr>
            <p:ph type="body" sz="quarter" idx="13"/>
          </p:nvPr>
        </p:nvSpPr>
        <p:spPr/>
        <p:txBody>
          <a:bodyPr/>
          <a:lstStyle/>
          <a:p>
            <a:r>
              <a:rPr lang="en-US" dirty="0"/>
              <a:t>A Test Driver is a method that performs the test (run)</a:t>
            </a:r>
          </a:p>
          <a:p>
            <a:pPr marL="0" indent="0">
              <a:buNone/>
            </a:pPr>
            <a:endParaRPr lang="en-US" dirty="0"/>
          </a:p>
          <a:p>
            <a:r>
              <a:rPr lang="en-US" dirty="0"/>
              <a:t>A Stub simulates an unimplemented method; consists of method signature and a hard-coded return value</a:t>
            </a:r>
          </a:p>
          <a:p>
            <a:pPr marL="0" indent="0">
              <a:buNone/>
            </a:pPr>
            <a:endParaRPr lang="en-US" dirty="0"/>
          </a:p>
          <a:p>
            <a:r>
              <a:rPr lang="en-US" dirty="0"/>
              <a:t>In the JUnit framework, Test Drivers are generated</a:t>
            </a:r>
          </a:p>
          <a:p>
            <a:endParaRPr lang="en-US" dirty="0"/>
          </a:p>
          <a:p>
            <a:r>
              <a:rPr lang="en-US" dirty="0">
                <a:hlinkClick r:id="rId6"/>
              </a:rPr>
              <a:t>Good article</a:t>
            </a:r>
            <a:endParaRPr lang="en-US" dirty="0"/>
          </a:p>
          <a:p>
            <a:endParaRPr lang="en-US" dirty="0"/>
          </a:p>
        </p:txBody>
      </p:sp>
    </p:spTree>
    <p:extLst>
      <p:ext uri="{BB962C8B-B14F-4D97-AF65-F5344CB8AC3E}">
        <p14:creationId xmlns:p14="http://schemas.microsoft.com/office/powerpoint/2010/main" val="1517449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F7AB382F-E9E6-CE49-B414-1E064FB7F064}" type="slidenum">
              <a:rPr lang="da-DK" smtClean="0"/>
              <a:t>45</a:t>
            </a:fld>
            <a:endParaRPr lang="da-DK"/>
          </a:p>
        </p:txBody>
      </p:sp>
      <p:sp>
        <p:nvSpPr>
          <p:cNvPr id="2" name="Titel 1"/>
          <p:cNvSpPr>
            <a:spLocks noGrp="1"/>
          </p:cNvSpPr>
          <p:nvPr>
            <p:ph type="title"/>
          </p:nvPr>
        </p:nvSpPr>
        <p:spPr/>
        <p:txBody>
          <a:bodyPr/>
          <a:lstStyle/>
          <a:p>
            <a:r>
              <a:rPr lang="da-DK" dirty="0" err="1"/>
              <a:t>Terminology</a:t>
            </a:r>
            <a:endParaRPr lang="da-DK" dirty="0"/>
          </a:p>
        </p:txBody>
      </p:sp>
      <p:sp>
        <p:nvSpPr>
          <p:cNvPr id="3" name="Pladsholder til indhold 2"/>
          <p:cNvSpPr>
            <a:spLocks noGrp="1"/>
          </p:cNvSpPr>
          <p:nvPr>
            <p:ph type="body" sz="quarter" idx="13"/>
          </p:nvPr>
        </p:nvSpPr>
        <p:spPr/>
        <p:txBody>
          <a:bodyPr>
            <a:normAutofit/>
          </a:bodyPr>
          <a:lstStyle/>
          <a:p>
            <a:r>
              <a:rPr lang="da-DK" b="1" dirty="0"/>
              <a:t>Driver</a:t>
            </a:r>
            <a:r>
              <a:rPr lang="da-DK" dirty="0"/>
              <a:t> – </a:t>
            </a:r>
            <a:r>
              <a:rPr lang="da-DK" dirty="0" err="1"/>
              <a:t>method</a:t>
            </a:r>
            <a:r>
              <a:rPr lang="da-DK" dirty="0"/>
              <a:t>/class </a:t>
            </a:r>
            <a:r>
              <a:rPr lang="da-DK" dirty="0" err="1"/>
              <a:t>responsible</a:t>
            </a:r>
            <a:r>
              <a:rPr lang="da-DK" dirty="0"/>
              <a:t> for </a:t>
            </a:r>
            <a:r>
              <a:rPr lang="da-DK" dirty="0" err="1"/>
              <a:t>initiating</a:t>
            </a:r>
            <a:r>
              <a:rPr lang="da-DK" dirty="0"/>
              <a:t> the test. This </a:t>
            </a:r>
            <a:r>
              <a:rPr lang="da-DK" dirty="0" err="1"/>
              <a:t>could</a:t>
            </a:r>
            <a:r>
              <a:rPr lang="da-DK" dirty="0"/>
              <a:t> </a:t>
            </a:r>
            <a:r>
              <a:rPr lang="da-DK" dirty="0" err="1"/>
              <a:t>be</a:t>
            </a:r>
            <a:r>
              <a:rPr lang="da-DK" dirty="0"/>
              <a:t> the test framework </a:t>
            </a:r>
            <a:r>
              <a:rPr lang="da-DK" dirty="0" err="1"/>
              <a:t>itself</a:t>
            </a:r>
            <a:r>
              <a:rPr lang="da-DK" dirty="0"/>
              <a:t>.</a:t>
            </a:r>
          </a:p>
          <a:p>
            <a:r>
              <a:rPr lang="da-DK" b="1" dirty="0"/>
              <a:t>Stub</a:t>
            </a:r>
            <a:r>
              <a:rPr lang="da-DK" dirty="0"/>
              <a:t> – </a:t>
            </a:r>
            <a:r>
              <a:rPr lang="da-DK" dirty="0" err="1"/>
              <a:t>temporary</a:t>
            </a:r>
            <a:r>
              <a:rPr lang="da-DK" dirty="0"/>
              <a:t> substitution of </a:t>
            </a:r>
            <a:r>
              <a:rPr lang="da-DK" dirty="0" err="1"/>
              <a:t>underlying</a:t>
            </a:r>
            <a:r>
              <a:rPr lang="da-DK" dirty="0"/>
              <a:t> </a:t>
            </a:r>
            <a:r>
              <a:rPr lang="da-DK" dirty="0" err="1"/>
              <a:t>methods</a:t>
            </a:r>
            <a:r>
              <a:rPr lang="da-DK" dirty="0"/>
              <a:t>/</a:t>
            </a:r>
            <a:r>
              <a:rPr lang="da-DK" dirty="0" err="1"/>
              <a:t>classes</a:t>
            </a:r>
            <a:r>
              <a:rPr lang="da-DK" dirty="0"/>
              <a:t>. The purpose it to </a:t>
            </a:r>
            <a:r>
              <a:rPr lang="da-DK" dirty="0" err="1"/>
              <a:t>isolate</a:t>
            </a:r>
            <a:r>
              <a:rPr lang="da-DK" dirty="0"/>
              <a:t> a single </a:t>
            </a:r>
            <a:r>
              <a:rPr lang="da-DK" dirty="0" err="1"/>
              <a:t>method</a:t>
            </a:r>
            <a:r>
              <a:rPr lang="da-DK" dirty="0"/>
              <a:t>.</a:t>
            </a:r>
          </a:p>
          <a:p>
            <a:r>
              <a:rPr lang="da-DK" b="1" dirty="0"/>
              <a:t>Direct output </a:t>
            </a:r>
            <a:r>
              <a:rPr lang="da-DK" dirty="0"/>
              <a:t>– the </a:t>
            </a:r>
            <a:r>
              <a:rPr lang="da-DK" dirty="0" err="1"/>
              <a:t>direct</a:t>
            </a:r>
            <a:r>
              <a:rPr lang="da-DK" dirty="0"/>
              <a:t> return </a:t>
            </a:r>
            <a:r>
              <a:rPr lang="da-DK" dirty="0" err="1"/>
              <a:t>value</a:t>
            </a:r>
            <a:r>
              <a:rPr lang="da-DK" dirty="0"/>
              <a:t> of a </a:t>
            </a:r>
            <a:r>
              <a:rPr lang="da-DK" dirty="0" err="1"/>
              <a:t>method</a:t>
            </a:r>
            <a:r>
              <a:rPr lang="da-DK" dirty="0"/>
              <a:t>.</a:t>
            </a:r>
          </a:p>
          <a:p>
            <a:r>
              <a:rPr lang="da-DK" b="1" dirty="0" err="1"/>
              <a:t>Indirect</a:t>
            </a:r>
            <a:r>
              <a:rPr lang="da-DK" b="1" dirty="0"/>
              <a:t> output </a:t>
            </a:r>
            <a:r>
              <a:rPr lang="da-DK" dirty="0"/>
              <a:t>– the output the </a:t>
            </a:r>
            <a:r>
              <a:rPr lang="da-DK" dirty="0" err="1"/>
              <a:t>method</a:t>
            </a:r>
            <a:r>
              <a:rPr lang="da-DK" dirty="0"/>
              <a:t> is sending to </a:t>
            </a:r>
            <a:r>
              <a:rPr lang="da-DK" dirty="0" err="1"/>
              <a:t>underlying</a:t>
            </a:r>
            <a:r>
              <a:rPr lang="da-DK" dirty="0"/>
              <a:t> </a:t>
            </a:r>
            <a:r>
              <a:rPr lang="da-DK" dirty="0" err="1"/>
              <a:t>methods</a:t>
            </a:r>
            <a:endParaRPr lang="da-DK" dirty="0"/>
          </a:p>
          <a:p>
            <a:endParaRPr lang="da-DK" dirty="0"/>
          </a:p>
        </p:txBody>
      </p:sp>
    </p:spTree>
    <p:extLst>
      <p:ext uri="{BB962C8B-B14F-4D97-AF65-F5344CB8AC3E}">
        <p14:creationId xmlns:p14="http://schemas.microsoft.com/office/powerpoint/2010/main" val="1571561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p:txBody>
          <a:bodyPr/>
          <a:lstStyle/>
          <a:p>
            <a:fld id="{F7AB382F-E9E6-CE49-B414-1E064FB7F064}" type="slidenum">
              <a:rPr lang="da-DK" smtClean="0"/>
              <a:t>46</a:t>
            </a:fld>
            <a:endParaRPr lang="da-DK"/>
          </a:p>
        </p:txBody>
      </p:sp>
      <p:sp>
        <p:nvSpPr>
          <p:cNvPr id="2" name="Titel 1"/>
          <p:cNvSpPr>
            <a:spLocks noGrp="1"/>
          </p:cNvSpPr>
          <p:nvPr>
            <p:ph type="title"/>
          </p:nvPr>
        </p:nvSpPr>
        <p:spPr/>
        <p:txBody>
          <a:bodyPr/>
          <a:lstStyle/>
          <a:p>
            <a:r>
              <a:rPr lang="da-DK" dirty="0"/>
              <a:t>Call </a:t>
            </a:r>
            <a:r>
              <a:rPr lang="da-DK" dirty="0" err="1"/>
              <a:t>Hierarchy</a:t>
            </a:r>
            <a:endParaRPr lang="da-DK" dirty="0"/>
          </a:p>
        </p:txBody>
      </p:sp>
      <p:graphicFrame>
        <p:nvGraphicFramePr>
          <p:cNvPr id="6" name="Pladsholder til indhold 5"/>
          <p:cNvGraphicFramePr>
            <a:graphicFrameLocks noGrp="1"/>
          </p:cNvGraphicFramePr>
          <p:nvPr>
            <p:ph idx="4294967295"/>
            <p:extLst>
              <p:ext uri="{D42A27DB-BD31-4B8C-83A1-F6EECF244321}">
                <p14:modId xmlns:p14="http://schemas.microsoft.com/office/powerpoint/2010/main" val="3441861364"/>
              </p:ext>
            </p:extLst>
          </p:nvPr>
        </p:nvGraphicFramePr>
        <p:xfrm>
          <a:off x="2567608" y="1548000"/>
          <a:ext cx="7756525"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11783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p:txBody>
          <a:bodyPr/>
          <a:lstStyle/>
          <a:p>
            <a:fld id="{F7AB382F-E9E6-CE49-B414-1E064FB7F064}" type="slidenum">
              <a:rPr lang="da-DK" smtClean="0"/>
              <a:t>47</a:t>
            </a:fld>
            <a:endParaRPr lang="da-DK"/>
          </a:p>
        </p:txBody>
      </p:sp>
      <p:sp>
        <p:nvSpPr>
          <p:cNvPr id="2" name="Titel 1"/>
          <p:cNvSpPr>
            <a:spLocks noGrp="1"/>
          </p:cNvSpPr>
          <p:nvPr>
            <p:ph type="title"/>
          </p:nvPr>
        </p:nvSpPr>
        <p:spPr/>
        <p:txBody>
          <a:bodyPr/>
          <a:lstStyle/>
          <a:p>
            <a:r>
              <a:rPr lang="da-DK" dirty="0" err="1"/>
              <a:t>Testing</a:t>
            </a:r>
            <a:r>
              <a:rPr lang="da-DK" dirty="0"/>
              <a:t> with drivers and stubs</a:t>
            </a:r>
          </a:p>
        </p:txBody>
      </p:sp>
      <p:sp>
        <p:nvSpPr>
          <p:cNvPr id="7" name="Pladsholder til tekst 6">
            <a:extLst>
              <a:ext uri="{FF2B5EF4-FFF2-40B4-BE49-F238E27FC236}">
                <a16:creationId xmlns:a16="http://schemas.microsoft.com/office/drawing/2014/main" id="{49B2F965-CF11-4C97-A5A8-9BB56C0536CC}"/>
              </a:ext>
            </a:extLst>
          </p:cNvPr>
          <p:cNvSpPr>
            <a:spLocks noGrp="1"/>
          </p:cNvSpPr>
          <p:nvPr>
            <p:ph type="body" sz="quarter" idx="13"/>
          </p:nvPr>
        </p:nvSpPr>
        <p:spPr>
          <a:xfrm>
            <a:off x="480485" y="1548000"/>
            <a:ext cx="6695635" cy="3960000"/>
          </a:xfrm>
        </p:spPr>
        <p:txBody>
          <a:bodyPr/>
          <a:lstStyle/>
          <a:p>
            <a:r>
              <a:rPr lang="en-US" sz="2400" dirty="0"/>
              <a:t>Testing the Method1() requires us to use a Driver to initialize the method (call it). </a:t>
            </a:r>
          </a:p>
          <a:p>
            <a:endParaRPr lang="en-US" sz="2400" dirty="0"/>
          </a:p>
          <a:p>
            <a:r>
              <a:rPr lang="en-US" sz="2400" dirty="0"/>
              <a:t>The driver, in test scenarios, will typically be a unit testing framework like Junit.</a:t>
            </a:r>
          </a:p>
          <a:p>
            <a:endParaRPr lang="en-US" sz="2400" dirty="0"/>
          </a:p>
          <a:p>
            <a:r>
              <a:rPr lang="en-US" sz="2400" dirty="0"/>
              <a:t>To prevent the result of Method2() and Method3() to contaminate the result in Method 1. We can insert a stub instead of them.</a:t>
            </a:r>
          </a:p>
          <a:p>
            <a:endParaRPr lang="en-US" sz="2400" dirty="0"/>
          </a:p>
          <a:p>
            <a:r>
              <a:rPr lang="en-US" sz="2400" dirty="0"/>
              <a:t>Using stubs allows us to focus on the single method under test.</a:t>
            </a:r>
          </a:p>
          <a:p>
            <a:endParaRPr lang="da-DK" dirty="0"/>
          </a:p>
        </p:txBody>
      </p:sp>
      <p:graphicFrame>
        <p:nvGraphicFramePr>
          <p:cNvPr id="6" name="Pladsholder til indhold 5"/>
          <p:cNvGraphicFramePr>
            <a:graphicFrameLocks noGrp="1"/>
          </p:cNvGraphicFramePr>
          <p:nvPr>
            <p:ph idx="4294967295"/>
            <p:extLst>
              <p:ext uri="{D42A27DB-BD31-4B8C-83A1-F6EECF244321}">
                <p14:modId xmlns:p14="http://schemas.microsoft.com/office/powerpoint/2010/main" val="1981123312"/>
              </p:ext>
            </p:extLst>
          </p:nvPr>
        </p:nvGraphicFramePr>
        <p:xfrm>
          <a:off x="7056784" y="995362"/>
          <a:ext cx="5015880" cy="4665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65982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p:txBody>
          <a:bodyPr/>
          <a:lstStyle/>
          <a:p>
            <a:fld id="{F7AB382F-E9E6-CE49-B414-1E064FB7F064}" type="slidenum">
              <a:rPr lang="da-DK" smtClean="0"/>
              <a:t>48</a:t>
            </a:fld>
            <a:endParaRPr lang="da-DK"/>
          </a:p>
        </p:txBody>
      </p:sp>
      <p:sp>
        <p:nvSpPr>
          <p:cNvPr id="2" name="Titel 1"/>
          <p:cNvSpPr>
            <a:spLocks noGrp="1"/>
          </p:cNvSpPr>
          <p:nvPr>
            <p:ph type="title"/>
          </p:nvPr>
        </p:nvSpPr>
        <p:spPr/>
        <p:txBody>
          <a:bodyPr/>
          <a:lstStyle/>
          <a:p>
            <a:r>
              <a:rPr lang="da-DK" dirty="0" err="1"/>
              <a:t>Testing</a:t>
            </a:r>
            <a:r>
              <a:rPr lang="da-DK" dirty="0"/>
              <a:t> with drivers and NO stubs</a:t>
            </a:r>
          </a:p>
        </p:txBody>
      </p:sp>
      <p:graphicFrame>
        <p:nvGraphicFramePr>
          <p:cNvPr id="6" name="Pladsholder til indhold 5"/>
          <p:cNvGraphicFramePr>
            <a:graphicFrameLocks noGrp="1"/>
          </p:cNvGraphicFramePr>
          <p:nvPr>
            <p:ph idx="4294967295"/>
            <p:extLst>
              <p:ext uri="{D42A27DB-BD31-4B8C-83A1-F6EECF244321}">
                <p14:modId xmlns:p14="http://schemas.microsoft.com/office/powerpoint/2010/main" val="3898169472"/>
              </p:ext>
            </p:extLst>
          </p:nvPr>
        </p:nvGraphicFramePr>
        <p:xfrm>
          <a:off x="6456040" y="1160463"/>
          <a:ext cx="5707062" cy="4965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8" name="Picture 4" descr="http://members.uisclan.com/images/members/TheSti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9575" y="1485900"/>
            <a:ext cx="3048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7" name="Rektangel 6"/>
          <p:cNvSpPr/>
          <p:nvPr/>
        </p:nvSpPr>
        <p:spPr>
          <a:xfrm>
            <a:off x="1395761" y="4460280"/>
            <a:ext cx="2993127" cy="1754326"/>
          </a:xfrm>
          <a:prstGeom prst="rect">
            <a:avLst/>
          </a:prstGeom>
          <a:noFill/>
        </p:spPr>
        <p:txBody>
          <a:bodyPr wrap="none" lIns="91440" tIns="45720" rIns="91440" bIns="45720">
            <a:spAutoFit/>
          </a:bodyPr>
          <a:lstStyle/>
          <a:p>
            <a:pPr algn="ctr"/>
            <a:r>
              <a:rPr lang="da-DK" sz="5400" dirty="0">
                <a:ln w="0"/>
                <a:effectLst>
                  <a:outerShdw blurRad="38100" dist="19050" dir="2700000" algn="tl" rotWithShape="0">
                    <a:schemeClr val="dk1">
                      <a:alpha val="40000"/>
                    </a:schemeClr>
                  </a:outerShdw>
                </a:effectLst>
              </a:rPr>
              <a:t>Driver </a:t>
            </a:r>
            <a:br>
              <a:rPr lang="da-DK" sz="5400" dirty="0">
                <a:ln w="0"/>
                <a:effectLst>
                  <a:outerShdw blurRad="38100" dist="19050" dir="2700000" algn="tl" rotWithShape="0">
                    <a:schemeClr val="dk1">
                      <a:alpha val="40000"/>
                    </a:schemeClr>
                  </a:outerShdw>
                </a:effectLst>
              </a:rPr>
            </a:br>
            <a:r>
              <a:rPr lang="da-DK" sz="5400" dirty="0">
                <a:ln w="0"/>
                <a:effectLst>
                  <a:outerShdw blurRad="38100" dist="19050" dir="2700000" algn="tl" rotWithShape="0">
                    <a:schemeClr val="dk1">
                      <a:alpha val="40000"/>
                    </a:schemeClr>
                  </a:outerShdw>
                </a:effectLst>
              </a:rPr>
              <a:t>(the Stig)</a:t>
            </a:r>
          </a:p>
        </p:txBody>
      </p:sp>
      <p:grpSp>
        <p:nvGrpSpPr>
          <p:cNvPr id="16" name="Gruppe 15"/>
          <p:cNvGrpSpPr/>
          <p:nvPr/>
        </p:nvGrpSpPr>
        <p:grpSpPr>
          <a:xfrm>
            <a:off x="4260648" y="1741071"/>
            <a:ext cx="4211616" cy="852005"/>
            <a:chOff x="2736647" y="1741070"/>
            <a:chExt cx="2722457" cy="852005"/>
          </a:xfrm>
        </p:grpSpPr>
        <p:cxnSp>
          <p:nvCxnSpPr>
            <p:cNvPr id="10" name="Buet forbindelse 9"/>
            <p:cNvCxnSpPr/>
            <p:nvPr/>
          </p:nvCxnSpPr>
          <p:spPr>
            <a:xfrm flipV="1">
              <a:off x="2736647" y="2142699"/>
              <a:ext cx="2722457" cy="450376"/>
            </a:xfrm>
            <a:prstGeom prst="curvedConnector3">
              <a:avLst>
                <a:gd name="adj1" fmla="val 35964"/>
              </a:avLst>
            </a:prstGeom>
            <a:ln>
              <a:tailEnd type="triangle"/>
            </a:ln>
          </p:spPr>
          <p:style>
            <a:lnRef idx="3">
              <a:schemeClr val="accent3"/>
            </a:lnRef>
            <a:fillRef idx="0">
              <a:schemeClr val="accent3"/>
            </a:fillRef>
            <a:effectRef idx="2">
              <a:schemeClr val="accent3"/>
            </a:effectRef>
            <a:fontRef idx="minor">
              <a:schemeClr val="tx1"/>
            </a:fontRef>
          </p:style>
        </p:cxnSp>
        <p:sp>
          <p:nvSpPr>
            <p:cNvPr id="15" name="Rektangel 14"/>
            <p:cNvSpPr/>
            <p:nvPr/>
          </p:nvSpPr>
          <p:spPr>
            <a:xfrm>
              <a:off x="2979452" y="1741070"/>
              <a:ext cx="1810111" cy="461665"/>
            </a:xfrm>
            <a:prstGeom prst="rect">
              <a:avLst/>
            </a:prstGeom>
            <a:noFill/>
          </p:spPr>
          <p:txBody>
            <a:bodyPr wrap="none" lIns="91440" tIns="45720" rIns="91440" bIns="45720">
              <a:spAutoFit/>
            </a:bodyPr>
            <a:lstStyle/>
            <a:p>
              <a:pPr algn="ctr"/>
              <a:r>
                <a:rPr lang="da-DK" dirty="0" err="1">
                  <a:ln w="0"/>
                  <a:effectLst>
                    <a:outerShdw blurRad="38100" dist="19050" dir="2700000" algn="tl" rotWithShape="0">
                      <a:schemeClr val="dk1">
                        <a:alpha val="40000"/>
                      </a:schemeClr>
                    </a:outerShdw>
                  </a:effectLst>
                </a:rPr>
                <a:t>Invoke</a:t>
              </a:r>
              <a:r>
                <a:rPr lang="da-DK" dirty="0">
                  <a:ln w="0"/>
                  <a:effectLst>
                    <a:outerShdw blurRad="38100" dist="19050" dir="2700000" algn="tl" rotWithShape="0">
                      <a:schemeClr val="dk1">
                        <a:alpha val="40000"/>
                      </a:schemeClr>
                    </a:outerShdw>
                  </a:effectLst>
                </a:rPr>
                <a:t> / </a:t>
              </a:r>
              <a:r>
                <a:rPr lang="da-DK" dirty="0" err="1">
                  <a:ln w="0"/>
                  <a:effectLst>
                    <a:outerShdw blurRad="38100" dist="19050" dir="2700000" algn="tl" rotWithShape="0">
                      <a:schemeClr val="dk1">
                        <a:alpha val="40000"/>
                      </a:schemeClr>
                    </a:outerShdw>
                  </a:effectLst>
                </a:rPr>
                <a:t>call</a:t>
              </a:r>
              <a:endParaRPr lang="da-DK" dirty="0">
                <a:ln w="0"/>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41332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75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1+#ppt_w/2"/>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p:txBody>
          <a:bodyPr/>
          <a:lstStyle/>
          <a:p>
            <a:fld id="{F7AB382F-E9E6-CE49-B414-1E064FB7F064}" type="slidenum">
              <a:rPr lang="da-DK" smtClean="0"/>
              <a:t>49</a:t>
            </a:fld>
            <a:endParaRPr lang="da-DK"/>
          </a:p>
        </p:txBody>
      </p:sp>
      <p:sp>
        <p:nvSpPr>
          <p:cNvPr id="2" name="Titel 1"/>
          <p:cNvSpPr>
            <a:spLocks noGrp="1"/>
          </p:cNvSpPr>
          <p:nvPr>
            <p:ph type="title"/>
          </p:nvPr>
        </p:nvSpPr>
        <p:spPr/>
        <p:txBody>
          <a:bodyPr/>
          <a:lstStyle/>
          <a:p>
            <a:r>
              <a:rPr lang="da-DK" dirty="0" err="1"/>
              <a:t>Testing</a:t>
            </a:r>
            <a:r>
              <a:rPr lang="da-DK" dirty="0"/>
              <a:t> with drivers AND stubs</a:t>
            </a:r>
          </a:p>
        </p:txBody>
      </p:sp>
      <p:graphicFrame>
        <p:nvGraphicFramePr>
          <p:cNvPr id="6" name="Pladsholder til indhold 5"/>
          <p:cNvGraphicFramePr>
            <a:graphicFrameLocks noGrp="1"/>
          </p:cNvGraphicFramePr>
          <p:nvPr>
            <p:ph idx="4294967295"/>
            <p:extLst>
              <p:ext uri="{D42A27DB-BD31-4B8C-83A1-F6EECF244321}">
                <p14:modId xmlns:p14="http://schemas.microsoft.com/office/powerpoint/2010/main" val="39466061"/>
              </p:ext>
            </p:extLst>
          </p:nvPr>
        </p:nvGraphicFramePr>
        <p:xfrm>
          <a:off x="6484938" y="1160463"/>
          <a:ext cx="5707062" cy="4965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8" name="Picture 4" descr="http://members.uisclan.com/images/members/TheSti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9575" y="1485900"/>
            <a:ext cx="3048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7" name="Rektangel 6"/>
          <p:cNvSpPr/>
          <p:nvPr/>
        </p:nvSpPr>
        <p:spPr>
          <a:xfrm>
            <a:off x="1395761" y="4460280"/>
            <a:ext cx="2993127" cy="1754326"/>
          </a:xfrm>
          <a:prstGeom prst="rect">
            <a:avLst/>
          </a:prstGeom>
          <a:noFill/>
        </p:spPr>
        <p:txBody>
          <a:bodyPr wrap="none" lIns="91440" tIns="45720" rIns="91440" bIns="45720">
            <a:spAutoFit/>
          </a:bodyPr>
          <a:lstStyle/>
          <a:p>
            <a:pPr algn="ctr"/>
            <a:r>
              <a:rPr lang="da-DK" sz="5400" dirty="0">
                <a:ln w="0"/>
                <a:effectLst>
                  <a:outerShdw blurRad="38100" dist="19050" dir="2700000" algn="tl" rotWithShape="0">
                    <a:schemeClr val="dk1">
                      <a:alpha val="40000"/>
                    </a:schemeClr>
                  </a:outerShdw>
                </a:effectLst>
              </a:rPr>
              <a:t>Driver </a:t>
            </a:r>
            <a:br>
              <a:rPr lang="da-DK" sz="5400" dirty="0">
                <a:ln w="0"/>
                <a:effectLst>
                  <a:outerShdw blurRad="38100" dist="19050" dir="2700000" algn="tl" rotWithShape="0">
                    <a:schemeClr val="dk1">
                      <a:alpha val="40000"/>
                    </a:schemeClr>
                  </a:outerShdw>
                </a:effectLst>
              </a:rPr>
            </a:br>
            <a:r>
              <a:rPr lang="da-DK" sz="5400" dirty="0">
                <a:ln w="0"/>
                <a:effectLst>
                  <a:outerShdw blurRad="38100" dist="19050" dir="2700000" algn="tl" rotWithShape="0">
                    <a:schemeClr val="dk1">
                      <a:alpha val="40000"/>
                    </a:schemeClr>
                  </a:outerShdw>
                </a:effectLst>
              </a:rPr>
              <a:t>(the Stig)</a:t>
            </a:r>
          </a:p>
        </p:txBody>
      </p:sp>
      <p:grpSp>
        <p:nvGrpSpPr>
          <p:cNvPr id="16" name="Gruppe 15"/>
          <p:cNvGrpSpPr/>
          <p:nvPr/>
        </p:nvGrpSpPr>
        <p:grpSpPr>
          <a:xfrm>
            <a:off x="4129426" y="1741071"/>
            <a:ext cx="3838782" cy="852005"/>
            <a:chOff x="2542000" y="1741070"/>
            <a:chExt cx="2917104" cy="852005"/>
          </a:xfrm>
        </p:grpSpPr>
        <p:cxnSp>
          <p:nvCxnSpPr>
            <p:cNvPr id="10" name="Buet forbindelse 9"/>
            <p:cNvCxnSpPr/>
            <p:nvPr/>
          </p:nvCxnSpPr>
          <p:spPr>
            <a:xfrm flipV="1">
              <a:off x="2736647" y="2142699"/>
              <a:ext cx="2722457" cy="450376"/>
            </a:xfrm>
            <a:prstGeom prst="curvedConnector3">
              <a:avLst>
                <a:gd name="adj1" fmla="val 35964"/>
              </a:avLst>
            </a:prstGeom>
            <a:ln>
              <a:tailEnd type="triangle"/>
            </a:ln>
          </p:spPr>
          <p:style>
            <a:lnRef idx="3">
              <a:schemeClr val="accent3"/>
            </a:lnRef>
            <a:fillRef idx="0">
              <a:schemeClr val="accent3"/>
            </a:fillRef>
            <a:effectRef idx="2">
              <a:schemeClr val="accent3"/>
            </a:effectRef>
            <a:fontRef idx="minor">
              <a:schemeClr val="tx1"/>
            </a:fontRef>
          </p:style>
        </p:cxnSp>
        <p:sp>
          <p:nvSpPr>
            <p:cNvPr id="15" name="Rektangel 14"/>
            <p:cNvSpPr/>
            <p:nvPr/>
          </p:nvSpPr>
          <p:spPr>
            <a:xfrm>
              <a:off x="2542000" y="1741070"/>
              <a:ext cx="2685016" cy="461665"/>
            </a:xfrm>
            <a:prstGeom prst="rect">
              <a:avLst/>
            </a:prstGeom>
            <a:noFill/>
          </p:spPr>
          <p:txBody>
            <a:bodyPr wrap="none" lIns="91440" tIns="45720" rIns="91440" bIns="45720">
              <a:spAutoFit/>
            </a:bodyPr>
            <a:lstStyle/>
            <a:p>
              <a:pPr algn="ctr"/>
              <a:r>
                <a:rPr lang="da-DK" dirty="0" err="1">
                  <a:ln w="0"/>
                  <a:effectLst>
                    <a:outerShdw blurRad="38100" dist="19050" dir="2700000" algn="tl" rotWithShape="0">
                      <a:schemeClr val="dk1">
                        <a:alpha val="40000"/>
                      </a:schemeClr>
                    </a:outerShdw>
                  </a:effectLst>
                </a:rPr>
                <a:t>Invoke</a:t>
              </a:r>
              <a:r>
                <a:rPr lang="da-DK" dirty="0">
                  <a:ln w="0"/>
                  <a:effectLst>
                    <a:outerShdw blurRad="38100" dist="19050" dir="2700000" algn="tl" rotWithShape="0">
                      <a:schemeClr val="dk1">
                        <a:alpha val="40000"/>
                      </a:schemeClr>
                    </a:outerShdw>
                  </a:effectLst>
                </a:rPr>
                <a:t> / </a:t>
              </a:r>
              <a:r>
                <a:rPr lang="da-DK" dirty="0" err="1">
                  <a:ln w="0"/>
                  <a:effectLst>
                    <a:outerShdw blurRad="38100" dist="19050" dir="2700000" algn="tl" rotWithShape="0">
                      <a:schemeClr val="dk1">
                        <a:alpha val="40000"/>
                      </a:schemeClr>
                    </a:outerShdw>
                  </a:effectLst>
                </a:rPr>
                <a:t>call</a:t>
              </a:r>
              <a:endParaRPr lang="da-DK" dirty="0">
                <a:ln w="0"/>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16895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75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1+#ppt_w/2"/>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DB04-827E-4C10-9C90-7337F645B95E}"/>
              </a:ext>
            </a:extLst>
          </p:cNvPr>
          <p:cNvSpPr>
            <a:spLocks noGrp="1"/>
          </p:cNvSpPr>
          <p:nvPr>
            <p:ph type="title"/>
          </p:nvPr>
        </p:nvSpPr>
        <p:spPr/>
        <p:txBody>
          <a:bodyPr/>
          <a:lstStyle/>
          <a:p>
            <a:r>
              <a:rPr lang="en-US" dirty="0"/>
              <a:t>Example of a Driver</a:t>
            </a:r>
            <a:endParaRPr lang="da-DK" dirty="0"/>
          </a:p>
        </p:txBody>
      </p:sp>
      <p:sp>
        <p:nvSpPr>
          <p:cNvPr id="3" name="Content Placeholder 2">
            <a:extLst>
              <a:ext uri="{FF2B5EF4-FFF2-40B4-BE49-F238E27FC236}">
                <a16:creationId xmlns:a16="http://schemas.microsoft.com/office/drawing/2014/main" id="{DD1419EE-FB21-4426-9A63-EEDA53D3E73B}"/>
              </a:ext>
            </a:extLst>
          </p:cNvPr>
          <p:cNvSpPr>
            <a:spLocks noGrp="1"/>
          </p:cNvSpPr>
          <p:nvPr>
            <p:ph type="body" sz="quarter" idx="13"/>
          </p:nvPr>
        </p:nvSpPr>
        <p:spPr>
          <a:xfrm>
            <a:off x="480485" y="1548000"/>
            <a:ext cx="11231033" cy="4554000"/>
          </a:xfrm>
        </p:spPr>
        <p:txBody>
          <a:bodyPr>
            <a:normAutofit fontScale="77500" lnSpcReduction="20000"/>
          </a:bodyPr>
          <a:lstStyle/>
          <a:p>
            <a:pPr marL="0" indent="0">
              <a:buNone/>
            </a:pPr>
            <a:r>
              <a:rPr lang="en-US" sz="4000" dirty="0"/>
              <a:t>Method for calling of </a:t>
            </a:r>
            <a:r>
              <a:rPr lang="en-US" sz="4000" b="1" dirty="0"/>
              <a:t>Constructor </a:t>
            </a:r>
            <a:r>
              <a:rPr lang="en-US" sz="4000" dirty="0"/>
              <a:t>“</a:t>
            </a:r>
            <a:r>
              <a:rPr lang="en-US" sz="4000" dirty="0" err="1"/>
              <a:t>CreateProduct</a:t>
            </a:r>
            <a:r>
              <a:rPr lang="en-US" sz="4000" dirty="0"/>
              <a:t>”</a:t>
            </a:r>
          </a:p>
          <a:p>
            <a:pPr marL="0" indent="0">
              <a:buNone/>
            </a:pPr>
            <a:endParaRPr lang="en-US" sz="4000" dirty="0"/>
          </a:p>
          <a:p>
            <a:pPr marL="0" indent="0">
              <a:buNone/>
            </a:pPr>
            <a:r>
              <a:rPr lang="en-US" b="1" dirty="0"/>
              <a:t>Junit Test Method</a:t>
            </a:r>
          </a:p>
          <a:p>
            <a:pPr marL="0" indent="0">
              <a:buNone/>
              <a:defRPr/>
            </a:pPr>
            <a:r>
              <a:rPr lang="da-DK" sz="3100" dirty="0"/>
              <a:t>public </a:t>
            </a:r>
            <a:r>
              <a:rPr lang="da-DK" sz="3100" dirty="0" err="1"/>
              <a:t>void</a:t>
            </a:r>
            <a:r>
              <a:rPr lang="da-DK" sz="3100" dirty="0"/>
              <a:t> </a:t>
            </a:r>
            <a:r>
              <a:rPr lang="da-DK" sz="3100" dirty="0" err="1"/>
              <a:t>setUp</a:t>
            </a:r>
            <a:r>
              <a:rPr lang="da-DK" sz="3100" dirty="0"/>
              <a:t>()</a:t>
            </a:r>
          </a:p>
          <a:p>
            <a:pPr marL="0" indent="0">
              <a:buNone/>
              <a:defRPr/>
            </a:pPr>
            <a:r>
              <a:rPr lang="da-DK" sz="3100" dirty="0"/>
              <a:t> {</a:t>
            </a:r>
          </a:p>
          <a:p>
            <a:pPr marL="400050" lvl="1" indent="0">
              <a:buNone/>
              <a:defRPr/>
            </a:pPr>
            <a:r>
              <a:rPr lang="da-DK" sz="3100" dirty="0"/>
              <a:t>Product p1 =new Product(1,”cowboyhat”, 100,50);</a:t>
            </a:r>
          </a:p>
          <a:p>
            <a:pPr marL="0" indent="0">
              <a:buNone/>
              <a:defRPr/>
            </a:pPr>
            <a:r>
              <a:rPr lang="da-DK" sz="3100" dirty="0"/>
              <a:t> }</a:t>
            </a:r>
          </a:p>
          <a:p>
            <a:pPr marL="0" indent="0">
              <a:buNone/>
              <a:defRPr/>
            </a:pPr>
            <a:r>
              <a:rPr lang="da-DK" sz="3100" dirty="0"/>
              <a:t>@Test </a:t>
            </a:r>
          </a:p>
          <a:p>
            <a:pPr marL="0" indent="0">
              <a:buNone/>
              <a:defRPr/>
            </a:pPr>
            <a:r>
              <a:rPr lang="da-DK" sz="3100" dirty="0"/>
              <a:t>public </a:t>
            </a:r>
            <a:r>
              <a:rPr lang="da-DK" sz="3100" dirty="0" err="1"/>
              <a:t>void</a:t>
            </a:r>
            <a:r>
              <a:rPr lang="da-DK" sz="3100" dirty="0"/>
              <a:t> </a:t>
            </a:r>
            <a:r>
              <a:rPr lang="da-DK" sz="3100" dirty="0" err="1"/>
              <a:t>testProduct</a:t>
            </a:r>
            <a:r>
              <a:rPr lang="da-DK" sz="3100" dirty="0"/>
              <a:t>()</a:t>
            </a:r>
          </a:p>
          <a:p>
            <a:pPr marL="0" indent="0">
              <a:buNone/>
              <a:defRPr/>
            </a:pPr>
            <a:r>
              <a:rPr lang="da-DK" sz="3100" dirty="0"/>
              <a:t>{</a:t>
            </a:r>
          </a:p>
          <a:p>
            <a:pPr marL="400050" lvl="1" indent="0">
              <a:buNone/>
              <a:defRPr/>
            </a:pPr>
            <a:r>
              <a:rPr lang="da-DK" sz="3100" dirty="0" err="1"/>
              <a:t>assertEquals</a:t>
            </a:r>
            <a:r>
              <a:rPr lang="da-DK" sz="3100" dirty="0"/>
              <a:t>(1, p1.getId());</a:t>
            </a:r>
          </a:p>
          <a:p>
            <a:pPr marL="400050" lvl="1" indent="0">
              <a:buNone/>
              <a:defRPr/>
            </a:pPr>
            <a:r>
              <a:rPr lang="da-DK" sz="3100" dirty="0" err="1"/>
              <a:t>assertEquals</a:t>
            </a:r>
            <a:r>
              <a:rPr lang="da-DK" sz="3100" dirty="0"/>
              <a:t>(”cowboyhat”, p1.getDescription());</a:t>
            </a:r>
          </a:p>
          <a:p>
            <a:pPr marL="400050" lvl="1" indent="0">
              <a:buNone/>
              <a:defRPr/>
            </a:pPr>
            <a:r>
              <a:rPr lang="da-DK" sz="3100" dirty="0" err="1"/>
              <a:t>assertEquals</a:t>
            </a:r>
            <a:r>
              <a:rPr lang="da-DK" sz="3100" dirty="0"/>
              <a:t>(100, p1.getPrice());</a:t>
            </a:r>
          </a:p>
          <a:p>
            <a:pPr marL="400050" lvl="1" indent="0">
              <a:buNone/>
              <a:defRPr/>
            </a:pPr>
            <a:r>
              <a:rPr lang="da-DK" sz="3100" dirty="0" err="1"/>
              <a:t>assertEquals</a:t>
            </a:r>
            <a:r>
              <a:rPr lang="da-DK" sz="3100" dirty="0"/>
              <a:t>(50, p1.getNoInStock());</a:t>
            </a:r>
          </a:p>
          <a:p>
            <a:pPr marL="0" indent="0">
              <a:buNone/>
              <a:defRPr/>
            </a:pPr>
            <a:r>
              <a:rPr lang="da-DK" sz="3100" dirty="0"/>
              <a:t>}</a:t>
            </a:r>
          </a:p>
          <a:p>
            <a:pPr marL="0" indent="0">
              <a:buNone/>
            </a:pPr>
            <a:endParaRPr lang="da-DK" dirty="0"/>
          </a:p>
        </p:txBody>
      </p:sp>
      <p:sp>
        <p:nvSpPr>
          <p:cNvPr id="5" name="Pladsholder til slidenummer 4">
            <a:extLst>
              <a:ext uri="{FF2B5EF4-FFF2-40B4-BE49-F238E27FC236}">
                <a16:creationId xmlns:a16="http://schemas.microsoft.com/office/drawing/2014/main" id="{8C751AB2-A49D-4BF0-994D-F1AB560FA6C2}"/>
              </a:ext>
            </a:extLst>
          </p:cNvPr>
          <p:cNvSpPr>
            <a:spLocks noGrp="1"/>
          </p:cNvSpPr>
          <p:nvPr>
            <p:ph type="sldNum" sz="quarter" idx="12"/>
          </p:nvPr>
        </p:nvSpPr>
        <p:spPr/>
        <p:txBody>
          <a:bodyPr/>
          <a:lstStyle/>
          <a:p>
            <a:fld id="{20EB7ABC-56F9-4FEF-9CF0-E2D14234E329}" type="slidenum">
              <a:rPr lang="da-DK" noProof="0" smtClean="0"/>
              <a:pPr/>
              <a:t>50</a:t>
            </a:fld>
            <a:endParaRPr lang="da-DK" noProof="0" dirty="0"/>
          </a:p>
        </p:txBody>
      </p:sp>
    </p:spTree>
    <p:extLst>
      <p:ext uri="{BB962C8B-B14F-4D97-AF65-F5344CB8AC3E}">
        <p14:creationId xmlns:p14="http://schemas.microsoft.com/office/powerpoint/2010/main" val="2737632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C8709-D301-40C7-AF9D-4D3F8F0B9B09}"/>
              </a:ext>
            </a:extLst>
          </p:cNvPr>
          <p:cNvSpPr>
            <a:spLocks noGrp="1"/>
          </p:cNvSpPr>
          <p:nvPr>
            <p:ph type="title"/>
          </p:nvPr>
        </p:nvSpPr>
        <p:spPr/>
        <p:txBody>
          <a:bodyPr/>
          <a:lstStyle/>
          <a:p>
            <a:r>
              <a:rPr lang="en-US" dirty="0"/>
              <a:t>Example of a Stub</a:t>
            </a:r>
            <a:endParaRPr lang="da-DK" dirty="0"/>
          </a:p>
        </p:txBody>
      </p:sp>
      <p:sp>
        <p:nvSpPr>
          <p:cNvPr id="3" name="Content Placeholder 2">
            <a:extLst>
              <a:ext uri="{FF2B5EF4-FFF2-40B4-BE49-F238E27FC236}">
                <a16:creationId xmlns:a16="http://schemas.microsoft.com/office/drawing/2014/main" id="{3BEAA339-130A-44B0-96D1-3EC305E18D14}"/>
              </a:ext>
            </a:extLst>
          </p:cNvPr>
          <p:cNvSpPr>
            <a:spLocks noGrp="1"/>
          </p:cNvSpPr>
          <p:nvPr>
            <p:ph type="body" sz="quarter" idx="13"/>
          </p:nvPr>
        </p:nvSpPr>
        <p:spPr>
          <a:xfrm>
            <a:off x="480485" y="1548000"/>
            <a:ext cx="11231033" cy="4680000"/>
          </a:xfrm>
        </p:spPr>
        <p:txBody>
          <a:bodyPr>
            <a:normAutofit/>
          </a:bodyPr>
          <a:lstStyle/>
          <a:p>
            <a:pPr marL="0" indent="0">
              <a:buNone/>
            </a:pPr>
            <a:r>
              <a:rPr lang="en-US" dirty="0"/>
              <a:t>Simulate method in Product Class</a:t>
            </a:r>
          </a:p>
          <a:p>
            <a:pPr marL="0" indent="0">
              <a:buNone/>
            </a:pPr>
            <a:endParaRPr lang="en-US" dirty="0"/>
          </a:p>
          <a:p>
            <a:pPr marL="457200" lvl="1" indent="0">
              <a:buNone/>
              <a:defRPr/>
            </a:pPr>
            <a:r>
              <a:rPr lang="da-DK" dirty="0"/>
              <a:t>Int </a:t>
            </a:r>
            <a:r>
              <a:rPr lang="da-DK" dirty="0" err="1"/>
              <a:t>getId</a:t>
            </a:r>
            <a:r>
              <a:rPr lang="da-DK" dirty="0"/>
              <a:t>()</a:t>
            </a:r>
          </a:p>
          <a:p>
            <a:pPr marL="457200" lvl="1" indent="0">
              <a:buNone/>
              <a:defRPr/>
            </a:pPr>
            <a:r>
              <a:rPr lang="da-DK" dirty="0"/>
              <a:t>{</a:t>
            </a:r>
          </a:p>
          <a:p>
            <a:pPr marL="457200" lvl="1" indent="0">
              <a:buNone/>
              <a:defRPr/>
            </a:pPr>
            <a:r>
              <a:rPr lang="da-DK" dirty="0"/>
              <a:t>	// stub </a:t>
            </a:r>
            <a:r>
              <a:rPr lang="da-DK" dirty="0" err="1"/>
              <a:t>method</a:t>
            </a:r>
            <a:r>
              <a:rPr lang="da-DK" dirty="0"/>
              <a:t> for Product:: </a:t>
            </a:r>
            <a:r>
              <a:rPr lang="da-DK" dirty="0" err="1"/>
              <a:t>getId</a:t>
            </a:r>
            <a:r>
              <a:rPr lang="da-DK" dirty="0"/>
              <a:t>() </a:t>
            </a:r>
          </a:p>
          <a:p>
            <a:pPr marL="457200" lvl="1" indent="0">
              <a:buNone/>
              <a:defRPr/>
            </a:pPr>
            <a:r>
              <a:rPr lang="da-DK" dirty="0"/>
              <a:t>	return (1);</a:t>
            </a:r>
          </a:p>
          <a:p>
            <a:pPr marL="457200" lvl="1" indent="0">
              <a:buNone/>
              <a:defRPr/>
            </a:pPr>
            <a:r>
              <a:rPr lang="da-DK" dirty="0"/>
              <a:t>}</a:t>
            </a:r>
          </a:p>
          <a:p>
            <a:pPr marL="457200" lvl="1" indent="0">
              <a:buNone/>
              <a:defRPr/>
            </a:pPr>
            <a:r>
              <a:rPr lang="da-DK" dirty="0" err="1"/>
              <a:t>String</a:t>
            </a:r>
            <a:r>
              <a:rPr lang="da-DK" dirty="0"/>
              <a:t> </a:t>
            </a:r>
            <a:r>
              <a:rPr lang="da-DK" dirty="0" err="1"/>
              <a:t>getDescription</a:t>
            </a:r>
            <a:r>
              <a:rPr lang="da-DK" dirty="0"/>
              <a:t>();</a:t>
            </a:r>
          </a:p>
          <a:p>
            <a:pPr marL="457200" lvl="1" indent="0">
              <a:buNone/>
              <a:defRPr/>
            </a:pPr>
            <a:r>
              <a:rPr lang="da-DK" dirty="0"/>
              <a:t>{</a:t>
            </a:r>
          </a:p>
          <a:p>
            <a:pPr marL="457200" lvl="1" indent="0">
              <a:buNone/>
              <a:defRPr/>
            </a:pPr>
            <a:r>
              <a:rPr lang="da-DK" dirty="0"/>
              <a:t>	//stub Method for </a:t>
            </a:r>
            <a:r>
              <a:rPr lang="da-DK" dirty="0" err="1"/>
              <a:t>Description::getDescription</a:t>
            </a:r>
            <a:r>
              <a:rPr lang="da-DK" dirty="0"/>
              <a:t>()  </a:t>
            </a:r>
          </a:p>
          <a:p>
            <a:pPr marL="457200" lvl="1" indent="0">
              <a:buNone/>
              <a:defRPr/>
            </a:pPr>
            <a:r>
              <a:rPr lang="da-DK" dirty="0"/>
              <a:t>	return (”cowboyhat”)</a:t>
            </a:r>
          </a:p>
          <a:p>
            <a:pPr marL="457200" lvl="1" indent="0">
              <a:buNone/>
              <a:defRPr/>
            </a:pPr>
            <a:r>
              <a:rPr lang="da-DK" dirty="0"/>
              <a:t>} </a:t>
            </a:r>
          </a:p>
          <a:p>
            <a:pPr marL="0" indent="0">
              <a:buNone/>
            </a:pPr>
            <a:endParaRPr lang="da-DK" dirty="0"/>
          </a:p>
        </p:txBody>
      </p:sp>
      <p:sp>
        <p:nvSpPr>
          <p:cNvPr id="5" name="Pladsholder til slidenummer 4">
            <a:extLst>
              <a:ext uri="{FF2B5EF4-FFF2-40B4-BE49-F238E27FC236}">
                <a16:creationId xmlns:a16="http://schemas.microsoft.com/office/drawing/2014/main" id="{75C5AF11-30C3-4484-86E8-D25EB90564CD}"/>
              </a:ext>
            </a:extLst>
          </p:cNvPr>
          <p:cNvSpPr>
            <a:spLocks noGrp="1"/>
          </p:cNvSpPr>
          <p:nvPr>
            <p:ph type="sldNum" sz="quarter" idx="12"/>
          </p:nvPr>
        </p:nvSpPr>
        <p:spPr/>
        <p:txBody>
          <a:bodyPr/>
          <a:lstStyle/>
          <a:p>
            <a:fld id="{20EB7ABC-56F9-4FEF-9CF0-E2D14234E329}" type="slidenum">
              <a:rPr lang="da-DK" noProof="0" smtClean="0"/>
              <a:pPr/>
              <a:t>51</a:t>
            </a:fld>
            <a:endParaRPr lang="da-DK" noProof="0" dirty="0"/>
          </a:p>
        </p:txBody>
      </p:sp>
    </p:spTree>
    <p:extLst>
      <p:ext uri="{BB962C8B-B14F-4D97-AF65-F5344CB8AC3E}">
        <p14:creationId xmlns:p14="http://schemas.microsoft.com/office/powerpoint/2010/main" val="10967203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Integration Test </a:t>
            </a:r>
            <a:r>
              <a:rPr lang="da-DK" dirty="0" err="1"/>
              <a:t>Strategy</a:t>
            </a:r>
            <a:endParaRPr lang="da-DK" dirty="0"/>
          </a:p>
        </p:txBody>
      </p:sp>
      <p:sp>
        <p:nvSpPr>
          <p:cNvPr id="3" name="Content Placeholder 2"/>
          <p:cNvSpPr>
            <a:spLocks noGrp="1"/>
          </p:cNvSpPr>
          <p:nvPr>
            <p:ph type="body" sz="quarter" idx="13"/>
          </p:nvPr>
        </p:nvSpPr>
        <p:spPr/>
        <p:txBody>
          <a:bodyPr>
            <a:normAutofit/>
          </a:bodyPr>
          <a:lstStyle/>
          <a:p>
            <a:r>
              <a:rPr lang="da-DK" dirty="0"/>
              <a:t>Database testing from the DB layer classes </a:t>
            </a:r>
          </a:p>
          <a:p>
            <a:pPr lvl="1"/>
            <a:r>
              <a:rPr lang="da-DK" dirty="0"/>
              <a:t>Test methods would create and retrieve </a:t>
            </a:r>
            <a:r>
              <a:rPr lang="da-DK" dirty="0" err="1"/>
              <a:t>entries</a:t>
            </a:r>
            <a:r>
              <a:rPr lang="da-DK" dirty="0"/>
              <a:t> from the database</a:t>
            </a:r>
          </a:p>
          <a:p>
            <a:pPr lvl="1"/>
            <a:r>
              <a:rPr lang="da-DK" dirty="0"/>
              <a:t>In the tearDown() method delete </a:t>
            </a:r>
            <a:r>
              <a:rPr lang="en-US" dirty="0"/>
              <a:t>all the data from tables.</a:t>
            </a:r>
          </a:p>
          <a:p>
            <a:endParaRPr lang="da-DK" dirty="0"/>
          </a:p>
          <a:p>
            <a:r>
              <a:rPr lang="da-DK" dirty="0"/>
              <a:t>Integration Control Layer with the Model and DB layer</a:t>
            </a:r>
          </a:p>
          <a:p>
            <a:pPr lvl="1"/>
            <a:r>
              <a:rPr lang="da-DK" dirty="0"/>
              <a:t>Use stubs if you do not want to integrate the DB</a:t>
            </a:r>
          </a:p>
          <a:p>
            <a:pPr marL="0" indent="0">
              <a:buNone/>
            </a:pPr>
            <a:endParaRPr lang="da-DK" dirty="0"/>
          </a:p>
          <a:p>
            <a:r>
              <a:rPr lang="da-DK" dirty="0"/>
              <a:t>Integration GUI with the Control Layer</a:t>
            </a:r>
          </a:p>
          <a:p>
            <a:pPr marL="0" indent="0">
              <a:buNone/>
            </a:pPr>
            <a:endParaRPr lang="da-DK" dirty="0"/>
          </a:p>
        </p:txBody>
      </p:sp>
      <p:sp>
        <p:nvSpPr>
          <p:cNvPr id="5" name="Pladsholder til slidenummer 4">
            <a:extLst>
              <a:ext uri="{FF2B5EF4-FFF2-40B4-BE49-F238E27FC236}">
                <a16:creationId xmlns:a16="http://schemas.microsoft.com/office/drawing/2014/main" id="{4536CA5D-73FF-445E-AA81-B0173C8A1E49}"/>
              </a:ext>
            </a:extLst>
          </p:cNvPr>
          <p:cNvSpPr>
            <a:spLocks noGrp="1"/>
          </p:cNvSpPr>
          <p:nvPr>
            <p:ph type="sldNum" sz="quarter" idx="12"/>
          </p:nvPr>
        </p:nvSpPr>
        <p:spPr/>
        <p:txBody>
          <a:bodyPr/>
          <a:lstStyle/>
          <a:p>
            <a:fld id="{20EB7ABC-56F9-4FEF-9CF0-E2D14234E329}" type="slidenum">
              <a:rPr lang="da-DK" noProof="0" smtClean="0"/>
              <a:pPr/>
              <a:t>52</a:t>
            </a:fld>
            <a:endParaRPr lang="da-DK" noProof="0" dirty="0"/>
          </a:p>
        </p:txBody>
      </p:sp>
    </p:spTree>
    <p:extLst>
      <p:ext uri="{BB962C8B-B14F-4D97-AF65-F5344CB8AC3E}">
        <p14:creationId xmlns:p14="http://schemas.microsoft.com/office/powerpoint/2010/main" val="1034526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DD22C3-F167-45FC-8A26-3F89E324BCE7}"/>
              </a:ext>
            </a:extLst>
          </p:cNvPr>
          <p:cNvSpPr>
            <a:spLocks noGrp="1"/>
          </p:cNvSpPr>
          <p:nvPr>
            <p:ph type="title"/>
          </p:nvPr>
        </p:nvSpPr>
        <p:spPr/>
        <p:txBody>
          <a:bodyPr/>
          <a:lstStyle/>
          <a:p>
            <a:r>
              <a:rPr lang="da-DK" dirty="0"/>
              <a:t>Øvelse</a:t>
            </a:r>
          </a:p>
        </p:txBody>
      </p:sp>
      <p:sp>
        <p:nvSpPr>
          <p:cNvPr id="3" name="Pladsholder til tekst 2">
            <a:extLst>
              <a:ext uri="{FF2B5EF4-FFF2-40B4-BE49-F238E27FC236}">
                <a16:creationId xmlns:a16="http://schemas.microsoft.com/office/drawing/2014/main" id="{85C843C4-5716-42B4-BF64-CBB8FB15956E}"/>
              </a:ext>
            </a:extLst>
          </p:cNvPr>
          <p:cNvSpPr>
            <a:spLocks noGrp="1"/>
          </p:cNvSpPr>
          <p:nvPr>
            <p:ph type="body" sz="quarter" idx="17"/>
          </p:nvPr>
        </p:nvSpPr>
        <p:spPr/>
        <p:txBody>
          <a:bodyPr/>
          <a:lstStyle/>
          <a:p>
            <a:endParaRPr lang="da-DK"/>
          </a:p>
        </p:txBody>
      </p:sp>
    </p:spTree>
    <p:extLst>
      <p:ext uri="{BB962C8B-B14F-4D97-AF65-F5344CB8AC3E}">
        <p14:creationId xmlns:p14="http://schemas.microsoft.com/office/powerpoint/2010/main" val="32205309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Modul_3_Exercises</a:t>
            </a:r>
          </a:p>
        </p:txBody>
      </p:sp>
      <p:sp>
        <p:nvSpPr>
          <p:cNvPr id="3" name="Content Placeholder 2"/>
          <p:cNvSpPr>
            <a:spLocks noGrp="1"/>
          </p:cNvSpPr>
          <p:nvPr>
            <p:ph type="body" sz="quarter" idx="13"/>
          </p:nvPr>
        </p:nvSpPr>
        <p:spPr/>
        <p:txBody>
          <a:bodyPr/>
          <a:lstStyle/>
          <a:p>
            <a:r>
              <a:rPr lang="da-DK" dirty="0" err="1"/>
              <a:t>Exercise</a:t>
            </a:r>
            <a:r>
              <a:rPr lang="da-DK" dirty="0"/>
              <a:t> 2</a:t>
            </a:r>
          </a:p>
          <a:p>
            <a:pPr marL="0" indent="0">
              <a:buNone/>
            </a:pPr>
            <a:endParaRPr lang="da-DK" dirty="0"/>
          </a:p>
          <a:p>
            <a:endParaRPr lang="da-DK" dirty="0"/>
          </a:p>
        </p:txBody>
      </p:sp>
      <p:sp>
        <p:nvSpPr>
          <p:cNvPr id="5" name="Pladsholder til slidenummer 4">
            <a:extLst>
              <a:ext uri="{FF2B5EF4-FFF2-40B4-BE49-F238E27FC236}">
                <a16:creationId xmlns:a16="http://schemas.microsoft.com/office/drawing/2014/main" id="{BD98FCA3-8CB6-45F0-811A-82E148B7DE8B}"/>
              </a:ext>
            </a:extLst>
          </p:cNvPr>
          <p:cNvSpPr>
            <a:spLocks noGrp="1"/>
          </p:cNvSpPr>
          <p:nvPr>
            <p:ph type="sldNum" sz="quarter" idx="12"/>
          </p:nvPr>
        </p:nvSpPr>
        <p:spPr/>
        <p:txBody>
          <a:bodyPr/>
          <a:lstStyle/>
          <a:p>
            <a:fld id="{20EB7ABC-56F9-4FEF-9CF0-E2D14234E329}" type="slidenum">
              <a:rPr lang="da-DK" noProof="0" smtClean="0"/>
              <a:pPr/>
              <a:t>54</a:t>
            </a:fld>
            <a:endParaRPr lang="da-DK" noProof="0" dirty="0"/>
          </a:p>
        </p:txBody>
      </p:sp>
    </p:spTree>
    <p:extLst>
      <p:ext uri="{BB962C8B-B14F-4D97-AF65-F5344CB8AC3E}">
        <p14:creationId xmlns:p14="http://schemas.microsoft.com/office/powerpoint/2010/main" val="8001638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14C576-415A-479F-B54D-9C8B5B1D82C9}"/>
              </a:ext>
            </a:extLst>
          </p:cNvPr>
          <p:cNvSpPr>
            <a:spLocks noGrp="1"/>
          </p:cNvSpPr>
          <p:nvPr>
            <p:ph type="title"/>
          </p:nvPr>
        </p:nvSpPr>
        <p:spPr/>
        <p:txBody>
          <a:bodyPr/>
          <a:lstStyle/>
          <a:p>
            <a:r>
              <a:rPr lang="da-DK" dirty="0"/>
              <a:t>Test</a:t>
            </a:r>
          </a:p>
        </p:txBody>
      </p:sp>
      <p:sp>
        <p:nvSpPr>
          <p:cNvPr id="3" name="Pladsholder til tekst 2">
            <a:extLst>
              <a:ext uri="{FF2B5EF4-FFF2-40B4-BE49-F238E27FC236}">
                <a16:creationId xmlns:a16="http://schemas.microsoft.com/office/drawing/2014/main" id="{A5A3E2D0-EDA0-45F5-A027-0A73A5653AF4}"/>
              </a:ext>
            </a:extLst>
          </p:cNvPr>
          <p:cNvSpPr>
            <a:spLocks noGrp="1"/>
          </p:cNvSpPr>
          <p:nvPr>
            <p:ph type="body" sz="quarter" idx="17"/>
          </p:nvPr>
        </p:nvSpPr>
        <p:spPr/>
        <p:txBody>
          <a:bodyPr/>
          <a:lstStyle/>
          <a:p>
            <a:r>
              <a:rPr lang="da-DK" dirty="0"/>
              <a:t>perspektiver</a:t>
            </a:r>
          </a:p>
        </p:txBody>
      </p:sp>
    </p:spTree>
    <p:extLst>
      <p:ext uri="{BB962C8B-B14F-4D97-AF65-F5344CB8AC3E}">
        <p14:creationId xmlns:p14="http://schemas.microsoft.com/office/powerpoint/2010/main" val="40381855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Regression testing</a:t>
            </a:r>
            <a:endParaRPr lang="en-US" dirty="0"/>
          </a:p>
        </p:txBody>
      </p:sp>
      <p:sp>
        <p:nvSpPr>
          <p:cNvPr id="3" name="Content Placeholder 2"/>
          <p:cNvSpPr>
            <a:spLocks noGrp="1"/>
          </p:cNvSpPr>
          <p:nvPr>
            <p:ph type="body" sz="quarter" idx="13"/>
          </p:nvPr>
        </p:nvSpPr>
        <p:spPr/>
        <p:txBody>
          <a:bodyPr>
            <a:normAutofit/>
          </a:bodyPr>
          <a:lstStyle/>
          <a:p>
            <a:r>
              <a:rPr lang="da-DK" dirty="0"/>
              <a:t>Regression </a:t>
            </a:r>
            <a:r>
              <a:rPr lang="da-DK" dirty="0" err="1"/>
              <a:t>testing</a:t>
            </a:r>
            <a:endParaRPr lang="da-DK" dirty="0"/>
          </a:p>
          <a:p>
            <a:pPr lvl="1"/>
            <a:r>
              <a:rPr lang="en-US" dirty="0"/>
              <a:t>Often new errors are coded into the systems when you correct errors (1 new error per 4 bugs fixed) </a:t>
            </a:r>
            <a:r>
              <a:rPr lang="en-US" dirty="0">
                <a:solidFill>
                  <a:srgbClr val="FF0000"/>
                </a:solidFill>
              </a:rPr>
              <a:t>especially when you are in a hurry. </a:t>
            </a:r>
          </a:p>
          <a:p>
            <a:pPr lvl="1"/>
            <a:r>
              <a:rPr lang="en-US" dirty="0"/>
              <a:t>When the correction of errors are characterized by stress and / or insufficient knowledge of the code, the components and the whole system, the risk for introducing new errors are very high.</a:t>
            </a:r>
          </a:p>
          <a:p>
            <a:pPr lvl="1"/>
            <a:r>
              <a:rPr lang="en-US" dirty="0"/>
              <a:t>When you have made changes to the code, all tests should be run again! This is called regression test. </a:t>
            </a:r>
          </a:p>
        </p:txBody>
      </p:sp>
      <p:sp>
        <p:nvSpPr>
          <p:cNvPr id="4" name="Pladsholder til slidenummer 3">
            <a:extLst>
              <a:ext uri="{FF2B5EF4-FFF2-40B4-BE49-F238E27FC236}">
                <a16:creationId xmlns:a16="http://schemas.microsoft.com/office/drawing/2014/main" id="{3F221CA7-DAA5-4D95-9FAF-A1131E0325BA}"/>
              </a:ext>
            </a:extLst>
          </p:cNvPr>
          <p:cNvSpPr>
            <a:spLocks noGrp="1"/>
          </p:cNvSpPr>
          <p:nvPr>
            <p:ph type="sldNum" sz="quarter" idx="12"/>
          </p:nvPr>
        </p:nvSpPr>
        <p:spPr/>
        <p:txBody>
          <a:bodyPr/>
          <a:lstStyle/>
          <a:p>
            <a:fld id="{20EB7ABC-56F9-4FEF-9CF0-E2D14234E329}" type="slidenum">
              <a:rPr lang="da-DK" noProof="0" smtClean="0"/>
              <a:pPr/>
              <a:t>56</a:t>
            </a:fld>
            <a:endParaRPr lang="da-DK" noProof="0" dirty="0"/>
          </a:p>
        </p:txBody>
      </p:sp>
    </p:spTree>
    <p:extLst>
      <p:ext uri="{BB962C8B-B14F-4D97-AF65-F5344CB8AC3E}">
        <p14:creationId xmlns:p14="http://schemas.microsoft.com/office/powerpoint/2010/main" val="14784289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Debugging</a:t>
            </a:r>
          </a:p>
        </p:txBody>
      </p:sp>
      <p:sp>
        <p:nvSpPr>
          <p:cNvPr id="3" name="Content Placeholder 2"/>
          <p:cNvSpPr>
            <a:spLocks noGrp="1"/>
          </p:cNvSpPr>
          <p:nvPr>
            <p:ph type="body" sz="quarter" idx="13"/>
          </p:nvPr>
        </p:nvSpPr>
        <p:spPr/>
        <p:txBody>
          <a:bodyPr/>
          <a:lstStyle/>
          <a:p>
            <a:r>
              <a:rPr lang="da-DK" dirty="0"/>
              <a:t>What to do when </a:t>
            </a:r>
            <a:r>
              <a:rPr lang="da-DK" dirty="0" err="1"/>
              <a:t>testing</a:t>
            </a:r>
            <a:r>
              <a:rPr lang="da-DK" dirty="0"/>
              <a:t> </a:t>
            </a:r>
            <a:r>
              <a:rPr lang="da-DK" dirty="0" err="1"/>
              <a:t>discovered</a:t>
            </a:r>
            <a:r>
              <a:rPr lang="da-DK" dirty="0"/>
              <a:t> faults?</a:t>
            </a:r>
          </a:p>
          <a:p>
            <a:r>
              <a:rPr lang="da-DK" dirty="0"/>
              <a:t>Debugging: determine the cause of an error and remove the fault</a:t>
            </a:r>
          </a:p>
          <a:p>
            <a:pPr lvl="1"/>
            <a:r>
              <a:rPr lang="da-DK" dirty="0"/>
              <a:t>Fault localization</a:t>
            </a:r>
          </a:p>
          <a:p>
            <a:pPr lvl="1"/>
            <a:r>
              <a:rPr lang="da-DK" dirty="0"/>
              <a:t>Fault removal </a:t>
            </a:r>
          </a:p>
        </p:txBody>
      </p:sp>
      <p:sp>
        <p:nvSpPr>
          <p:cNvPr id="4" name="Pladsholder til slidenummer 3">
            <a:extLst>
              <a:ext uri="{FF2B5EF4-FFF2-40B4-BE49-F238E27FC236}">
                <a16:creationId xmlns:a16="http://schemas.microsoft.com/office/drawing/2014/main" id="{6D94576B-91F1-4954-B4A7-C113EB29F2FD}"/>
              </a:ext>
            </a:extLst>
          </p:cNvPr>
          <p:cNvSpPr>
            <a:spLocks noGrp="1"/>
          </p:cNvSpPr>
          <p:nvPr>
            <p:ph type="sldNum" sz="quarter" idx="12"/>
          </p:nvPr>
        </p:nvSpPr>
        <p:spPr/>
        <p:txBody>
          <a:bodyPr/>
          <a:lstStyle/>
          <a:p>
            <a:fld id="{20EB7ABC-56F9-4FEF-9CF0-E2D14234E329}" type="slidenum">
              <a:rPr lang="da-DK" noProof="0" smtClean="0"/>
              <a:pPr/>
              <a:t>57</a:t>
            </a:fld>
            <a:endParaRPr lang="da-DK" noProof="0" dirty="0"/>
          </a:p>
        </p:txBody>
      </p:sp>
    </p:spTree>
    <p:extLst>
      <p:ext uri="{BB962C8B-B14F-4D97-AF65-F5344CB8AC3E}">
        <p14:creationId xmlns:p14="http://schemas.microsoft.com/office/powerpoint/2010/main" val="6074716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da-DK" altLang="da-DK" dirty="0"/>
              <a:t>Test Utopia</a:t>
            </a:r>
          </a:p>
        </p:txBody>
      </p:sp>
      <p:sp>
        <p:nvSpPr>
          <p:cNvPr id="51203" name="Rectangle 3"/>
          <p:cNvSpPr>
            <a:spLocks noGrp="1" noChangeArrowheads="1"/>
          </p:cNvSpPr>
          <p:nvPr>
            <p:ph idx="1"/>
          </p:nvPr>
        </p:nvSpPr>
        <p:spPr/>
        <p:txBody>
          <a:bodyPr/>
          <a:lstStyle/>
          <a:p>
            <a:pPr eaLnBrk="1" hangingPunct="1">
              <a:lnSpc>
                <a:spcPct val="90000"/>
              </a:lnSpc>
            </a:pPr>
            <a:r>
              <a:rPr lang="da-DK" altLang="da-DK" sz="2800" dirty="0"/>
              <a:t>To </a:t>
            </a:r>
            <a:r>
              <a:rPr lang="da-DK" altLang="da-DK" sz="2800" dirty="0" err="1"/>
              <a:t>verify</a:t>
            </a:r>
            <a:r>
              <a:rPr lang="da-DK" altLang="da-DK" sz="2800" dirty="0"/>
              <a:t> an IT system, </a:t>
            </a:r>
            <a:r>
              <a:rPr lang="da-DK" altLang="da-DK" sz="2800" dirty="0" err="1"/>
              <a:t>ideally</a:t>
            </a:r>
            <a:r>
              <a:rPr lang="da-DK" altLang="da-DK" sz="2800" dirty="0"/>
              <a:t> all </a:t>
            </a:r>
            <a:r>
              <a:rPr lang="da-DK" altLang="da-DK" sz="2800" dirty="0" err="1"/>
              <a:t>paths</a:t>
            </a:r>
            <a:r>
              <a:rPr lang="da-DK" altLang="da-DK" sz="2800" dirty="0"/>
              <a:t> </a:t>
            </a:r>
            <a:r>
              <a:rPr lang="da-DK" altLang="da-DK" sz="2800" dirty="0" err="1"/>
              <a:t>should</a:t>
            </a:r>
            <a:r>
              <a:rPr lang="da-DK" altLang="da-DK" sz="2800" dirty="0"/>
              <a:t> </a:t>
            </a:r>
            <a:r>
              <a:rPr lang="da-DK" altLang="da-DK" sz="2800" dirty="0" err="1"/>
              <a:t>be</a:t>
            </a:r>
            <a:r>
              <a:rPr lang="da-DK" altLang="da-DK" sz="2800" dirty="0"/>
              <a:t> </a:t>
            </a:r>
            <a:r>
              <a:rPr lang="da-DK" altLang="da-DK" sz="2800" dirty="0" err="1"/>
              <a:t>tested</a:t>
            </a:r>
            <a:r>
              <a:rPr lang="da-DK" altLang="da-DK" sz="2800" dirty="0"/>
              <a:t> with all variations of data  </a:t>
            </a:r>
          </a:p>
          <a:p>
            <a:pPr eaLnBrk="1" hangingPunct="1">
              <a:lnSpc>
                <a:spcPct val="90000"/>
              </a:lnSpc>
            </a:pPr>
            <a:r>
              <a:rPr lang="da-DK" altLang="da-DK" sz="2800" dirty="0"/>
              <a:t>This is not </a:t>
            </a:r>
            <a:r>
              <a:rPr lang="da-DK" altLang="da-DK" sz="2800" dirty="0" err="1"/>
              <a:t>realistic</a:t>
            </a:r>
            <a:r>
              <a:rPr lang="da-DK" altLang="da-DK" sz="2800" dirty="0"/>
              <a:t> </a:t>
            </a:r>
            <a:r>
              <a:rPr lang="da-DK" altLang="da-DK" sz="2800" dirty="0" err="1"/>
              <a:t>within</a:t>
            </a:r>
            <a:r>
              <a:rPr lang="da-DK" altLang="da-DK" sz="2800" dirty="0"/>
              <a:t> the frames of time and </a:t>
            </a:r>
            <a:r>
              <a:rPr lang="da-DK" altLang="da-DK" sz="2800" dirty="0" err="1"/>
              <a:t>financial</a:t>
            </a:r>
            <a:r>
              <a:rPr lang="da-DK" altLang="da-DK" sz="2800" dirty="0"/>
              <a:t> </a:t>
            </a:r>
            <a:r>
              <a:rPr lang="da-DK" altLang="da-DK" sz="2800" dirty="0" err="1"/>
              <a:t>resources</a:t>
            </a:r>
            <a:r>
              <a:rPr lang="da-DK" altLang="da-DK" sz="2800" dirty="0"/>
              <a:t>!</a:t>
            </a:r>
          </a:p>
          <a:p>
            <a:pPr eaLnBrk="1" hangingPunct="1">
              <a:lnSpc>
                <a:spcPct val="90000"/>
              </a:lnSpc>
            </a:pPr>
            <a:r>
              <a:rPr lang="da-DK" altLang="da-DK" sz="2800" dirty="0"/>
              <a:t>Test </a:t>
            </a:r>
            <a:r>
              <a:rPr lang="da-DK" altLang="da-DK" sz="2800" dirty="0" err="1"/>
              <a:t>wisely</a:t>
            </a:r>
            <a:r>
              <a:rPr lang="da-DK" altLang="da-DK" sz="2800" dirty="0"/>
              <a:t>:</a:t>
            </a:r>
          </a:p>
          <a:p>
            <a:pPr lvl="1" eaLnBrk="1" hangingPunct="1">
              <a:lnSpc>
                <a:spcPct val="90000"/>
              </a:lnSpc>
            </a:pPr>
            <a:r>
              <a:rPr lang="da-DK" altLang="da-DK" sz="2400" dirty="0" err="1"/>
              <a:t>Use</a:t>
            </a:r>
            <a:r>
              <a:rPr lang="da-DK" altLang="da-DK" sz="2400" dirty="0"/>
              <a:t> test design </a:t>
            </a:r>
            <a:r>
              <a:rPr lang="da-DK" altLang="da-DK" sz="2400" dirty="0" err="1"/>
              <a:t>techniques</a:t>
            </a:r>
            <a:r>
              <a:rPr lang="da-DK" altLang="da-DK" sz="2400" dirty="0"/>
              <a:t> with </a:t>
            </a:r>
            <a:r>
              <a:rPr lang="da-DK" altLang="da-DK" sz="2400" dirty="0" err="1"/>
              <a:t>proven</a:t>
            </a:r>
            <a:r>
              <a:rPr lang="da-DK" altLang="da-DK" sz="2400" dirty="0"/>
              <a:t> </a:t>
            </a:r>
            <a:r>
              <a:rPr lang="da-DK" altLang="da-DK" sz="2400" dirty="0" err="1"/>
              <a:t>value</a:t>
            </a:r>
            <a:endParaRPr lang="da-DK" altLang="da-DK" sz="2400" dirty="0"/>
          </a:p>
          <a:p>
            <a:pPr lvl="1" eaLnBrk="1" hangingPunct="1">
              <a:lnSpc>
                <a:spcPct val="90000"/>
              </a:lnSpc>
            </a:pPr>
            <a:r>
              <a:rPr lang="da-DK" altLang="da-DK" sz="2400" dirty="0"/>
              <a:t>Select input data </a:t>
            </a:r>
            <a:r>
              <a:rPr lang="da-DK" altLang="da-DK" sz="2400" dirty="0" err="1"/>
              <a:t>wisely</a:t>
            </a:r>
            <a:r>
              <a:rPr lang="da-DK" altLang="da-DK" sz="2400" dirty="0"/>
              <a:t> (</a:t>
            </a:r>
            <a:r>
              <a:rPr lang="da-DK" altLang="da-DK" sz="2400" dirty="0" err="1"/>
              <a:t>equivalence</a:t>
            </a:r>
            <a:r>
              <a:rPr lang="da-DK" altLang="da-DK" sz="2400" dirty="0"/>
              <a:t> </a:t>
            </a:r>
            <a:r>
              <a:rPr lang="da-DK" altLang="da-DK" sz="2400" dirty="0" err="1"/>
              <a:t>classes</a:t>
            </a:r>
            <a:r>
              <a:rPr lang="da-DK" altLang="da-DK" sz="2400" dirty="0"/>
              <a:t> and </a:t>
            </a:r>
            <a:r>
              <a:rPr lang="da-DK" altLang="da-DK" sz="2400" dirty="0" err="1"/>
              <a:t>boundary</a:t>
            </a:r>
            <a:r>
              <a:rPr lang="da-DK" altLang="da-DK" sz="2400" dirty="0"/>
              <a:t> </a:t>
            </a:r>
            <a:r>
              <a:rPr lang="da-DK" altLang="da-DK" sz="2400" dirty="0" err="1"/>
              <a:t>values</a:t>
            </a:r>
            <a:r>
              <a:rPr lang="da-DK" altLang="da-DK" sz="2400" dirty="0"/>
              <a:t>)</a:t>
            </a:r>
          </a:p>
        </p:txBody>
      </p:sp>
      <p:sp>
        <p:nvSpPr>
          <p:cNvPr id="2" name="Pladsholder til slidenummer 1">
            <a:extLst>
              <a:ext uri="{FF2B5EF4-FFF2-40B4-BE49-F238E27FC236}">
                <a16:creationId xmlns:a16="http://schemas.microsoft.com/office/drawing/2014/main" id="{A6F1AFD2-0D17-401A-9B00-1C2FC08ADBB6}"/>
              </a:ext>
            </a:extLst>
          </p:cNvPr>
          <p:cNvSpPr>
            <a:spLocks noGrp="1"/>
          </p:cNvSpPr>
          <p:nvPr>
            <p:ph type="sldNum" sz="quarter" idx="12"/>
          </p:nvPr>
        </p:nvSpPr>
        <p:spPr/>
        <p:txBody>
          <a:bodyPr/>
          <a:lstStyle/>
          <a:p>
            <a:fld id="{F7AB382F-E9E6-CE49-B414-1E064FB7F064}" type="slidenum">
              <a:rPr lang="da-DK" smtClean="0"/>
              <a:t>58</a:t>
            </a:fld>
            <a:endParaRPr lang="da-DK"/>
          </a:p>
        </p:txBody>
      </p:sp>
    </p:spTree>
    <p:extLst>
      <p:ext uri="{BB962C8B-B14F-4D97-AF65-F5344CB8AC3E}">
        <p14:creationId xmlns:p14="http://schemas.microsoft.com/office/powerpoint/2010/main" val="287703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Test Plan</a:t>
            </a:r>
          </a:p>
        </p:txBody>
      </p:sp>
      <p:sp>
        <p:nvSpPr>
          <p:cNvPr id="6" name="Rectangle 1"/>
          <p:cNvSpPr>
            <a:spLocks noChangeArrowheads="1"/>
          </p:cNvSpPr>
          <p:nvPr/>
        </p:nvSpPr>
        <p:spPr bwMode="auto">
          <a:xfrm>
            <a:off x="487428" y="84828"/>
            <a:ext cx="1018057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da-DK" sz="1100">
                <a:latin typeface="Calibri" panose="020F0502020204030204" pitchFamily="34" charset="0"/>
                <a:ea typeface="Calibri" panose="020F0502020204030204" pitchFamily="34" charset="0"/>
                <a:cs typeface="Times New Roman" panose="02020603050405020304" pitchFamily="18" charset="0"/>
              </a:rPr>
              <a:t> </a:t>
            </a:r>
            <a:endParaRPr lang="en-US" altLang="da-DK" sz="1800">
              <a:latin typeface="Arial" panose="020B0604020202020204" pitchFamily="34" charset="0"/>
            </a:endParaRPr>
          </a:p>
        </p:txBody>
      </p:sp>
      <p:sp>
        <p:nvSpPr>
          <p:cNvPr id="3" name="Content Placeholder 2"/>
          <p:cNvSpPr>
            <a:spLocks noGrp="1"/>
          </p:cNvSpPr>
          <p:nvPr>
            <p:ph idx="1"/>
          </p:nvPr>
        </p:nvSpPr>
        <p:spPr/>
        <p:txBody>
          <a:bodyPr/>
          <a:lstStyle/>
          <a:p>
            <a:r>
              <a:rPr lang="da-DK" sz="2800" dirty="0"/>
              <a:t>Plan of the test should </a:t>
            </a:r>
            <a:r>
              <a:rPr lang="da-DK" sz="2800" dirty="0" err="1"/>
              <a:t>be</a:t>
            </a:r>
            <a:r>
              <a:rPr lang="da-DK" sz="2800" dirty="0"/>
              <a:t> </a:t>
            </a:r>
            <a:r>
              <a:rPr lang="da-DK" sz="2800" dirty="0" err="1"/>
              <a:t>defined</a:t>
            </a:r>
            <a:r>
              <a:rPr lang="da-DK" sz="2800" dirty="0"/>
              <a:t> within the scope of the iteration – together with the </a:t>
            </a:r>
            <a:r>
              <a:rPr lang="da-DK" sz="2800" dirty="0" err="1"/>
              <a:t>other</a:t>
            </a:r>
            <a:r>
              <a:rPr lang="da-DK" sz="2800" dirty="0"/>
              <a:t> activities for quality assurance</a:t>
            </a:r>
          </a:p>
          <a:p>
            <a:pPr lvl="1"/>
            <a:r>
              <a:rPr lang="da-DK" sz="2400" dirty="0"/>
              <a:t>Item to be tested</a:t>
            </a:r>
          </a:p>
          <a:p>
            <a:pPr lvl="1"/>
            <a:r>
              <a:rPr lang="da-DK" sz="2400" dirty="0"/>
              <a:t>Approach to be taken</a:t>
            </a:r>
          </a:p>
          <a:p>
            <a:pPr lvl="1"/>
            <a:r>
              <a:rPr lang="da-DK" sz="2400" dirty="0"/>
              <a:t>Resouces</a:t>
            </a:r>
          </a:p>
          <a:p>
            <a:pPr lvl="1"/>
            <a:r>
              <a:rPr lang="da-DK" sz="2400" dirty="0" err="1"/>
              <a:t>Deliverables</a:t>
            </a:r>
            <a:endParaRPr lang="da-DK" sz="2400" dirty="0"/>
          </a:p>
          <a:p>
            <a:pPr marL="304800" lvl="1" indent="0">
              <a:buNone/>
            </a:pPr>
            <a:endParaRPr lang="da-DK" sz="2400" dirty="0">
              <a:solidFill>
                <a:schemeClr val="bg2"/>
              </a:solidFill>
            </a:endParaRPr>
          </a:p>
          <a:p>
            <a:pPr marL="0" lvl="1" indent="0">
              <a:buNone/>
            </a:pPr>
            <a:r>
              <a:rPr lang="da-DK" sz="2400" dirty="0">
                <a:solidFill>
                  <a:schemeClr val="bg2"/>
                </a:solidFill>
              </a:rPr>
              <a:t>Test is an </a:t>
            </a:r>
            <a:r>
              <a:rPr lang="da-DK" sz="2400" dirty="0" err="1">
                <a:solidFill>
                  <a:schemeClr val="bg2"/>
                </a:solidFill>
              </a:rPr>
              <a:t>investment</a:t>
            </a:r>
            <a:r>
              <a:rPr lang="da-DK" sz="2400" dirty="0">
                <a:solidFill>
                  <a:schemeClr val="bg2"/>
                </a:solidFill>
              </a:rPr>
              <a:t>. </a:t>
            </a:r>
            <a:r>
              <a:rPr lang="da-DK" sz="2400" dirty="0" err="1">
                <a:solidFill>
                  <a:schemeClr val="bg2"/>
                </a:solidFill>
              </a:rPr>
              <a:t>You</a:t>
            </a:r>
            <a:r>
              <a:rPr lang="da-DK" sz="2400" dirty="0">
                <a:solidFill>
                  <a:schemeClr val="bg2"/>
                </a:solidFill>
              </a:rPr>
              <a:t> have a </a:t>
            </a:r>
            <a:r>
              <a:rPr lang="da-DK" sz="2400" dirty="0" err="1">
                <a:solidFill>
                  <a:schemeClr val="bg2"/>
                </a:solidFill>
              </a:rPr>
              <a:t>limited</a:t>
            </a:r>
            <a:r>
              <a:rPr lang="da-DK" sz="2400" dirty="0">
                <a:solidFill>
                  <a:schemeClr val="bg2"/>
                </a:solidFill>
              </a:rPr>
              <a:t> </a:t>
            </a:r>
            <a:r>
              <a:rPr lang="da-DK" sz="2400" dirty="0" err="1">
                <a:solidFill>
                  <a:schemeClr val="bg2"/>
                </a:solidFill>
              </a:rPr>
              <a:t>amount</a:t>
            </a:r>
            <a:r>
              <a:rPr lang="da-DK" sz="2400" dirty="0">
                <a:solidFill>
                  <a:schemeClr val="bg2"/>
                </a:solidFill>
              </a:rPr>
              <a:t> of </a:t>
            </a:r>
            <a:r>
              <a:rPr lang="da-DK" sz="2400" dirty="0" err="1">
                <a:solidFill>
                  <a:schemeClr val="bg2"/>
                </a:solidFill>
              </a:rPr>
              <a:t>money</a:t>
            </a:r>
            <a:r>
              <a:rPr lang="da-DK" sz="2400" dirty="0">
                <a:solidFill>
                  <a:schemeClr val="bg2"/>
                </a:solidFill>
              </a:rPr>
              <a:t> and must deliver the </a:t>
            </a:r>
            <a:r>
              <a:rPr lang="da-DK" sz="2400" dirty="0" err="1">
                <a:solidFill>
                  <a:schemeClr val="bg2"/>
                </a:solidFill>
              </a:rPr>
              <a:t>best</a:t>
            </a:r>
            <a:r>
              <a:rPr lang="da-DK" sz="2400" dirty="0">
                <a:solidFill>
                  <a:schemeClr val="bg2"/>
                </a:solidFill>
              </a:rPr>
              <a:t> </a:t>
            </a:r>
            <a:r>
              <a:rPr lang="da-DK" sz="2400" dirty="0" err="1">
                <a:solidFill>
                  <a:schemeClr val="bg2"/>
                </a:solidFill>
              </a:rPr>
              <a:t>value</a:t>
            </a:r>
            <a:r>
              <a:rPr lang="da-DK" sz="2400" dirty="0">
                <a:solidFill>
                  <a:schemeClr val="bg2"/>
                </a:solidFill>
              </a:rPr>
              <a:t> </a:t>
            </a:r>
            <a:r>
              <a:rPr lang="da-DK" sz="2400" dirty="0" err="1">
                <a:solidFill>
                  <a:schemeClr val="bg2"/>
                </a:solidFill>
              </a:rPr>
              <a:t>possible</a:t>
            </a:r>
            <a:r>
              <a:rPr lang="da-DK" sz="2400" dirty="0">
                <a:solidFill>
                  <a:schemeClr val="bg2"/>
                </a:solidFill>
              </a:rPr>
              <a:t> by </a:t>
            </a:r>
            <a:r>
              <a:rPr lang="da-DK" sz="2400" dirty="0" err="1">
                <a:solidFill>
                  <a:schemeClr val="bg2"/>
                </a:solidFill>
              </a:rPr>
              <a:t>making</a:t>
            </a:r>
            <a:r>
              <a:rPr lang="da-DK" sz="2400" dirty="0">
                <a:solidFill>
                  <a:schemeClr val="bg2"/>
                </a:solidFill>
              </a:rPr>
              <a:t> and </a:t>
            </a:r>
            <a:r>
              <a:rPr lang="da-DK" sz="2400" dirty="0" err="1">
                <a:solidFill>
                  <a:schemeClr val="bg2"/>
                </a:solidFill>
              </a:rPr>
              <a:t>executing</a:t>
            </a:r>
            <a:r>
              <a:rPr lang="da-DK" sz="2400" dirty="0">
                <a:solidFill>
                  <a:schemeClr val="bg2"/>
                </a:solidFill>
              </a:rPr>
              <a:t> a </a:t>
            </a:r>
            <a:r>
              <a:rPr lang="da-DK" sz="2400" dirty="0" err="1">
                <a:solidFill>
                  <a:schemeClr val="bg2"/>
                </a:solidFill>
              </a:rPr>
              <a:t>good</a:t>
            </a:r>
            <a:r>
              <a:rPr lang="da-DK" sz="2400" dirty="0">
                <a:solidFill>
                  <a:schemeClr val="bg2"/>
                </a:solidFill>
              </a:rPr>
              <a:t> test plan</a:t>
            </a:r>
          </a:p>
          <a:p>
            <a:pPr lvl="1"/>
            <a:endParaRPr lang="da-DK" sz="2400" dirty="0"/>
          </a:p>
        </p:txBody>
      </p:sp>
      <p:sp>
        <p:nvSpPr>
          <p:cNvPr id="5" name="Pladsholder til slidenummer 4">
            <a:extLst>
              <a:ext uri="{FF2B5EF4-FFF2-40B4-BE49-F238E27FC236}">
                <a16:creationId xmlns:a16="http://schemas.microsoft.com/office/drawing/2014/main" id="{63AA6611-AC47-4ACA-80AA-61F3FA9240C8}"/>
              </a:ext>
            </a:extLst>
          </p:cNvPr>
          <p:cNvSpPr>
            <a:spLocks noGrp="1"/>
          </p:cNvSpPr>
          <p:nvPr>
            <p:ph type="sldNum" sz="quarter" idx="12"/>
          </p:nvPr>
        </p:nvSpPr>
        <p:spPr/>
        <p:txBody>
          <a:bodyPr/>
          <a:lstStyle/>
          <a:p>
            <a:fld id="{F7AB382F-E9E6-CE49-B414-1E064FB7F064}" type="slidenum">
              <a:rPr lang="da-DK" smtClean="0"/>
              <a:t>59</a:t>
            </a:fld>
            <a:endParaRPr lang="da-DK"/>
          </a:p>
        </p:txBody>
      </p:sp>
    </p:spTree>
    <p:extLst>
      <p:ext uri="{BB962C8B-B14F-4D97-AF65-F5344CB8AC3E}">
        <p14:creationId xmlns:p14="http://schemas.microsoft.com/office/powerpoint/2010/main" val="4255480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Issues with OO </a:t>
            </a:r>
            <a:r>
              <a:rPr lang="da-DK" dirty="0" err="1"/>
              <a:t>Testing</a:t>
            </a:r>
            <a:r>
              <a:rPr lang="da-DK" dirty="0"/>
              <a:t>: </a:t>
            </a:r>
            <a:r>
              <a:rPr lang="da-DK" dirty="0" err="1"/>
              <a:t>Exceptions</a:t>
            </a:r>
            <a:r>
              <a:rPr lang="da-DK" dirty="0"/>
              <a:t> in </a:t>
            </a:r>
            <a:r>
              <a:rPr lang="da-DK" dirty="0" err="1"/>
              <a:t>JUnit</a:t>
            </a:r>
            <a:r>
              <a:rPr lang="da-DK" dirty="0"/>
              <a:t> 4.x</a:t>
            </a:r>
            <a:endParaRPr lang="en-US" dirty="0"/>
          </a:p>
        </p:txBody>
      </p:sp>
      <p:pic>
        <p:nvPicPr>
          <p:cNvPr id="5" name="Pladsholder til indhold 4">
            <a:extLst>
              <a:ext uri="{FF2B5EF4-FFF2-40B4-BE49-F238E27FC236}">
                <a16:creationId xmlns:a16="http://schemas.microsoft.com/office/drawing/2014/main" id="{924BF0E7-0112-47E4-8532-4A5C3D72603C}"/>
              </a:ext>
            </a:extLst>
          </p:cNvPr>
          <p:cNvPicPr>
            <a:picLocks noGrp="1" noChangeAspect="1"/>
          </p:cNvPicPr>
          <p:nvPr>
            <p:ph idx="4294967295"/>
          </p:nvPr>
        </p:nvPicPr>
        <p:blipFill rotWithShape="1">
          <a:blip r:embed="rId2"/>
          <a:srcRect b="169"/>
          <a:stretch/>
        </p:blipFill>
        <p:spPr>
          <a:xfrm>
            <a:off x="695400" y="1548000"/>
            <a:ext cx="8784976" cy="4041240"/>
          </a:xfrm>
          <a:prstGeom prst="rect">
            <a:avLst/>
          </a:prstGeom>
        </p:spPr>
      </p:pic>
      <p:sp>
        <p:nvSpPr>
          <p:cNvPr id="6" name="Pladsholder til slidenummer 5">
            <a:extLst>
              <a:ext uri="{FF2B5EF4-FFF2-40B4-BE49-F238E27FC236}">
                <a16:creationId xmlns:a16="http://schemas.microsoft.com/office/drawing/2014/main" id="{CD6D0D1D-2110-4BF9-A7B9-DE324A162B08}"/>
              </a:ext>
            </a:extLst>
          </p:cNvPr>
          <p:cNvSpPr>
            <a:spLocks noGrp="1"/>
          </p:cNvSpPr>
          <p:nvPr>
            <p:ph type="sldNum" sz="quarter" idx="12"/>
          </p:nvPr>
        </p:nvSpPr>
        <p:spPr/>
        <p:txBody>
          <a:bodyPr/>
          <a:lstStyle/>
          <a:p>
            <a:fld id="{20EB7ABC-56F9-4FEF-9CF0-E2D14234E329}" type="slidenum">
              <a:rPr lang="da-DK" noProof="0" smtClean="0"/>
              <a:pPr/>
              <a:t>60</a:t>
            </a:fld>
            <a:endParaRPr lang="da-DK" noProof="0" dirty="0"/>
          </a:p>
        </p:txBody>
      </p:sp>
    </p:spTree>
    <p:extLst>
      <p:ext uri="{BB962C8B-B14F-4D97-AF65-F5344CB8AC3E}">
        <p14:creationId xmlns:p14="http://schemas.microsoft.com/office/powerpoint/2010/main" val="17177789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Issues with OO </a:t>
            </a:r>
            <a:r>
              <a:rPr lang="da-DK" dirty="0" err="1"/>
              <a:t>Testing</a:t>
            </a:r>
            <a:r>
              <a:rPr lang="da-DK" dirty="0"/>
              <a:t>: </a:t>
            </a:r>
            <a:r>
              <a:rPr lang="da-DK" dirty="0" err="1"/>
              <a:t>Exceptions</a:t>
            </a:r>
            <a:r>
              <a:rPr lang="da-DK" dirty="0"/>
              <a:t> in </a:t>
            </a:r>
            <a:r>
              <a:rPr lang="da-DK" dirty="0" err="1"/>
              <a:t>JUnit</a:t>
            </a:r>
            <a:r>
              <a:rPr lang="da-DK" dirty="0"/>
              <a:t> 5.x</a:t>
            </a:r>
            <a:endParaRPr lang="en-US" dirty="0"/>
          </a:p>
        </p:txBody>
      </p:sp>
      <p:sp>
        <p:nvSpPr>
          <p:cNvPr id="5" name="Pladsholder til slidenummer 4">
            <a:extLst>
              <a:ext uri="{FF2B5EF4-FFF2-40B4-BE49-F238E27FC236}">
                <a16:creationId xmlns:a16="http://schemas.microsoft.com/office/drawing/2014/main" id="{98DBD2D9-5E82-419B-88BA-6CC52538E8B4}"/>
              </a:ext>
            </a:extLst>
          </p:cNvPr>
          <p:cNvSpPr>
            <a:spLocks noGrp="1"/>
          </p:cNvSpPr>
          <p:nvPr>
            <p:ph type="sldNum" sz="quarter" idx="12"/>
          </p:nvPr>
        </p:nvSpPr>
        <p:spPr/>
        <p:txBody>
          <a:bodyPr/>
          <a:lstStyle/>
          <a:p>
            <a:fld id="{20EB7ABC-56F9-4FEF-9CF0-E2D14234E329}" type="slidenum">
              <a:rPr lang="da-DK" noProof="0" smtClean="0"/>
              <a:pPr/>
              <a:t>61</a:t>
            </a:fld>
            <a:endParaRPr lang="da-DK" noProof="0" dirty="0"/>
          </a:p>
        </p:txBody>
      </p:sp>
      <p:pic>
        <p:nvPicPr>
          <p:cNvPr id="4" name="Picture 3">
            <a:extLst>
              <a:ext uri="{FF2B5EF4-FFF2-40B4-BE49-F238E27FC236}">
                <a16:creationId xmlns:a16="http://schemas.microsoft.com/office/drawing/2014/main" id="{CFB18139-439C-4140-A1A9-DCD217331A71}"/>
              </a:ext>
            </a:extLst>
          </p:cNvPr>
          <p:cNvPicPr>
            <a:picLocks noChangeAspect="1"/>
          </p:cNvPicPr>
          <p:nvPr/>
        </p:nvPicPr>
        <p:blipFill>
          <a:blip r:embed="rId3"/>
          <a:stretch>
            <a:fillRect/>
          </a:stretch>
        </p:blipFill>
        <p:spPr>
          <a:xfrm>
            <a:off x="407368" y="1700808"/>
            <a:ext cx="11517299" cy="3600399"/>
          </a:xfrm>
          <a:prstGeom prst="rect">
            <a:avLst/>
          </a:prstGeom>
        </p:spPr>
      </p:pic>
      <p:sp>
        <p:nvSpPr>
          <p:cNvPr id="3" name="Tekstfelt 2">
            <a:extLst>
              <a:ext uri="{FF2B5EF4-FFF2-40B4-BE49-F238E27FC236}">
                <a16:creationId xmlns:a16="http://schemas.microsoft.com/office/drawing/2014/main" id="{3D1ACF9F-4D3C-4C5D-B6C3-56D856095508}"/>
              </a:ext>
            </a:extLst>
          </p:cNvPr>
          <p:cNvSpPr txBox="1"/>
          <p:nvPr/>
        </p:nvSpPr>
        <p:spPr>
          <a:xfrm>
            <a:off x="911424" y="5301207"/>
            <a:ext cx="9289032" cy="830997"/>
          </a:xfrm>
          <a:prstGeom prst="rect">
            <a:avLst/>
          </a:prstGeom>
          <a:noFill/>
        </p:spPr>
        <p:txBody>
          <a:bodyPr wrap="square" rtlCol="0">
            <a:spAutoFit/>
          </a:bodyPr>
          <a:lstStyle/>
          <a:p>
            <a:r>
              <a:rPr lang="da-DK" dirty="0"/>
              <a:t>For more information </a:t>
            </a:r>
            <a:r>
              <a:rPr lang="da-DK" dirty="0" err="1"/>
              <a:t>about</a:t>
            </a:r>
            <a:r>
              <a:rPr lang="da-DK" dirty="0"/>
              <a:t> </a:t>
            </a:r>
            <a:r>
              <a:rPr lang="da-DK" dirty="0" err="1"/>
              <a:t>Junit</a:t>
            </a:r>
            <a:r>
              <a:rPr lang="da-DK" dirty="0"/>
              <a:t> 5: https://www.vogella.com/tutorials/JUnit/article.html</a:t>
            </a:r>
          </a:p>
        </p:txBody>
      </p:sp>
    </p:spTree>
    <p:extLst>
      <p:ext uri="{BB962C8B-B14F-4D97-AF65-F5344CB8AC3E}">
        <p14:creationId xmlns:p14="http://schemas.microsoft.com/office/powerpoint/2010/main" val="3142841760"/>
      </p:ext>
    </p:extLst>
  </p:cSld>
  <p:clrMapOvr>
    <a:masterClrMapping/>
  </p:clrMapOvr>
</p:sld>
</file>

<file path=ppt/theme/theme1.xml><?xml version="1.0" encoding="utf-8"?>
<a:theme xmlns:a="http://schemas.openxmlformats.org/drawingml/2006/main" name="UCN">
  <a:themeElements>
    <a:clrScheme name="UCN">
      <a:dk1>
        <a:sysClr val="windowText" lastClr="000000"/>
      </a:dk1>
      <a:lt1>
        <a:sysClr val="window" lastClr="FFFFFF"/>
      </a:lt1>
      <a:dk2>
        <a:srgbClr val="FFCB4F"/>
      </a:dk2>
      <a:lt2>
        <a:srgbClr val="004250"/>
      </a:lt2>
      <a:accent1>
        <a:srgbClr val="004250"/>
      </a:accent1>
      <a:accent2>
        <a:srgbClr val="000000"/>
      </a:accent2>
      <a:accent3>
        <a:srgbClr val="668E96"/>
      </a:accent3>
      <a:accent4>
        <a:srgbClr val="BED6DB"/>
      </a:accent4>
      <a:accent5>
        <a:srgbClr val="F7403A"/>
      </a:accent5>
      <a:accent6>
        <a:srgbClr val="0046AD"/>
      </a:accent6>
      <a:hlink>
        <a:srgbClr val="668E96"/>
      </a:hlink>
      <a:folHlink>
        <a:srgbClr val="0046AD"/>
      </a:folHlink>
    </a:clrScheme>
    <a:fontScheme name="UCN">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C6CB103C-9E7F-4243-85F6-FAD697EFC501}" vid="{0E82C1FF-2174-4D77-A4EC-447AA7D8457B}"/>
    </a:ext>
  </a:ext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AB1A4479D747DE4D961274D79D7B3DEE" ma:contentTypeVersion="10" ma:contentTypeDescription="Opret et nyt dokument." ma:contentTypeScope="" ma:versionID="fc78fd4122dda2515e47fd3f9828a857">
  <xsd:schema xmlns:xsd="http://www.w3.org/2001/XMLSchema" xmlns:xs="http://www.w3.org/2001/XMLSchema" xmlns:p="http://schemas.microsoft.com/office/2006/metadata/properties" xmlns:ns2="813b504d-a089-4ad5-ad7e-f7dfadc2fad4" xmlns:ns3="952c265f-3c4f-40f3-867d-51742fe5d9cb" targetNamespace="http://schemas.microsoft.com/office/2006/metadata/properties" ma:root="true" ma:fieldsID="955864c8f41ad2f94852bc402cc5e853" ns2:_="" ns3:_="">
    <xsd:import namespace="813b504d-a089-4ad5-ad7e-f7dfadc2fad4"/>
    <xsd:import namespace="952c265f-3c4f-40f3-867d-51742fe5d9c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3b504d-a089-4ad5-ad7e-f7dfadc2fad4" elementFormDefault="qualified">
    <xsd:import namespace="http://schemas.microsoft.com/office/2006/documentManagement/types"/>
    <xsd:import namespace="http://schemas.microsoft.com/office/infopath/2007/PartnerControls"/>
    <xsd:element name="SharedWithUsers" ma:index="8"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52c265f-3c4f-40f3-867d-51742fe5d9c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591881-8D1A-4207-A66B-5AA595788B9A}">
  <ds:schemaRefs>
    <ds:schemaRef ds:uri="http://schemas.microsoft.com/sharepoint/v3/contenttype/forms"/>
  </ds:schemaRefs>
</ds:datastoreItem>
</file>

<file path=customXml/itemProps2.xml><?xml version="1.0" encoding="utf-8"?>
<ds:datastoreItem xmlns:ds="http://schemas.openxmlformats.org/officeDocument/2006/customXml" ds:itemID="{75C268E6-7D8E-4A4E-A698-BEB50A04D6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3b504d-a089-4ad5-ad7e-f7dfadc2fad4"/>
    <ds:schemaRef ds:uri="952c265f-3c4f-40f3-867d-51742fe5d9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2FF393-8AC8-410E-97A2-8B67EF914A36}">
  <ds:schemaRefs>
    <ds:schemaRef ds:uri="http://purl.org/dc/elements/1.1/"/>
    <ds:schemaRef ds:uri="http://schemas.microsoft.com/office/2006/metadata/properties"/>
    <ds:schemaRef ds:uri="9263a88d-a5c9-43d1-bc60-95a7b44fca2c"/>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878</TotalTime>
  <Words>3317</Words>
  <Application>Microsoft Office PowerPoint</Application>
  <PresentationFormat>Widescreen</PresentationFormat>
  <Paragraphs>564</Paragraphs>
  <Slides>61</Slides>
  <Notes>14</Notes>
  <HiddenSlides>0</HiddenSlides>
  <MMClips>1</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61</vt:i4>
      </vt:variant>
    </vt:vector>
  </HeadingPairs>
  <TitlesOfParts>
    <vt:vector size="67" baseType="lpstr">
      <vt:lpstr>Arial</vt:lpstr>
      <vt:lpstr>Calibri</vt:lpstr>
      <vt:lpstr>Consolas</vt:lpstr>
      <vt:lpstr>inherit</vt:lpstr>
      <vt:lpstr>Wingdings</vt:lpstr>
      <vt:lpstr>UCN</vt:lpstr>
      <vt:lpstr>Modul 3</vt:lpstr>
      <vt:lpstr>Test as Discipline in UP</vt:lpstr>
      <vt:lpstr>Syntax, Semantic, and Logic Errors</vt:lpstr>
      <vt:lpstr>Level of Testing</vt:lpstr>
      <vt:lpstr>Test Phases </vt:lpstr>
      <vt:lpstr>Test cases generation at system level</vt:lpstr>
      <vt:lpstr>Scenario (Use case scenario)</vt:lpstr>
      <vt:lpstr>Generating test cases from use cases</vt:lpstr>
      <vt:lpstr>Testcase matrix - example</vt:lpstr>
      <vt:lpstr>Test</vt:lpstr>
      <vt:lpstr>Black-box Testing</vt:lpstr>
      <vt:lpstr>Black-box Testing</vt:lpstr>
      <vt:lpstr>Whitebox Test</vt:lpstr>
      <vt:lpstr>Test</vt:lpstr>
      <vt:lpstr>Equivalence Class Partitioning and Boundary Value Testing</vt:lpstr>
      <vt:lpstr>Black-box Testing: Equivalence Class Partitioning and Boundary Value Testing</vt:lpstr>
      <vt:lpstr>Equivalence Class</vt:lpstr>
      <vt:lpstr>Equivalence Class – Example (continued)</vt:lpstr>
      <vt:lpstr>Positive vs Negative Test Cases</vt:lpstr>
      <vt:lpstr>Test</vt:lpstr>
      <vt:lpstr>Unit Test – in OO</vt:lpstr>
      <vt:lpstr>How it feels when you start doing unit tests</vt:lpstr>
      <vt:lpstr>Test Scaffolding</vt:lpstr>
      <vt:lpstr>Example of Method Testing (BankAccountTesting)</vt:lpstr>
      <vt:lpstr>Example of Method Testing in the Context of the Class</vt:lpstr>
      <vt:lpstr>Junit – write good unit test</vt:lpstr>
      <vt:lpstr>Junit – AAA Pattern</vt:lpstr>
      <vt:lpstr>Junit 4.x – test of exceptions</vt:lpstr>
      <vt:lpstr>Junit 4.x - annotations</vt:lpstr>
      <vt:lpstr>Junit 4.x – assert methods</vt:lpstr>
      <vt:lpstr>PowerPoint-præsentation</vt:lpstr>
      <vt:lpstr>Test in Junit for public boolean redraw(double amount)</vt:lpstr>
      <vt:lpstr>Øvelse</vt:lpstr>
      <vt:lpstr>Modul_3_Exercise</vt:lpstr>
      <vt:lpstr>Test</vt:lpstr>
      <vt:lpstr>Dependencies</vt:lpstr>
      <vt:lpstr>Method Sequence</vt:lpstr>
      <vt:lpstr>Integration Testing</vt:lpstr>
      <vt:lpstr> Integration Test</vt:lpstr>
      <vt:lpstr>Integration Test in OO</vt:lpstr>
      <vt:lpstr>Integration Test in OO - Recap</vt:lpstr>
      <vt:lpstr>Example: Integration Testing</vt:lpstr>
      <vt:lpstr>Example cont. : Integration Testing</vt:lpstr>
      <vt:lpstr>Drivers and Stubs</vt:lpstr>
      <vt:lpstr>Terminology</vt:lpstr>
      <vt:lpstr>Call Hierarchy</vt:lpstr>
      <vt:lpstr>Testing with drivers and stubs</vt:lpstr>
      <vt:lpstr>Testing with drivers and NO stubs</vt:lpstr>
      <vt:lpstr>Testing with drivers AND stubs</vt:lpstr>
      <vt:lpstr>Example of a Driver</vt:lpstr>
      <vt:lpstr>Example of a Stub</vt:lpstr>
      <vt:lpstr>Integration Test Strategy</vt:lpstr>
      <vt:lpstr>Øvelse</vt:lpstr>
      <vt:lpstr>Modul_3_Exercises</vt:lpstr>
      <vt:lpstr>Test</vt:lpstr>
      <vt:lpstr>Regression testing</vt:lpstr>
      <vt:lpstr>Debugging</vt:lpstr>
      <vt:lpstr>Test Utopia</vt:lpstr>
      <vt:lpstr>Test Plan</vt:lpstr>
      <vt:lpstr>Issues with OO Testing: Exceptions in JUnit 4.x</vt:lpstr>
      <vt:lpstr>Issues with OO Testing: Exceptions in JUnit 5.x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3</dc:title>
  <dc:creator>Bodil Nørgaard</dc:creator>
  <cp:lastModifiedBy>Martin</cp:lastModifiedBy>
  <cp:revision>1</cp:revision>
  <dcterms:created xsi:type="dcterms:W3CDTF">2020-02-23T15:58:03Z</dcterms:created>
  <dcterms:modified xsi:type="dcterms:W3CDTF">2022-02-21T18:00:52Z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0x010100AB1A4479D747DE4D961274D79D7B3DEE</vt:lpwstr>
  </property>
</Properties>
</file>