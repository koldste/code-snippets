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  <p:sldId id="279" r:id="rId19"/>
    <p:sldId id="276" r:id="rId20"/>
    <p:sldId id="278" r:id="rId21"/>
    <p:sldId id="277" r:id="rId22"/>
  </p:sldIdLst>
  <p:sldSz cx="12192000" cy="6858000"/>
  <p:notesSz cx="6858000" cy="9144000"/>
  <p:defaultTextStyle>
    <a:defPPr>
      <a:defRPr lang="da-DK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50"/>
    <a:srgbClr val="7FA0A7"/>
    <a:srgbClr val="40717C"/>
    <a:srgbClr val="FFFF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099" autoAdjust="0"/>
  </p:normalViewPr>
  <p:slideViewPr>
    <p:cSldViewPr>
      <p:cViewPr varScale="1">
        <p:scale>
          <a:sx n="108" d="100"/>
          <a:sy n="108" d="100"/>
        </p:scale>
        <p:origin x="57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1272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dil Nørgaard" userId="2558ed56-3eb1-4768-b591-d86224f5464c" providerId="ADAL" clId="{54F30249-07BB-4C9C-8291-F4CE7C4DBED6}"/>
    <pc:docChg chg="custSel addSld delSld modSld">
      <pc:chgData name="Bodil Nørgaard" userId="2558ed56-3eb1-4768-b591-d86224f5464c" providerId="ADAL" clId="{54F30249-07BB-4C9C-8291-F4CE7C4DBED6}" dt="2021-03-02T07:23:06.664" v="2688" actId="20577"/>
      <pc:docMkLst>
        <pc:docMk/>
      </pc:docMkLst>
      <pc:sldChg chg="modSp mod">
        <pc:chgData name="Bodil Nørgaard" userId="2558ed56-3eb1-4768-b591-d86224f5464c" providerId="ADAL" clId="{54F30249-07BB-4C9C-8291-F4CE7C4DBED6}" dt="2021-02-22T09:18:24.751" v="1" actId="20577"/>
        <pc:sldMkLst>
          <pc:docMk/>
          <pc:sldMk cId="3527181724" sldId="257"/>
        </pc:sldMkLst>
        <pc:spChg chg="mod">
          <ac:chgData name="Bodil Nørgaard" userId="2558ed56-3eb1-4768-b591-d86224f5464c" providerId="ADAL" clId="{54F30249-07BB-4C9C-8291-F4CE7C4DBED6}" dt="2021-02-22T09:18:24.751" v="1" actId="20577"/>
          <ac:spMkLst>
            <pc:docMk/>
            <pc:sldMk cId="3527181724" sldId="257"/>
            <ac:spMk id="5" creationId="{E28428A2-5C92-4EA0-80EB-4F79C5E74591}"/>
          </ac:spMkLst>
        </pc:spChg>
      </pc:sldChg>
      <pc:sldChg chg="del">
        <pc:chgData name="Bodil Nørgaard" userId="2558ed56-3eb1-4768-b591-d86224f5464c" providerId="ADAL" clId="{54F30249-07BB-4C9C-8291-F4CE7C4DBED6}" dt="2021-02-22T09:19:16.387" v="2" actId="47"/>
        <pc:sldMkLst>
          <pc:docMk/>
          <pc:sldMk cId="1833875061" sldId="258"/>
        </pc:sldMkLst>
      </pc:sldChg>
      <pc:sldChg chg="modSp mod">
        <pc:chgData name="Bodil Nørgaard" userId="2558ed56-3eb1-4768-b591-d86224f5464c" providerId="ADAL" clId="{54F30249-07BB-4C9C-8291-F4CE7C4DBED6}" dt="2021-02-22T09:20:41.373" v="5" actId="5793"/>
        <pc:sldMkLst>
          <pc:docMk/>
          <pc:sldMk cId="3925723953" sldId="262"/>
        </pc:sldMkLst>
        <pc:spChg chg="mod">
          <ac:chgData name="Bodil Nørgaard" userId="2558ed56-3eb1-4768-b591-d86224f5464c" providerId="ADAL" clId="{54F30249-07BB-4C9C-8291-F4CE7C4DBED6}" dt="2021-02-22T09:20:41.373" v="5" actId="5793"/>
          <ac:spMkLst>
            <pc:docMk/>
            <pc:sldMk cId="3925723953" sldId="262"/>
            <ac:spMk id="4" creationId="{3F996C3F-98D2-4040-8A10-CB32B96E1584}"/>
          </ac:spMkLst>
        </pc:spChg>
      </pc:sldChg>
      <pc:sldChg chg="addSp delSp modSp mod">
        <pc:chgData name="Bodil Nørgaard" userId="2558ed56-3eb1-4768-b591-d86224f5464c" providerId="ADAL" clId="{54F30249-07BB-4C9C-8291-F4CE7C4DBED6}" dt="2021-02-22T11:58:13.075" v="100" actId="20577"/>
        <pc:sldMkLst>
          <pc:docMk/>
          <pc:sldMk cId="308502946" sldId="268"/>
        </pc:sldMkLst>
        <pc:spChg chg="mod">
          <ac:chgData name="Bodil Nørgaard" userId="2558ed56-3eb1-4768-b591-d86224f5464c" providerId="ADAL" clId="{54F30249-07BB-4C9C-8291-F4CE7C4DBED6}" dt="2021-02-22T11:58:13.075" v="100" actId="20577"/>
          <ac:spMkLst>
            <pc:docMk/>
            <pc:sldMk cId="308502946" sldId="268"/>
            <ac:spMk id="4" creationId="{3992722A-FFFE-4FA6-88E6-A7DE39319A55}"/>
          </ac:spMkLst>
        </pc:spChg>
        <pc:picChg chg="mod">
          <ac:chgData name="Bodil Nørgaard" userId="2558ed56-3eb1-4768-b591-d86224f5464c" providerId="ADAL" clId="{54F30249-07BB-4C9C-8291-F4CE7C4DBED6}" dt="2021-02-22T10:49:37.764" v="58" actId="1076"/>
          <ac:picMkLst>
            <pc:docMk/>
            <pc:sldMk cId="308502946" sldId="268"/>
            <ac:picMk id="6" creationId="{8281B779-21B4-4A5E-88AB-DD024CC9F726}"/>
          </ac:picMkLst>
        </pc:picChg>
        <pc:picChg chg="add del mod">
          <ac:chgData name="Bodil Nørgaard" userId="2558ed56-3eb1-4768-b591-d86224f5464c" providerId="ADAL" clId="{54F30249-07BB-4C9C-8291-F4CE7C4DBED6}" dt="2021-02-22T10:01:24.462" v="10" actId="478"/>
          <ac:picMkLst>
            <pc:docMk/>
            <pc:sldMk cId="308502946" sldId="268"/>
            <ac:picMk id="8" creationId="{7B2CC1AF-B559-4DEB-A71F-EB172C668A51}"/>
          </ac:picMkLst>
        </pc:picChg>
        <pc:picChg chg="add del mod">
          <ac:chgData name="Bodil Nørgaard" userId="2558ed56-3eb1-4768-b591-d86224f5464c" providerId="ADAL" clId="{54F30249-07BB-4C9C-8291-F4CE7C4DBED6}" dt="2021-02-22T10:48:27.679" v="50" actId="478"/>
          <ac:picMkLst>
            <pc:docMk/>
            <pc:sldMk cId="308502946" sldId="268"/>
            <ac:picMk id="10" creationId="{4E26C25C-B918-43C3-A6DE-3B9C70952E97}"/>
          </ac:picMkLst>
        </pc:picChg>
        <pc:picChg chg="add del mod">
          <ac:chgData name="Bodil Nørgaard" userId="2558ed56-3eb1-4768-b591-d86224f5464c" providerId="ADAL" clId="{54F30249-07BB-4C9C-8291-F4CE7C4DBED6}" dt="2021-02-22T10:49:30.945" v="56" actId="478"/>
          <ac:picMkLst>
            <pc:docMk/>
            <pc:sldMk cId="308502946" sldId="268"/>
            <ac:picMk id="12" creationId="{74A9B1E3-AD21-4D49-AC3C-EF1356E538DD}"/>
          </ac:picMkLst>
        </pc:picChg>
        <pc:picChg chg="add del mod">
          <ac:chgData name="Bodil Nørgaard" userId="2558ed56-3eb1-4768-b591-d86224f5464c" providerId="ADAL" clId="{54F30249-07BB-4C9C-8291-F4CE7C4DBED6}" dt="2021-02-22T11:57:35.469" v="62" actId="478"/>
          <ac:picMkLst>
            <pc:docMk/>
            <pc:sldMk cId="308502946" sldId="268"/>
            <ac:picMk id="14" creationId="{647F65D4-5C4E-4209-93C3-BC66A8AD59A6}"/>
          </ac:picMkLst>
        </pc:picChg>
        <pc:picChg chg="add mod">
          <ac:chgData name="Bodil Nørgaard" userId="2558ed56-3eb1-4768-b591-d86224f5464c" providerId="ADAL" clId="{54F30249-07BB-4C9C-8291-F4CE7C4DBED6}" dt="2021-02-22T11:57:41.645" v="64" actId="1076"/>
          <ac:picMkLst>
            <pc:docMk/>
            <pc:sldMk cId="308502946" sldId="268"/>
            <ac:picMk id="16" creationId="{4FDD5144-2294-4FF2-8223-74E8EFD106A6}"/>
          </ac:picMkLst>
        </pc:picChg>
      </pc:sldChg>
      <pc:sldChg chg="addSp delSp mod">
        <pc:chgData name="Bodil Nørgaard" userId="2558ed56-3eb1-4768-b591-d86224f5464c" providerId="ADAL" clId="{54F30249-07BB-4C9C-8291-F4CE7C4DBED6}" dt="2021-02-22T11:58:36.449" v="101" actId="22"/>
        <pc:sldMkLst>
          <pc:docMk/>
          <pc:sldMk cId="911258809" sldId="269"/>
        </pc:sldMkLst>
        <pc:picChg chg="del">
          <ac:chgData name="Bodil Nørgaard" userId="2558ed56-3eb1-4768-b591-d86224f5464c" providerId="ADAL" clId="{54F30249-07BB-4C9C-8291-F4CE7C4DBED6}" dt="2021-02-22T10:50:07.159" v="60" actId="478"/>
          <ac:picMkLst>
            <pc:docMk/>
            <pc:sldMk cId="911258809" sldId="269"/>
            <ac:picMk id="6" creationId="{955C5005-CDC3-4DD3-9458-5BC5B9FC5164}"/>
          </ac:picMkLst>
        </pc:picChg>
        <pc:picChg chg="add">
          <ac:chgData name="Bodil Nørgaard" userId="2558ed56-3eb1-4768-b591-d86224f5464c" providerId="ADAL" clId="{54F30249-07BB-4C9C-8291-F4CE7C4DBED6}" dt="2021-02-22T11:58:36.449" v="101" actId="22"/>
          <ac:picMkLst>
            <pc:docMk/>
            <pc:sldMk cId="911258809" sldId="269"/>
            <ac:picMk id="8" creationId="{8F37DD8F-631B-4B9E-A1E1-8B00173D49FC}"/>
          </ac:picMkLst>
        </pc:picChg>
      </pc:sldChg>
      <pc:sldChg chg="delSp modSp mod">
        <pc:chgData name="Bodil Nørgaard" userId="2558ed56-3eb1-4768-b591-d86224f5464c" providerId="ADAL" clId="{54F30249-07BB-4C9C-8291-F4CE7C4DBED6}" dt="2021-02-28T14:54:20.097" v="723" actId="20577"/>
        <pc:sldMkLst>
          <pc:docMk/>
          <pc:sldMk cId="1749490843" sldId="270"/>
        </pc:sldMkLst>
        <pc:spChg chg="mod">
          <ac:chgData name="Bodil Nørgaard" userId="2558ed56-3eb1-4768-b591-d86224f5464c" providerId="ADAL" clId="{54F30249-07BB-4C9C-8291-F4CE7C4DBED6}" dt="2021-02-28T14:54:20.097" v="723" actId="20577"/>
          <ac:spMkLst>
            <pc:docMk/>
            <pc:sldMk cId="1749490843" sldId="270"/>
            <ac:spMk id="4" creationId="{BD17A2FF-E335-4D03-BFDD-BDE4A8899566}"/>
          </ac:spMkLst>
        </pc:spChg>
        <pc:picChg chg="del mod">
          <ac:chgData name="Bodil Nørgaard" userId="2558ed56-3eb1-4768-b591-d86224f5464c" providerId="ADAL" clId="{54F30249-07BB-4C9C-8291-F4CE7C4DBED6}" dt="2021-02-28T14:48:59.705" v="103" actId="478"/>
          <ac:picMkLst>
            <pc:docMk/>
            <pc:sldMk cId="1749490843" sldId="270"/>
            <ac:picMk id="6" creationId="{4B38CE5E-E86C-43F0-A212-4F28C0787AD2}"/>
          </ac:picMkLst>
        </pc:picChg>
        <pc:picChg chg="del mod">
          <ac:chgData name="Bodil Nørgaard" userId="2558ed56-3eb1-4768-b591-d86224f5464c" providerId="ADAL" clId="{54F30249-07BB-4C9C-8291-F4CE7C4DBED6}" dt="2021-02-28T14:51:43.794" v="491" actId="478"/>
          <ac:picMkLst>
            <pc:docMk/>
            <pc:sldMk cId="1749490843" sldId="270"/>
            <ac:picMk id="7" creationId="{373082B5-12C5-4BA1-A22A-1AEF9BA3D707}"/>
          </ac:picMkLst>
        </pc:picChg>
      </pc:sldChg>
      <pc:sldChg chg="del">
        <pc:chgData name="Bodil Nørgaard" userId="2558ed56-3eb1-4768-b591-d86224f5464c" providerId="ADAL" clId="{54F30249-07BB-4C9C-8291-F4CE7C4DBED6}" dt="2021-02-28T14:53:31.550" v="629" actId="47"/>
        <pc:sldMkLst>
          <pc:docMk/>
          <pc:sldMk cId="3314272097" sldId="271"/>
        </pc:sldMkLst>
      </pc:sldChg>
      <pc:sldChg chg="modSp mod">
        <pc:chgData name="Bodil Nørgaard" userId="2558ed56-3eb1-4768-b591-d86224f5464c" providerId="ADAL" clId="{54F30249-07BB-4C9C-8291-F4CE7C4DBED6}" dt="2021-02-28T14:54:50.387" v="754" actId="20577"/>
        <pc:sldMkLst>
          <pc:docMk/>
          <pc:sldMk cId="173631195" sldId="272"/>
        </pc:sldMkLst>
        <pc:spChg chg="mod">
          <ac:chgData name="Bodil Nørgaard" userId="2558ed56-3eb1-4768-b591-d86224f5464c" providerId="ADAL" clId="{54F30249-07BB-4C9C-8291-F4CE7C4DBED6}" dt="2021-02-28T14:54:50.387" v="754" actId="20577"/>
          <ac:spMkLst>
            <pc:docMk/>
            <pc:sldMk cId="173631195" sldId="272"/>
            <ac:spMk id="4" creationId="{DE478FCE-AD54-4FC6-ADC1-F04608C68716}"/>
          </ac:spMkLst>
        </pc:spChg>
      </pc:sldChg>
      <pc:sldChg chg="addSp delSp modSp mod">
        <pc:chgData name="Bodil Nørgaard" userId="2558ed56-3eb1-4768-b591-d86224f5464c" providerId="ADAL" clId="{54F30249-07BB-4C9C-8291-F4CE7C4DBED6}" dt="2021-03-02T07:21:22.889" v="2612" actId="20577"/>
        <pc:sldMkLst>
          <pc:docMk/>
          <pc:sldMk cId="478223870" sldId="273"/>
        </pc:sldMkLst>
        <pc:spChg chg="mod">
          <ac:chgData name="Bodil Nørgaard" userId="2558ed56-3eb1-4768-b591-d86224f5464c" providerId="ADAL" clId="{54F30249-07BB-4C9C-8291-F4CE7C4DBED6}" dt="2021-03-02T07:21:22.889" v="2612" actId="20577"/>
          <ac:spMkLst>
            <pc:docMk/>
            <pc:sldMk cId="478223870" sldId="273"/>
            <ac:spMk id="4" creationId="{F85D45C9-A79F-4C79-AD7D-00D33F8D104D}"/>
          </ac:spMkLst>
        </pc:spChg>
        <pc:spChg chg="del">
          <ac:chgData name="Bodil Nørgaard" userId="2558ed56-3eb1-4768-b591-d86224f5464c" providerId="ADAL" clId="{54F30249-07BB-4C9C-8291-F4CE7C4DBED6}" dt="2021-02-28T15:21:28.924" v="2448" actId="478"/>
          <ac:spMkLst>
            <pc:docMk/>
            <pc:sldMk cId="478223870" sldId="273"/>
            <ac:spMk id="5" creationId="{440FAD36-637F-41F8-8EE8-1C61EF34CEEF}"/>
          </ac:spMkLst>
        </pc:spChg>
        <pc:spChg chg="add mod">
          <ac:chgData name="Bodil Nørgaard" userId="2558ed56-3eb1-4768-b591-d86224f5464c" providerId="ADAL" clId="{54F30249-07BB-4C9C-8291-F4CE7C4DBED6}" dt="2021-02-28T14:58:50.954" v="1018" actId="1076"/>
          <ac:spMkLst>
            <pc:docMk/>
            <pc:sldMk cId="478223870" sldId="273"/>
            <ac:spMk id="6" creationId="{76AA8F95-3AF2-41A1-AAAD-27EE93C5BC5E}"/>
          </ac:spMkLst>
        </pc:spChg>
        <pc:spChg chg="add mod">
          <ac:chgData name="Bodil Nørgaard" userId="2558ed56-3eb1-4768-b591-d86224f5464c" providerId="ADAL" clId="{54F30249-07BB-4C9C-8291-F4CE7C4DBED6}" dt="2021-02-28T14:58:52.922" v="1019" actId="1076"/>
          <ac:spMkLst>
            <pc:docMk/>
            <pc:sldMk cId="478223870" sldId="273"/>
            <ac:spMk id="7" creationId="{4D63E9E4-E419-4A67-8904-B65BFE2EA7CF}"/>
          </ac:spMkLst>
        </pc:spChg>
      </pc:sldChg>
      <pc:sldChg chg="modSp mod">
        <pc:chgData name="Bodil Nørgaard" userId="2558ed56-3eb1-4768-b591-d86224f5464c" providerId="ADAL" clId="{54F30249-07BB-4C9C-8291-F4CE7C4DBED6}" dt="2021-03-02T07:23:06.664" v="2688" actId="20577"/>
        <pc:sldMkLst>
          <pc:docMk/>
          <pc:sldMk cId="1295116024" sldId="275"/>
        </pc:sldMkLst>
        <pc:spChg chg="mod">
          <ac:chgData name="Bodil Nørgaard" userId="2558ed56-3eb1-4768-b591-d86224f5464c" providerId="ADAL" clId="{54F30249-07BB-4C9C-8291-F4CE7C4DBED6}" dt="2021-02-28T14:59:23.752" v="1050" actId="20577"/>
          <ac:spMkLst>
            <pc:docMk/>
            <pc:sldMk cId="1295116024" sldId="275"/>
            <ac:spMk id="3" creationId="{39922E45-EC26-4906-B63D-4B20803E60FF}"/>
          </ac:spMkLst>
        </pc:spChg>
        <pc:spChg chg="mod">
          <ac:chgData name="Bodil Nørgaard" userId="2558ed56-3eb1-4768-b591-d86224f5464c" providerId="ADAL" clId="{54F30249-07BB-4C9C-8291-F4CE7C4DBED6}" dt="2021-03-02T07:23:06.664" v="2688" actId="20577"/>
          <ac:spMkLst>
            <pc:docMk/>
            <pc:sldMk cId="1295116024" sldId="275"/>
            <ac:spMk id="4" creationId="{2ED5574B-BC38-4509-9F89-08FB2289C93F}"/>
          </ac:spMkLst>
        </pc:spChg>
        <pc:spChg chg="mod">
          <ac:chgData name="Bodil Nørgaard" userId="2558ed56-3eb1-4768-b591-d86224f5464c" providerId="ADAL" clId="{54F30249-07BB-4C9C-8291-F4CE7C4DBED6}" dt="2021-02-28T15:21:32.073" v="2449" actId="6549"/>
          <ac:spMkLst>
            <pc:docMk/>
            <pc:sldMk cId="1295116024" sldId="275"/>
            <ac:spMk id="5" creationId="{175FB145-B1A2-4A66-82A8-599BC7AD8976}"/>
          </ac:spMkLst>
        </pc:spChg>
      </pc:sldChg>
      <pc:sldChg chg="modSp mod">
        <pc:chgData name="Bodil Nørgaard" userId="2558ed56-3eb1-4768-b591-d86224f5464c" providerId="ADAL" clId="{54F30249-07BB-4C9C-8291-F4CE7C4DBED6}" dt="2021-02-28T15:21:37.883" v="2450" actId="6549"/>
        <pc:sldMkLst>
          <pc:docMk/>
          <pc:sldMk cId="2580925753" sldId="276"/>
        </pc:sldMkLst>
        <pc:spChg chg="mod">
          <ac:chgData name="Bodil Nørgaard" userId="2558ed56-3eb1-4768-b591-d86224f5464c" providerId="ADAL" clId="{54F30249-07BB-4C9C-8291-F4CE7C4DBED6}" dt="2021-02-28T15:13:51.214" v="1729" actId="5793"/>
          <ac:spMkLst>
            <pc:docMk/>
            <pc:sldMk cId="2580925753" sldId="276"/>
            <ac:spMk id="4" creationId="{4A20B9BA-95EB-4A99-921B-AB020DB8F8F0}"/>
          </ac:spMkLst>
        </pc:spChg>
        <pc:spChg chg="mod">
          <ac:chgData name="Bodil Nørgaard" userId="2558ed56-3eb1-4768-b591-d86224f5464c" providerId="ADAL" clId="{54F30249-07BB-4C9C-8291-F4CE7C4DBED6}" dt="2021-02-28T15:21:37.883" v="2450" actId="6549"/>
          <ac:spMkLst>
            <pc:docMk/>
            <pc:sldMk cId="2580925753" sldId="276"/>
            <ac:spMk id="5" creationId="{51B47256-D7E6-461D-A3CE-7EA5CE3F0547}"/>
          </ac:spMkLst>
        </pc:spChg>
      </pc:sldChg>
      <pc:sldChg chg="modSp mod">
        <pc:chgData name="Bodil Nørgaard" userId="2558ed56-3eb1-4768-b591-d86224f5464c" providerId="ADAL" clId="{54F30249-07BB-4C9C-8291-F4CE7C4DBED6}" dt="2021-02-28T15:23:29.217" v="2610" actId="20577"/>
        <pc:sldMkLst>
          <pc:docMk/>
          <pc:sldMk cId="3126848084" sldId="277"/>
        </pc:sldMkLst>
        <pc:spChg chg="mod">
          <ac:chgData name="Bodil Nørgaard" userId="2558ed56-3eb1-4768-b591-d86224f5464c" providerId="ADAL" clId="{54F30249-07BB-4C9C-8291-F4CE7C4DBED6}" dt="2021-02-28T15:23:29.217" v="2610" actId="20577"/>
          <ac:spMkLst>
            <pc:docMk/>
            <pc:sldMk cId="3126848084" sldId="277"/>
            <ac:spMk id="4" creationId="{CC70779B-2255-4982-A89E-CB9323D4326D}"/>
          </ac:spMkLst>
        </pc:spChg>
      </pc:sldChg>
      <pc:sldChg chg="addSp modSp new mod">
        <pc:chgData name="Bodil Nørgaard" userId="2558ed56-3eb1-4768-b591-d86224f5464c" providerId="ADAL" clId="{54F30249-07BB-4C9C-8291-F4CE7C4DBED6}" dt="2021-02-28T15:22:11.301" v="2494" actId="207"/>
        <pc:sldMkLst>
          <pc:docMk/>
          <pc:sldMk cId="2179105126" sldId="278"/>
        </pc:sldMkLst>
        <pc:spChg chg="mod">
          <ac:chgData name="Bodil Nørgaard" userId="2558ed56-3eb1-4768-b591-d86224f5464c" providerId="ADAL" clId="{54F30249-07BB-4C9C-8291-F4CE7C4DBED6}" dt="2021-02-28T15:22:11.301" v="2494" actId="207"/>
          <ac:spMkLst>
            <pc:docMk/>
            <pc:sldMk cId="2179105126" sldId="278"/>
            <ac:spMk id="4" creationId="{9F1986B7-29A4-496D-B25A-F0517F6022F2}"/>
          </ac:spMkLst>
        </pc:spChg>
        <pc:spChg chg="mod">
          <ac:chgData name="Bodil Nørgaard" userId="2558ed56-3eb1-4768-b591-d86224f5464c" providerId="ADAL" clId="{54F30249-07BB-4C9C-8291-F4CE7C4DBED6}" dt="2021-02-28T15:21:41.452" v="2451" actId="6549"/>
          <ac:spMkLst>
            <pc:docMk/>
            <pc:sldMk cId="2179105126" sldId="278"/>
            <ac:spMk id="5" creationId="{0B86AB2E-9359-4D3D-8F7D-132ECA6C2DF1}"/>
          </ac:spMkLst>
        </pc:spChg>
        <pc:picChg chg="add mod">
          <ac:chgData name="Bodil Nørgaard" userId="2558ed56-3eb1-4768-b591-d86224f5464c" providerId="ADAL" clId="{54F30249-07BB-4C9C-8291-F4CE7C4DBED6}" dt="2021-02-28T15:20:32.756" v="2443" actId="14100"/>
          <ac:picMkLst>
            <pc:docMk/>
            <pc:sldMk cId="2179105126" sldId="278"/>
            <ac:picMk id="7" creationId="{D12443F0-6681-4AF7-88AB-1AC8374EA9C4}"/>
          </ac:picMkLst>
        </pc:picChg>
        <pc:picChg chg="add mod">
          <ac:chgData name="Bodil Nørgaard" userId="2558ed56-3eb1-4768-b591-d86224f5464c" providerId="ADAL" clId="{54F30249-07BB-4C9C-8291-F4CE7C4DBED6}" dt="2021-02-28T15:21:19.052" v="2447" actId="1076"/>
          <ac:picMkLst>
            <pc:docMk/>
            <pc:sldMk cId="2179105126" sldId="278"/>
            <ac:picMk id="9" creationId="{217D9057-03B3-42AD-BD9A-790A0A53FC3D}"/>
          </ac:picMkLst>
        </pc:picChg>
      </pc:sldChg>
    </pc:docChg>
  </pc:docChgLst>
  <pc:docChgLst>
    <pc:chgData name="Bodil Nørgaard" userId="2558ed56-3eb1-4768-b591-d86224f5464c" providerId="ADAL" clId="{8C65BD6C-3BBF-4766-9CF8-6E62F61B876B}"/>
    <pc:docChg chg="addSld modSld">
      <pc:chgData name="Bodil Nørgaard" userId="2558ed56-3eb1-4768-b591-d86224f5464c" providerId="ADAL" clId="{8C65BD6C-3BBF-4766-9CF8-6E62F61B876B}" dt="2022-03-03T07:15:15.132" v="139" actId="20577"/>
      <pc:docMkLst>
        <pc:docMk/>
      </pc:docMkLst>
      <pc:sldChg chg="modSp mod">
        <pc:chgData name="Bodil Nørgaard" userId="2558ed56-3eb1-4768-b591-d86224f5464c" providerId="ADAL" clId="{8C65BD6C-3BBF-4766-9CF8-6E62F61B876B}" dt="2022-03-02T20:20:14.873" v="96" actId="20577"/>
        <pc:sldMkLst>
          <pc:docMk/>
          <pc:sldMk cId="173631195" sldId="272"/>
        </pc:sldMkLst>
        <pc:spChg chg="mod">
          <ac:chgData name="Bodil Nørgaard" userId="2558ed56-3eb1-4768-b591-d86224f5464c" providerId="ADAL" clId="{8C65BD6C-3BBF-4766-9CF8-6E62F61B876B}" dt="2022-03-02T20:20:14.873" v="96" actId="20577"/>
          <ac:spMkLst>
            <pc:docMk/>
            <pc:sldMk cId="173631195" sldId="272"/>
            <ac:spMk id="4" creationId="{DE478FCE-AD54-4FC6-ADC1-F04608C68716}"/>
          </ac:spMkLst>
        </pc:spChg>
      </pc:sldChg>
      <pc:sldChg chg="modSp mod">
        <pc:chgData name="Bodil Nørgaard" userId="2558ed56-3eb1-4768-b591-d86224f5464c" providerId="ADAL" clId="{8C65BD6C-3BBF-4766-9CF8-6E62F61B876B}" dt="2022-03-02T20:19:50.235" v="41" actId="20577"/>
        <pc:sldMkLst>
          <pc:docMk/>
          <pc:sldMk cId="1295116024" sldId="275"/>
        </pc:sldMkLst>
        <pc:spChg chg="mod">
          <ac:chgData name="Bodil Nørgaard" userId="2558ed56-3eb1-4768-b591-d86224f5464c" providerId="ADAL" clId="{8C65BD6C-3BBF-4766-9CF8-6E62F61B876B}" dt="2022-03-02T20:19:50.235" v="41" actId="20577"/>
          <ac:spMkLst>
            <pc:docMk/>
            <pc:sldMk cId="1295116024" sldId="275"/>
            <ac:spMk id="4" creationId="{2ED5574B-BC38-4509-9F89-08FB2289C93F}"/>
          </ac:spMkLst>
        </pc:spChg>
      </pc:sldChg>
      <pc:sldChg chg="addSp modSp new mod">
        <pc:chgData name="Bodil Nørgaard" userId="2558ed56-3eb1-4768-b591-d86224f5464c" providerId="ADAL" clId="{8C65BD6C-3BBF-4766-9CF8-6E62F61B876B}" dt="2022-03-03T07:15:15.132" v="139" actId="20577"/>
        <pc:sldMkLst>
          <pc:docMk/>
          <pc:sldMk cId="1121799887" sldId="279"/>
        </pc:sldMkLst>
        <pc:spChg chg="mod">
          <ac:chgData name="Bodil Nørgaard" userId="2558ed56-3eb1-4768-b591-d86224f5464c" providerId="ADAL" clId="{8C65BD6C-3BBF-4766-9CF8-6E62F61B876B}" dt="2022-03-03T07:15:15.132" v="139" actId="20577"/>
          <ac:spMkLst>
            <pc:docMk/>
            <pc:sldMk cId="1121799887" sldId="279"/>
            <ac:spMk id="3" creationId="{2199A203-E011-424B-992C-551C48FAB7B8}"/>
          </ac:spMkLst>
        </pc:spChg>
        <pc:picChg chg="add mod">
          <ac:chgData name="Bodil Nørgaard" userId="2558ed56-3eb1-4768-b591-d86224f5464c" providerId="ADAL" clId="{8C65BD6C-3BBF-4766-9CF8-6E62F61B876B}" dt="2022-03-03T07:14:25.889" v="100" actId="1076"/>
          <ac:picMkLst>
            <pc:docMk/>
            <pc:sldMk cId="1121799887" sldId="279"/>
            <ac:picMk id="7" creationId="{A8F166DC-CF20-4BEE-9F90-BFC01958AF49}"/>
          </ac:picMkLst>
        </pc:picChg>
        <pc:picChg chg="add mod">
          <ac:chgData name="Bodil Nørgaard" userId="2558ed56-3eb1-4768-b591-d86224f5464c" providerId="ADAL" clId="{8C65BD6C-3BBF-4766-9CF8-6E62F61B876B}" dt="2022-03-03T07:14:58.311" v="105" actId="1076"/>
          <ac:picMkLst>
            <pc:docMk/>
            <pc:sldMk cId="1121799887" sldId="279"/>
            <ac:picMk id="9" creationId="{950733E4-24C7-47AF-92CD-C096F8FAF06B}"/>
          </ac:picMkLst>
        </pc:picChg>
      </pc:sldChg>
    </pc:docChg>
  </pc:docChgLst>
  <pc:docChgLst>
    <pc:chgData name="Bodil Nørgaard" userId="2558ed56-3eb1-4768-b591-d86224f5464c" providerId="ADAL" clId="{2D7226DF-F0C8-41A2-905F-0D9EA9ACA03B}"/>
    <pc:docChg chg="custSel delSld modSld">
      <pc:chgData name="Bodil Nørgaard" userId="2558ed56-3eb1-4768-b591-d86224f5464c" providerId="ADAL" clId="{2D7226DF-F0C8-41A2-905F-0D9EA9ACA03B}" dt="2020-03-04T06:53:30.073" v="919" actId="20577"/>
      <pc:docMkLst>
        <pc:docMk/>
      </pc:docMkLst>
      <pc:sldChg chg="modSp mod">
        <pc:chgData name="Bodil Nørgaard" userId="2558ed56-3eb1-4768-b591-d86224f5464c" providerId="ADAL" clId="{2D7226DF-F0C8-41A2-905F-0D9EA9ACA03B}" dt="2020-03-04T06:53:30.073" v="919" actId="20577"/>
        <pc:sldMkLst>
          <pc:docMk/>
          <pc:sldMk cId="1833875061" sldId="258"/>
        </pc:sldMkLst>
        <pc:spChg chg="mod">
          <ac:chgData name="Bodil Nørgaard" userId="2558ed56-3eb1-4768-b591-d86224f5464c" providerId="ADAL" clId="{2D7226DF-F0C8-41A2-905F-0D9EA9ACA03B}" dt="2020-03-04T06:53:30.073" v="919" actId="20577"/>
          <ac:spMkLst>
            <pc:docMk/>
            <pc:sldMk cId="1833875061" sldId="258"/>
            <ac:spMk id="4" creationId="{D0BBFAEB-4295-46F5-A5A5-D551764BA581}"/>
          </ac:spMkLst>
        </pc:spChg>
      </pc:sldChg>
      <pc:sldChg chg="modSp">
        <pc:chgData name="Bodil Nørgaard" userId="2558ed56-3eb1-4768-b591-d86224f5464c" providerId="ADAL" clId="{2D7226DF-F0C8-41A2-905F-0D9EA9ACA03B}" dt="2020-03-03T11:47:39.225" v="2" actId="1036"/>
        <pc:sldMkLst>
          <pc:docMk/>
          <pc:sldMk cId="3762999702" sldId="267"/>
        </pc:sldMkLst>
        <pc:picChg chg="mod">
          <ac:chgData name="Bodil Nørgaard" userId="2558ed56-3eb1-4768-b591-d86224f5464c" providerId="ADAL" clId="{2D7226DF-F0C8-41A2-905F-0D9EA9ACA03B}" dt="2020-03-03T11:47:39.225" v="2" actId="1036"/>
          <ac:picMkLst>
            <pc:docMk/>
            <pc:sldMk cId="3762999702" sldId="267"/>
            <ac:picMk id="6" creationId="{BEFB1CAE-BB22-4783-8370-5AEA07FA24A7}"/>
          </ac:picMkLst>
        </pc:picChg>
      </pc:sldChg>
      <pc:sldChg chg="modSp mod">
        <pc:chgData name="Bodil Nørgaard" userId="2558ed56-3eb1-4768-b591-d86224f5464c" providerId="ADAL" clId="{2D7226DF-F0C8-41A2-905F-0D9EA9ACA03B}" dt="2020-03-03T18:30:26.643" v="179"/>
        <pc:sldMkLst>
          <pc:docMk/>
          <pc:sldMk cId="478223870" sldId="273"/>
        </pc:sldMkLst>
        <pc:spChg chg="mod">
          <ac:chgData name="Bodil Nørgaard" userId="2558ed56-3eb1-4768-b591-d86224f5464c" providerId="ADAL" clId="{2D7226DF-F0C8-41A2-905F-0D9EA9ACA03B}" dt="2020-03-03T18:30:26.643" v="179"/>
          <ac:spMkLst>
            <pc:docMk/>
            <pc:sldMk cId="478223870" sldId="273"/>
            <ac:spMk id="4" creationId="{F85D45C9-A79F-4C79-AD7D-00D33F8D104D}"/>
          </ac:spMkLst>
        </pc:spChg>
      </pc:sldChg>
      <pc:sldChg chg="modSp del mod">
        <pc:chgData name="Bodil Nørgaard" userId="2558ed56-3eb1-4768-b591-d86224f5464c" providerId="ADAL" clId="{2D7226DF-F0C8-41A2-905F-0D9EA9ACA03B}" dt="2020-03-03T18:32:31.264" v="270" actId="2696"/>
        <pc:sldMkLst>
          <pc:docMk/>
          <pc:sldMk cId="2619339397" sldId="274"/>
        </pc:sldMkLst>
        <pc:spChg chg="mod">
          <ac:chgData name="Bodil Nørgaard" userId="2558ed56-3eb1-4768-b591-d86224f5464c" providerId="ADAL" clId="{2D7226DF-F0C8-41A2-905F-0D9EA9ACA03B}" dt="2020-03-03T18:32:25.354" v="269" actId="20577"/>
          <ac:spMkLst>
            <pc:docMk/>
            <pc:sldMk cId="2619339397" sldId="274"/>
            <ac:spMk id="4" creationId="{A9FCD895-6DF6-445E-B5D5-46EFD0BDAC02}"/>
          </ac:spMkLst>
        </pc:spChg>
      </pc:sldChg>
      <pc:sldChg chg="modSp mod">
        <pc:chgData name="Bodil Nørgaard" userId="2558ed56-3eb1-4768-b591-d86224f5464c" providerId="ADAL" clId="{2D7226DF-F0C8-41A2-905F-0D9EA9ACA03B}" dt="2020-03-03T18:34:19.536" v="520" actId="20577"/>
        <pc:sldMkLst>
          <pc:docMk/>
          <pc:sldMk cId="1295116024" sldId="275"/>
        </pc:sldMkLst>
        <pc:spChg chg="mod">
          <ac:chgData name="Bodil Nørgaard" userId="2558ed56-3eb1-4768-b591-d86224f5464c" providerId="ADAL" clId="{2D7226DF-F0C8-41A2-905F-0D9EA9ACA03B}" dt="2020-03-03T18:34:19.536" v="520" actId="20577"/>
          <ac:spMkLst>
            <pc:docMk/>
            <pc:sldMk cId="1295116024" sldId="275"/>
            <ac:spMk id="4" creationId="{2ED5574B-BC38-4509-9F89-08FB2289C93F}"/>
          </ac:spMkLst>
        </pc:spChg>
      </pc:sldChg>
      <pc:sldChg chg="modSp mod">
        <pc:chgData name="Bodil Nørgaard" userId="2558ed56-3eb1-4768-b591-d86224f5464c" providerId="ADAL" clId="{2D7226DF-F0C8-41A2-905F-0D9EA9ACA03B}" dt="2020-03-03T18:37:55.098" v="905" actId="20577"/>
        <pc:sldMkLst>
          <pc:docMk/>
          <pc:sldMk cId="2580925753" sldId="276"/>
        </pc:sldMkLst>
        <pc:spChg chg="mod">
          <ac:chgData name="Bodil Nørgaard" userId="2558ed56-3eb1-4768-b591-d86224f5464c" providerId="ADAL" clId="{2D7226DF-F0C8-41A2-905F-0D9EA9ACA03B}" dt="2020-03-03T18:37:55.098" v="905" actId="20577"/>
          <ac:spMkLst>
            <pc:docMk/>
            <pc:sldMk cId="2580925753" sldId="276"/>
            <ac:spMk id="4" creationId="{4A20B9BA-95EB-4A99-921B-AB020DB8F8F0}"/>
          </ac:spMkLst>
        </pc:spChg>
      </pc:sldChg>
      <pc:sldChg chg="modSp mod">
        <pc:chgData name="Bodil Nørgaard" userId="2558ed56-3eb1-4768-b591-d86224f5464c" providerId="ADAL" clId="{2D7226DF-F0C8-41A2-905F-0D9EA9ACA03B}" dt="2020-03-03T18:39:12.747" v="917" actId="6549"/>
        <pc:sldMkLst>
          <pc:docMk/>
          <pc:sldMk cId="3126848084" sldId="277"/>
        </pc:sldMkLst>
        <pc:spChg chg="mod">
          <ac:chgData name="Bodil Nørgaard" userId="2558ed56-3eb1-4768-b591-d86224f5464c" providerId="ADAL" clId="{2D7226DF-F0C8-41A2-905F-0D9EA9ACA03B}" dt="2020-03-03T18:39:12.747" v="917" actId="6549"/>
          <ac:spMkLst>
            <pc:docMk/>
            <pc:sldMk cId="3126848084" sldId="277"/>
            <ac:spMk id="4" creationId="{CC70779B-2255-4982-A89E-CB9323D4326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4CBDB-E0A5-4653-800E-B2747B5F08C6}" type="datetimeFigureOut">
              <a:rPr lang="da-DK" smtClean="0"/>
              <a:t>03-03-2022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DEFF4-B6D5-41C9-B04D-2FC25233650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67976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8FF86-EBB5-49C3-8EA9-1FF7B3A17EBD}" type="datetimeFigureOut">
              <a:rPr lang="da-DK" smtClean="0"/>
              <a:t>03-03-2022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7D6B3-27A1-4AFC-9DFA-E99013D8444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34736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ver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3140968"/>
            <a:ext cx="11232000" cy="576792"/>
          </a:xfrm>
        </p:spPr>
        <p:txBody>
          <a:bodyPr anchor="b" anchorCtr="0">
            <a:noAutofit/>
          </a:bodyPr>
          <a:lstStyle>
            <a:lvl1pPr algn="l">
              <a:lnSpc>
                <a:spcPts val="4000"/>
              </a:lnSpc>
              <a:defRPr sz="4000" cap="none" spc="23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 err="1"/>
              <a:t>Titel</a:t>
            </a:r>
            <a:endParaRPr lang="en-GB" noProof="0" dirty="0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3841444"/>
            <a:ext cx="11232000" cy="361936"/>
          </a:xfrm>
        </p:spPr>
        <p:txBody>
          <a:bodyPr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2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 err="1"/>
              <a:t>Undertitel</a:t>
            </a:r>
            <a:endParaRPr lang="en-GB" noProof="0" dirty="0"/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8" hasCustomPrompt="1"/>
          </p:nvPr>
        </p:nvSpPr>
        <p:spPr>
          <a:xfrm>
            <a:off x="468312" y="404813"/>
            <a:ext cx="3600000" cy="252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err="1"/>
              <a:t>Indsæt</a:t>
            </a:r>
            <a:r>
              <a:rPr lang="en-GB" noProof="0" dirty="0"/>
              <a:t> </a:t>
            </a:r>
            <a:r>
              <a:rPr lang="en-GB" noProof="0" dirty="0" err="1"/>
              <a:t>navn</a:t>
            </a:r>
            <a:r>
              <a:rPr lang="en-GB" noProof="0" dirty="0"/>
              <a:t>, </a:t>
            </a:r>
            <a:r>
              <a:rPr lang="en-GB" noProof="0" dirty="0" err="1"/>
              <a:t>uddannelse</a:t>
            </a:r>
            <a:r>
              <a:rPr lang="en-GB" noProof="0" dirty="0"/>
              <a:t> </a:t>
            </a:r>
            <a:r>
              <a:rPr lang="en-GB" noProof="0" dirty="0" err="1"/>
              <a:t>eller</a:t>
            </a:r>
            <a:r>
              <a:rPr lang="en-GB" noProof="0" dirty="0"/>
              <a:t> </a:t>
            </a:r>
            <a:r>
              <a:rPr lang="en-GB" noProof="0" dirty="0" err="1"/>
              <a:t>kontekst</a:t>
            </a:r>
            <a:endParaRPr lang="en-GB" noProof="0" dirty="0"/>
          </a:p>
        </p:txBody>
      </p:sp>
      <p:pic>
        <p:nvPicPr>
          <p:cNvPr id="12" name="Billed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012000"/>
            <a:ext cx="234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752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ver.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3140968"/>
            <a:ext cx="11232000" cy="576792"/>
          </a:xfrm>
        </p:spPr>
        <p:txBody>
          <a:bodyPr anchor="b" anchorCtr="0">
            <a:noAutofit/>
          </a:bodyPr>
          <a:lstStyle>
            <a:lvl1pPr algn="l">
              <a:lnSpc>
                <a:spcPts val="4000"/>
              </a:lnSpc>
              <a:defRPr sz="4000" cap="none" spc="23" baseline="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Titel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3841444"/>
            <a:ext cx="11232000" cy="361936"/>
          </a:xfrm>
        </p:spPr>
        <p:txBody>
          <a:bodyPr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2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noProof="0" dirty="0"/>
              <a:t>Undertitel</a:t>
            </a:r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8" hasCustomPrompt="1"/>
          </p:nvPr>
        </p:nvSpPr>
        <p:spPr>
          <a:xfrm>
            <a:off x="468312" y="404813"/>
            <a:ext cx="3600000" cy="252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err="1"/>
              <a:t>Indsæt</a:t>
            </a:r>
            <a:r>
              <a:rPr lang="en-GB" noProof="0" dirty="0"/>
              <a:t> </a:t>
            </a:r>
            <a:r>
              <a:rPr lang="en-GB" noProof="0" dirty="0" err="1"/>
              <a:t>navn</a:t>
            </a:r>
            <a:r>
              <a:rPr lang="en-GB" noProof="0" dirty="0"/>
              <a:t>, </a:t>
            </a:r>
            <a:r>
              <a:rPr lang="en-GB" noProof="0" dirty="0" err="1"/>
              <a:t>uddannelse</a:t>
            </a:r>
            <a:r>
              <a:rPr lang="en-GB" noProof="0" dirty="0"/>
              <a:t> </a:t>
            </a:r>
            <a:r>
              <a:rPr lang="en-GB" noProof="0" dirty="0" err="1"/>
              <a:t>eller</a:t>
            </a:r>
            <a:r>
              <a:rPr lang="en-GB" noProof="0" dirty="0"/>
              <a:t> </a:t>
            </a:r>
            <a:r>
              <a:rPr lang="en-GB" noProof="0" dirty="0" err="1"/>
              <a:t>kontekst</a:t>
            </a:r>
            <a:endParaRPr lang="en-GB" noProof="0" dirty="0"/>
          </a:p>
        </p:txBody>
      </p:sp>
      <p:pic>
        <p:nvPicPr>
          <p:cNvPr id="13" name="Billed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012000"/>
            <a:ext cx="234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8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ver.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3140968"/>
            <a:ext cx="11232000" cy="576792"/>
          </a:xfrm>
        </p:spPr>
        <p:txBody>
          <a:bodyPr anchor="b" anchorCtr="0">
            <a:noAutofit/>
          </a:bodyPr>
          <a:lstStyle>
            <a:lvl1pPr algn="l">
              <a:lnSpc>
                <a:spcPts val="4000"/>
              </a:lnSpc>
              <a:defRPr sz="4000" cap="none" spc="23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 err="1"/>
              <a:t>Titel</a:t>
            </a:r>
            <a:endParaRPr lang="en-GB" noProof="0" dirty="0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3841444"/>
            <a:ext cx="11232000" cy="361936"/>
          </a:xfrm>
        </p:spPr>
        <p:txBody>
          <a:bodyPr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2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 err="1"/>
              <a:t>Undertitel</a:t>
            </a:r>
            <a:endParaRPr lang="en-GB" noProof="0" dirty="0"/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8" hasCustomPrompt="1"/>
          </p:nvPr>
        </p:nvSpPr>
        <p:spPr>
          <a:xfrm>
            <a:off x="468312" y="404813"/>
            <a:ext cx="3600000" cy="252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err="1"/>
              <a:t>Indsæt</a:t>
            </a:r>
            <a:r>
              <a:rPr lang="en-GB" noProof="0" dirty="0"/>
              <a:t> </a:t>
            </a:r>
            <a:r>
              <a:rPr lang="en-GB" noProof="0" dirty="0" err="1"/>
              <a:t>navn</a:t>
            </a:r>
            <a:r>
              <a:rPr lang="en-GB" noProof="0" dirty="0"/>
              <a:t>, </a:t>
            </a:r>
            <a:r>
              <a:rPr lang="en-GB" noProof="0" dirty="0" err="1"/>
              <a:t>uddannelse</a:t>
            </a:r>
            <a:r>
              <a:rPr lang="en-GB" noProof="0" dirty="0"/>
              <a:t> </a:t>
            </a:r>
            <a:r>
              <a:rPr lang="en-GB" noProof="0" dirty="0" err="1"/>
              <a:t>eller</a:t>
            </a:r>
            <a:r>
              <a:rPr lang="en-GB" noProof="0" dirty="0"/>
              <a:t> </a:t>
            </a:r>
            <a:r>
              <a:rPr lang="en-GB" noProof="0" dirty="0" err="1"/>
              <a:t>kontekst</a:t>
            </a:r>
            <a:endParaRPr lang="en-GB" noProof="0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012000"/>
            <a:ext cx="234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81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ver.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3140968"/>
            <a:ext cx="11232000" cy="576792"/>
          </a:xfrm>
        </p:spPr>
        <p:txBody>
          <a:bodyPr anchor="b" anchorCtr="0">
            <a:noAutofit/>
          </a:bodyPr>
          <a:lstStyle>
            <a:lvl1pPr algn="l">
              <a:lnSpc>
                <a:spcPts val="4000"/>
              </a:lnSpc>
              <a:defRPr sz="4000" cap="none" spc="23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 err="1"/>
              <a:t>Titel</a:t>
            </a:r>
            <a:endParaRPr lang="en-GB" noProof="0" dirty="0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3841444"/>
            <a:ext cx="11232000" cy="361936"/>
          </a:xfrm>
        </p:spPr>
        <p:txBody>
          <a:bodyPr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2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 err="1"/>
              <a:t>Undertitel</a:t>
            </a:r>
            <a:endParaRPr lang="en-GB" noProof="0" dirty="0"/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8" hasCustomPrompt="1"/>
          </p:nvPr>
        </p:nvSpPr>
        <p:spPr>
          <a:xfrm>
            <a:off x="468312" y="404813"/>
            <a:ext cx="3600000" cy="252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err="1"/>
              <a:t>Indsæt</a:t>
            </a:r>
            <a:r>
              <a:rPr lang="en-GB" noProof="0" dirty="0"/>
              <a:t> </a:t>
            </a:r>
            <a:r>
              <a:rPr lang="en-GB" noProof="0" dirty="0" err="1"/>
              <a:t>navn</a:t>
            </a:r>
            <a:r>
              <a:rPr lang="en-GB" noProof="0" dirty="0"/>
              <a:t>, </a:t>
            </a:r>
            <a:r>
              <a:rPr lang="en-GB" noProof="0" dirty="0" err="1"/>
              <a:t>uddannelse</a:t>
            </a:r>
            <a:r>
              <a:rPr lang="en-GB" noProof="0" dirty="0"/>
              <a:t> </a:t>
            </a:r>
            <a:r>
              <a:rPr lang="en-GB" noProof="0" dirty="0" err="1"/>
              <a:t>eller</a:t>
            </a:r>
            <a:r>
              <a:rPr lang="en-GB" noProof="0" dirty="0"/>
              <a:t> </a:t>
            </a:r>
            <a:r>
              <a:rPr lang="en-GB" noProof="0" dirty="0" err="1"/>
              <a:t>kontekst</a:t>
            </a:r>
            <a:endParaRPr lang="en-GB" noProof="0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012000"/>
            <a:ext cx="234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‹nr.›</a:t>
            </a:fld>
            <a:endParaRPr lang="da-DK" noProof="0" dirty="0"/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756000"/>
            <a:ext cx="11232000" cy="468000"/>
          </a:xfrm>
        </p:spPr>
        <p:txBody>
          <a:bodyPr/>
          <a:lstStyle>
            <a:lvl1pPr>
              <a:defRPr/>
            </a:lvl1pPr>
          </a:lstStyle>
          <a:p>
            <a:r>
              <a:rPr lang="da-DK" noProof="0" dirty="0"/>
              <a:t>Overskrift</a:t>
            </a:r>
          </a:p>
        </p:txBody>
      </p:sp>
      <p:sp>
        <p:nvSpPr>
          <p:cNvPr id="10" name="Pladsholder til tekst 3"/>
          <p:cNvSpPr>
            <a:spLocks noGrp="1"/>
          </p:cNvSpPr>
          <p:nvPr>
            <p:ph type="body" sz="quarter" idx="13" hasCustomPrompt="1"/>
          </p:nvPr>
        </p:nvSpPr>
        <p:spPr>
          <a:xfrm>
            <a:off x="480485" y="1548000"/>
            <a:ext cx="11231033" cy="396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spcAft>
                <a:spcPts val="200"/>
              </a:spcAft>
              <a:defRPr/>
            </a:lvl3pPr>
            <a:lvl4pPr>
              <a:spcAft>
                <a:spcPts val="200"/>
              </a:spcAft>
              <a:defRPr/>
            </a:lvl4pPr>
            <a:lvl5pPr>
              <a:spcAft>
                <a:spcPts val="200"/>
              </a:spcAft>
              <a:defRPr/>
            </a:lvl5pPr>
          </a:lstStyle>
          <a:p>
            <a:pPr lvl="0"/>
            <a:r>
              <a:rPr lang="da-DK" noProof="0" dirty="0"/>
              <a:t>Tekst</a:t>
            </a:r>
          </a:p>
          <a:p>
            <a:pPr lvl="1"/>
            <a:r>
              <a:rPr lang="da-DK" noProof="0" dirty="0"/>
              <a:t>Tekst</a:t>
            </a:r>
          </a:p>
          <a:p>
            <a:pPr lvl="2"/>
            <a:r>
              <a:rPr lang="da-DK" noProof="0" dirty="0"/>
              <a:t>Tekst</a:t>
            </a:r>
          </a:p>
          <a:p>
            <a:pPr lvl="3"/>
            <a:r>
              <a:rPr lang="da-DK" noProof="0" dirty="0"/>
              <a:t>Tekst</a:t>
            </a:r>
          </a:p>
          <a:p>
            <a:pPr lvl="4"/>
            <a:r>
              <a:rPr lang="da-DK" noProof="0" dirty="0"/>
              <a:t>Tekst</a:t>
            </a:r>
          </a:p>
        </p:txBody>
      </p:sp>
      <p:sp>
        <p:nvSpPr>
          <p:cNvPr id="2" name="Pladsholder til dato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D3ECDF-3189-464E-9A55-76D84C5D0358}" type="datetime1">
              <a:rPr lang="da-DK" noProof="0" smtClean="0"/>
              <a:t>03-03-2022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144848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indhold 7"/>
          <p:cNvSpPr>
            <a:spLocks noGrp="1"/>
          </p:cNvSpPr>
          <p:nvPr>
            <p:ph sz="quarter" idx="18" hasCustomPrompt="1"/>
          </p:nvPr>
        </p:nvSpPr>
        <p:spPr>
          <a:xfrm>
            <a:off x="8124000" y="0"/>
            <a:ext cx="4068000" cy="6858000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/>
            </a:lvl1pPr>
          </a:lstStyle>
          <a:p>
            <a:pPr lvl="0"/>
            <a:r>
              <a:rPr lang="da-DK" noProof="0" dirty="0"/>
              <a:t>Indsæt element</a:t>
            </a: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‹nr.›</a:t>
            </a:fld>
            <a:endParaRPr lang="da-DK" noProof="0" dirty="0"/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467999" y="756000"/>
            <a:ext cx="7200000" cy="101681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a-DK" noProof="0" dirty="0"/>
              <a:t>Overskrift (2 linjer)</a:t>
            </a:r>
          </a:p>
        </p:txBody>
      </p:sp>
      <p:sp>
        <p:nvSpPr>
          <p:cNvPr id="6" name="Pladsholder til tekst 5"/>
          <p:cNvSpPr>
            <a:spLocks noGrp="1"/>
          </p:cNvSpPr>
          <p:nvPr>
            <p:ph type="body" sz="quarter" idx="17" hasCustomPrompt="1"/>
          </p:nvPr>
        </p:nvSpPr>
        <p:spPr>
          <a:xfrm>
            <a:off x="467998" y="1916832"/>
            <a:ext cx="7200000" cy="3591168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/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5" name="Pladsholder til dato 14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073A802-1AB4-4459-8C81-89F6A01D130D}" type="datetime1">
              <a:rPr lang="da-DK" noProof="0" smtClean="0"/>
              <a:t>03-03-2022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342337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indhold 7"/>
          <p:cNvSpPr>
            <a:spLocks noGrp="1"/>
          </p:cNvSpPr>
          <p:nvPr>
            <p:ph sz="quarter" idx="20" hasCustomPrompt="1"/>
          </p:nvPr>
        </p:nvSpPr>
        <p:spPr>
          <a:xfrm>
            <a:off x="8123730" y="3524228"/>
            <a:ext cx="4068000" cy="3330000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/>
            </a:lvl1pPr>
          </a:lstStyle>
          <a:p>
            <a:pPr lvl="0"/>
            <a:r>
              <a:rPr lang="da-DK" noProof="0" dirty="0"/>
              <a:t>Indsæt element</a:t>
            </a:r>
          </a:p>
        </p:txBody>
      </p:sp>
      <p:sp>
        <p:nvSpPr>
          <p:cNvPr id="8" name="Pladsholder til indhold 7"/>
          <p:cNvSpPr>
            <a:spLocks noGrp="1"/>
          </p:cNvSpPr>
          <p:nvPr>
            <p:ph sz="quarter" idx="18" hasCustomPrompt="1"/>
          </p:nvPr>
        </p:nvSpPr>
        <p:spPr>
          <a:xfrm>
            <a:off x="8124000" y="0"/>
            <a:ext cx="4068000" cy="3330000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/>
            </a:lvl1pPr>
          </a:lstStyle>
          <a:p>
            <a:pPr lvl="0"/>
            <a:r>
              <a:rPr lang="da-DK" noProof="0" dirty="0"/>
              <a:t>Indsæt element</a:t>
            </a: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‹nr.›</a:t>
            </a:fld>
            <a:endParaRPr lang="da-DK" noProof="0" dirty="0"/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467999" y="756000"/>
            <a:ext cx="7200000" cy="101681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a-DK" noProof="0" dirty="0"/>
              <a:t>Overskrift (2 linjer)</a:t>
            </a:r>
          </a:p>
        </p:txBody>
      </p:sp>
      <p:sp>
        <p:nvSpPr>
          <p:cNvPr id="6" name="Pladsholder til tekst 5"/>
          <p:cNvSpPr>
            <a:spLocks noGrp="1"/>
          </p:cNvSpPr>
          <p:nvPr>
            <p:ph type="body" sz="quarter" idx="17" hasCustomPrompt="1"/>
          </p:nvPr>
        </p:nvSpPr>
        <p:spPr>
          <a:xfrm>
            <a:off x="467998" y="1916832"/>
            <a:ext cx="7200000" cy="3591168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/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5" name="Pladsholder til dato 14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073A802-1AB4-4459-8C81-89F6A01D130D}" type="datetime1">
              <a:rPr lang="da-DK" noProof="0" smtClean="0"/>
              <a:t>03-03-2022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47442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‹nr.›</a:t>
            </a:fld>
            <a:endParaRPr lang="da-DK" noProof="0" dirty="0"/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756000"/>
            <a:ext cx="11232000" cy="468000"/>
          </a:xfrm>
        </p:spPr>
        <p:txBody>
          <a:bodyPr/>
          <a:lstStyle>
            <a:lvl1pPr>
              <a:defRPr/>
            </a:lvl1pPr>
          </a:lstStyle>
          <a:p>
            <a:r>
              <a:rPr lang="da-DK" noProof="0" dirty="0"/>
              <a:t>Overskrift</a:t>
            </a:r>
          </a:p>
        </p:txBody>
      </p:sp>
      <p:sp>
        <p:nvSpPr>
          <p:cNvPr id="16" name="Pladsholder til tekst 9"/>
          <p:cNvSpPr>
            <a:spLocks noGrp="1"/>
          </p:cNvSpPr>
          <p:nvPr>
            <p:ph type="body" sz="quarter" idx="19" hasCustomPrompt="1"/>
          </p:nvPr>
        </p:nvSpPr>
        <p:spPr>
          <a:xfrm>
            <a:off x="468000" y="1548000"/>
            <a:ext cx="5457600" cy="648000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7" name="Pladsholder til indhold 7"/>
          <p:cNvSpPr>
            <a:spLocks noGrp="1"/>
          </p:cNvSpPr>
          <p:nvPr>
            <p:ph sz="quarter" idx="20" hasCustomPrompt="1"/>
          </p:nvPr>
        </p:nvSpPr>
        <p:spPr>
          <a:xfrm>
            <a:off x="468000" y="2196000"/>
            <a:ext cx="5457600" cy="3312256"/>
          </a:xfrm>
        </p:spPr>
        <p:txBody>
          <a:bodyPr/>
          <a:lstStyle>
            <a:lvl1pPr>
              <a:lnSpc>
                <a:spcPts val="2400"/>
              </a:lnSpc>
              <a:defRPr sz="2000"/>
            </a:lvl1pPr>
            <a:lvl2pPr>
              <a:lnSpc>
                <a:spcPts val="2400"/>
              </a:lnSpc>
              <a:defRPr sz="2000"/>
            </a:lvl2pPr>
            <a:lvl3pPr>
              <a:lnSpc>
                <a:spcPts val="2400"/>
              </a:lnSpc>
              <a:defRPr sz="2000"/>
            </a:lvl3pPr>
            <a:lvl4pPr>
              <a:lnSpc>
                <a:spcPts val="2400"/>
              </a:lnSpc>
              <a:defRPr sz="2000"/>
            </a:lvl4pPr>
            <a:lvl5pPr>
              <a:lnSpc>
                <a:spcPts val="2400"/>
              </a:lnSpc>
              <a:defRPr sz="2000"/>
            </a:lvl5pPr>
          </a:lstStyle>
          <a:p>
            <a:pPr lvl="0"/>
            <a:r>
              <a:rPr lang="da-DK" noProof="0" dirty="0"/>
              <a:t>Indsæt tekst eller element</a:t>
            </a:r>
          </a:p>
        </p:txBody>
      </p:sp>
      <p:sp>
        <p:nvSpPr>
          <p:cNvPr id="18" name="Pladsholder til indhold 7"/>
          <p:cNvSpPr>
            <a:spLocks noGrp="1"/>
          </p:cNvSpPr>
          <p:nvPr>
            <p:ph sz="quarter" idx="21" hasCustomPrompt="1"/>
          </p:nvPr>
        </p:nvSpPr>
        <p:spPr>
          <a:xfrm>
            <a:off x="6240016" y="2196000"/>
            <a:ext cx="5458159" cy="3312256"/>
          </a:xfrm>
        </p:spPr>
        <p:txBody>
          <a:bodyPr/>
          <a:lstStyle>
            <a:lvl1pPr>
              <a:lnSpc>
                <a:spcPts val="2400"/>
              </a:lnSpc>
              <a:defRPr sz="2000"/>
            </a:lvl1pPr>
            <a:lvl2pPr>
              <a:lnSpc>
                <a:spcPts val="2400"/>
              </a:lnSpc>
              <a:defRPr sz="2000"/>
            </a:lvl2pPr>
            <a:lvl3pPr>
              <a:lnSpc>
                <a:spcPts val="2400"/>
              </a:lnSpc>
              <a:defRPr sz="2000"/>
            </a:lvl3pPr>
            <a:lvl4pPr>
              <a:lnSpc>
                <a:spcPts val="2400"/>
              </a:lnSpc>
              <a:defRPr sz="2000"/>
            </a:lvl4pPr>
            <a:lvl5pPr>
              <a:lnSpc>
                <a:spcPts val="2400"/>
              </a:lnSpc>
              <a:defRPr sz="2000"/>
            </a:lvl5pPr>
          </a:lstStyle>
          <a:p>
            <a:pPr lvl="0"/>
            <a:r>
              <a:rPr lang="da-DK" noProof="0" dirty="0"/>
              <a:t>Indsæt tekst eller element</a:t>
            </a:r>
          </a:p>
        </p:txBody>
      </p:sp>
      <p:sp>
        <p:nvSpPr>
          <p:cNvPr id="21" name="Pladsholder til tekst 9"/>
          <p:cNvSpPr>
            <a:spLocks noGrp="1"/>
          </p:cNvSpPr>
          <p:nvPr>
            <p:ph type="body" sz="quarter" idx="22" hasCustomPrompt="1"/>
          </p:nvPr>
        </p:nvSpPr>
        <p:spPr>
          <a:xfrm>
            <a:off x="6240016" y="1548000"/>
            <a:ext cx="5457600" cy="648000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2" name="Pladsholder til dato 1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2073A802-1AB4-4459-8C81-89F6A01D130D}" type="datetime1">
              <a:rPr lang="da-DK" noProof="0" smtClean="0"/>
              <a:t>03-03-2022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4036452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‹nr.›</a:t>
            </a:fld>
            <a:endParaRPr lang="da-DK" noProof="0" dirty="0"/>
          </a:p>
        </p:txBody>
      </p:sp>
      <p:sp>
        <p:nvSpPr>
          <p:cNvPr id="16" name="Pladsholder til tekst 9"/>
          <p:cNvSpPr>
            <a:spLocks noGrp="1"/>
          </p:cNvSpPr>
          <p:nvPr>
            <p:ph type="body" sz="quarter" idx="19" hasCustomPrompt="1"/>
          </p:nvPr>
        </p:nvSpPr>
        <p:spPr>
          <a:xfrm>
            <a:off x="468000" y="684000"/>
            <a:ext cx="3251736" cy="4788000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8" name="Pladsholder til indhold 7"/>
          <p:cNvSpPr>
            <a:spLocks noGrp="1"/>
          </p:cNvSpPr>
          <p:nvPr>
            <p:ph sz="quarter" idx="21" hasCustomPrompt="1"/>
          </p:nvPr>
        </p:nvSpPr>
        <p:spPr>
          <a:xfrm>
            <a:off x="4079777" y="684000"/>
            <a:ext cx="7620224" cy="4788000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/>
            </a:lvl1pPr>
            <a:lvl2pPr>
              <a:lnSpc>
                <a:spcPts val="2400"/>
              </a:lnSpc>
              <a:defRPr sz="2000"/>
            </a:lvl2pPr>
            <a:lvl3pPr>
              <a:lnSpc>
                <a:spcPts val="2400"/>
              </a:lnSpc>
              <a:defRPr sz="2000"/>
            </a:lvl3pPr>
            <a:lvl4pPr>
              <a:lnSpc>
                <a:spcPts val="2400"/>
              </a:lnSpc>
              <a:defRPr sz="2000"/>
            </a:lvl4pPr>
            <a:lvl5pPr>
              <a:lnSpc>
                <a:spcPts val="2400"/>
              </a:lnSpc>
              <a:defRPr sz="2000"/>
            </a:lvl5pPr>
          </a:lstStyle>
          <a:p>
            <a:pPr lvl="0"/>
            <a:r>
              <a:rPr lang="da-DK" noProof="0" dirty="0"/>
              <a:t>Indsæt element</a:t>
            </a:r>
          </a:p>
        </p:txBody>
      </p:sp>
      <p:sp>
        <p:nvSpPr>
          <p:cNvPr id="2" name="Pladsholder til dato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2073A802-1AB4-4459-8C81-89F6A01D130D}" type="datetime1">
              <a:rPr lang="da-DK" noProof="0" smtClean="0"/>
              <a:t>03-03-2022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41844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‹nr.›</a:t>
            </a:fld>
            <a:endParaRPr lang="da-DK" noProof="0" dirty="0"/>
          </a:p>
        </p:txBody>
      </p:sp>
      <p:sp>
        <p:nvSpPr>
          <p:cNvPr id="16" name="Pladsholder til tekst 9"/>
          <p:cNvSpPr>
            <a:spLocks noGrp="1"/>
          </p:cNvSpPr>
          <p:nvPr>
            <p:ph type="body" sz="quarter" idx="19" hasCustomPrompt="1"/>
          </p:nvPr>
        </p:nvSpPr>
        <p:spPr>
          <a:xfrm>
            <a:off x="468000" y="4631364"/>
            <a:ext cx="11232000" cy="567088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a-DK" noProof="0" dirty="0"/>
              <a:t>Billedtekst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12192000" cy="4392000"/>
          </a:xfrm>
        </p:spPr>
        <p:txBody>
          <a:bodyPr/>
          <a:lstStyle>
            <a:lvl1pPr marL="0" indent="0">
              <a:lnSpc>
                <a:spcPts val="2400"/>
              </a:lnSpc>
              <a:buFont typeface="Arial" panose="020B0604020202020204" pitchFamily="34" charset="0"/>
              <a:buNone/>
              <a:defRPr sz="2000"/>
            </a:lvl1pPr>
          </a:lstStyle>
          <a:p>
            <a:r>
              <a:rPr lang="da-DK" noProof="0" dirty="0"/>
              <a:t>Indsæt billede</a:t>
            </a:r>
          </a:p>
        </p:txBody>
      </p:sp>
      <p:sp>
        <p:nvSpPr>
          <p:cNvPr id="2" name="Pladsholder til dato 1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073A802-1AB4-4459-8C81-89F6A01D130D}" type="datetime1">
              <a:rPr lang="da-DK" noProof="0" smtClean="0"/>
              <a:t>03-03-2022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75187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‹nr.›</a:t>
            </a:fld>
            <a:endParaRPr lang="da-DK" noProof="0" dirty="0"/>
          </a:p>
        </p:txBody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756000"/>
            <a:ext cx="11232000" cy="1592880"/>
          </a:xfrm>
        </p:spPr>
        <p:txBody>
          <a:bodyPr/>
          <a:lstStyle>
            <a:lvl1pPr>
              <a:defRPr/>
            </a:lvl1pPr>
          </a:lstStyle>
          <a:p>
            <a:r>
              <a:rPr lang="da-DK" noProof="0" dirty="0"/>
              <a:t>Overskrift</a:t>
            </a:r>
          </a:p>
        </p:txBody>
      </p:sp>
      <p:sp>
        <p:nvSpPr>
          <p:cNvPr id="2" name="Pladsholder til dato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D3ECDF-3189-464E-9A55-76D84C5D0358}" type="datetime1">
              <a:rPr lang="da-DK" noProof="0" smtClean="0"/>
              <a:t>03-03-2022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436889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‹nr.›</a:t>
            </a:fld>
            <a:endParaRPr lang="da-DK" noProof="0" dirty="0"/>
          </a:p>
        </p:txBody>
      </p:sp>
      <p:sp>
        <p:nvSpPr>
          <p:cNvPr id="2" name="Pladsholder til dato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D3ECDF-3189-464E-9A55-76D84C5D0358}" type="datetime1">
              <a:rPr lang="da-DK" noProof="0" smtClean="0"/>
              <a:t>03-03-2022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601705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/>
          </a:p>
        </p:txBody>
      </p:sp>
      <p:sp>
        <p:nvSpPr>
          <p:cNvPr id="11" name="Pladsholder til tekst 9"/>
          <p:cNvSpPr>
            <a:spLocks noGrp="1"/>
          </p:cNvSpPr>
          <p:nvPr>
            <p:ph type="body" sz="quarter" idx="19" hasCustomPrompt="1"/>
          </p:nvPr>
        </p:nvSpPr>
        <p:spPr>
          <a:xfrm>
            <a:off x="468000" y="682641"/>
            <a:ext cx="7644224" cy="4680000"/>
          </a:xfrm>
        </p:spPr>
        <p:txBody>
          <a:bodyPr/>
          <a:lstStyle>
            <a:lvl1pPr marL="0" indent="0">
              <a:lnSpc>
                <a:spcPts val="3800"/>
              </a:lnSpc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da-DK" noProof="0" dirty="0"/>
              <a:t>Afsnitsoverskrift</a:t>
            </a:r>
          </a:p>
        </p:txBody>
      </p:sp>
      <p:pic>
        <p:nvPicPr>
          <p:cNvPr id="5" name="Billed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012000"/>
            <a:ext cx="234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890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lide Brand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866C69AC-C5A2-4D58-8943-5A9B00FBF7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2322846"/>
            <a:ext cx="11232000" cy="540000"/>
          </a:xfrm>
        </p:spPr>
        <p:txBody>
          <a:bodyPr anchor="b" anchorCtr="0">
            <a:noAutofit/>
          </a:bodyPr>
          <a:lstStyle>
            <a:lvl1pPr algn="ctr">
              <a:lnSpc>
                <a:spcPts val="3800"/>
              </a:lnSpc>
              <a:defRPr sz="3600" cap="none" spc="23" baseline="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Titel kapitelslide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2965916"/>
            <a:ext cx="11232000" cy="361936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spcBef>
                <a:spcPts val="0"/>
              </a:spcBef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noProof="0" dirty="0"/>
              <a:t>Undertitel kapitelslide</a:t>
            </a:r>
          </a:p>
        </p:txBody>
      </p:sp>
      <p:pic>
        <p:nvPicPr>
          <p:cNvPr id="7" name="Billed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000" y="5760000"/>
            <a:ext cx="1692000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55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lide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2322846"/>
            <a:ext cx="11232000" cy="540000"/>
          </a:xfrm>
        </p:spPr>
        <p:txBody>
          <a:bodyPr anchor="b" anchorCtr="0">
            <a:noAutofit/>
          </a:bodyPr>
          <a:lstStyle>
            <a:lvl1pPr algn="ctr">
              <a:lnSpc>
                <a:spcPts val="3800"/>
              </a:lnSpc>
              <a:defRPr sz="3600" cap="none" spc="23" baseline="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Titel kapitelslide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2965916"/>
            <a:ext cx="11232000" cy="361936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spcBef>
                <a:spcPts val="0"/>
              </a:spcBef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noProof="0" dirty="0"/>
              <a:t>Undertitel kapitelslide</a:t>
            </a:r>
          </a:p>
        </p:txBody>
      </p:sp>
      <p:pic>
        <p:nvPicPr>
          <p:cNvPr id="8" name="Billed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000" y="5760000"/>
            <a:ext cx="1692000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5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2322846"/>
            <a:ext cx="11232000" cy="540000"/>
          </a:xfrm>
        </p:spPr>
        <p:txBody>
          <a:bodyPr anchor="b" anchorCtr="0">
            <a:noAutofit/>
          </a:bodyPr>
          <a:lstStyle>
            <a:lvl1pPr algn="ctr">
              <a:lnSpc>
                <a:spcPts val="3800"/>
              </a:lnSpc>
              <a:defRPr sz="3600" cap="none" spc="23" baseline="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Titel kapitelslide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2965916"/>
            <a:ext cx="11232000" cy="361936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spcBef>
                <a:spcPts val="0"/>
              </a:spcBef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noProof="0" dirty="0"/>
              <a:t>Undertitel kapitelslide</a:t>
            </a:r>
          </a:p>
        </p:txBody>
      </p:sp>
      <p:pic>
        <p:nvPicPr>
          <p:cNvPr id="8" name="Billed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000" y="5760000"/>
            <a:ext cx="1692000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01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lid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2322846"/>
            <a:ext cx="11232000" cy="540000"/>
          </a:xfrm>
        </p:spPr>
        <p:txBody>
          <a:bodyPr anchor="b" anchorCtr="0">
            <a:noAutofit/>
          </a:bodyPr>
          <a:lstStyle>
            <a:lvl1pPr algn="ctr">
              <a:lnSpc>
                <a:spcPts val="3800"/>
              </a:lnSpc>
              <a:defRPr sz="3600" cap="none" spc="23" baseline="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Titel kapitelslide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2965916"/>
            <a:ext cx="11232000" cy="361936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spcBef>
                <a:spcPts val="0"/>
              </a:spcBef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noProof="0" dirty="0"/>
              <a:t>Undertitel kapitelslide</a:t>
            </a:r>
          </a:p>
        </p:txBody>
      </p:sp>
      <p:pic>
        <p:nvPicPr>
          <p:cNvPr id="8" name="Billed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000" y="5760000"/>
            <a:ext cx="1692000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851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tnings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2322846"/>
            <a:ext cx="11232000" cy="540000"/>
          </a:xfrm>
        </p:spPr>
        <p:txBody>
          <a:bodyPr anchor="b" anchorCtr="0">
            <a:noAutofit/>
          </a:bodyPr>
          <a:lstStyle>
            <a:lvl1pPr algn="ctr">
              <a:lnSpc>
                <a:spcPts val="3800"/>
              </a:lnSpc>
              <a:defRPr sz="3600" cap="none" spc="23" baseline="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Titel afslutningsslide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2965916"/>
            <a:ext cx="11232000" cy="361936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spcBef>
                <a:spcPts val="0"/>
              </a:spcBef>
              <a:buNone/>
              <a:defRPr sz="20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noProof="0" dirty="0"/>
              <a:t>Undertitel afslutningsslide</a:t>
            </a:r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000" y="5760000"/>
            <a:ext cx="1692000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00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68000" y="756000"/>
            <a:ext cx="11232000" cy="46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 noProof="0" dirty="0"/>
              <a:t>Overskrift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68000" y="1548000"/>
            <a:ext cx="11232000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a-DK" noProof="0" dirty="0"/>
              <a:t>Tekst</a:t>
            </a:r>
          </a:p>
          <a:p>
            <a:pPr lvl="1"/>
            <a:r>
              <a:rPr lang="da-DK" noProof="0" dirty="0"/>
              <a:t>Tekst</a:t>
            </a:r>
          </a:p>
          <a:p>
            <a:pPr lvl="2"/>
            <a:r>
              <a:rPr lang="da-DK" noProof="0" dirty="0"/>
              <a:t>Tekst</a:t>
            </a:r>
          </a:p>
          <a:p>
            <a:pPr lvl="3"/>
            <a:r>
              <a:rPr lang="da-DK" noProof="0" dirty="0"/>
              <a:t>Tekst</a:t>
            </a:r>
          </a:p>
          <a:p>
            <a:pPr lvl="4"/>
            <a:r>
              <a:rPr lang="da-DK" noProof="0" dirty="0"/>
              <a:t>Tekst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2"/>
          </p:nvPr>
        </p:nvSpPr>
        <p:spPr>
          <a:xfrm>
            <a:off x="9526087" y="6228000"/>
            <a:ext cx="1824000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2"/>
                </a:solidFill>
              </a:defRPr>
            </a:lvl1pPr>
          </a:lstStyle>
          <a:p>
            <a:fld id="{2073A802-1AB4-4459-8C81-89F6A01D130D}" type="datetime1">
              <a:rPr lang="da-DK" noProof="0" smtClean="0"/>
              <a:t>03-03-2022</a:t>
            </a:fld>
            <a:endParaRPr lang="da-DK" noProof="0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4"/>
          </p:nvPr>
        </p:nvSpPr>
        <p:spPr>
          <a:xfrm>
            <a:off x="11424592" y="6228000"/>
            <a:ext cx="275408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2"/>
                </a:solidFill>
              </a:defRPr>
            </a:lvl1pPr>
          </a:lstStyle>
          <a:p>
            <a:fld id="{20EB7ABC-56F9-4FEF-9CF0-E2D14234E329}" type="slidenum">
              <a:rPr lang="da-DK" noProof="0" smtClean="0"/>
              <a:pPr/>
              <a:t>‹nr.›</a:t>
            </a:fld>
            <a:endParaRPr lang="da-DK" noProof="0" dirty="0"/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11470634" y="6301633"/>
            <a:ext cx="0" cy="9000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Billede 7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012000"/>
            <a:ext cx="234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15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697" r:id="rId2"/>
    <p:sldLayoutId id="2147483717" r:id="rId3"/>
    <p:sldLayoutId id="2147483716" r:id="rId4"/>
    <p:sldLayoutId id="2147483699" r:id="rId5"/>
    <p:sldLayoutId id="2147483701" r:id="rId6"/>
    <p:sldLayoutId id="2147483703" r:id="rId7"/>
    <p:sldLayoutId id="2147483700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</p:sldLayoutIdLst>
  <p:hf hdr="0" ftr="0"/>
  <p:txStyles>
    <p:titleStyle>
      <a:lvl1pPr algn="l" defTabSz="914378" rtl="0" eaLnBrk="1" latinLnBrk="0" hangingPunct="1">
        <a:lnSpc>
          <a:spcPts val="3800"/>
        </a:lnSpc>
        <a:spcBef>
          <a:spcPct val="0"/>
        </a:spcBef>
        <a:buNone/>
        <a:defRPr sz="3600" b="1" kern="1200" cap="none" spc="23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378" rtl="0" eaLnBrk="1" latinLnBrk="0" hangingPunct="1">
        <a:lnSpc>
          <a:spcPts val="3000"/>
        </a:lnSpc>
        <a:spcBef>
          <a:spcPts val="0"/>
        </a:spcBef>
        <a:buClrTx/>
        <a:buSzPct val="100000"/>
        <a:buFont typeface="Arial" panose="020B0604020202020204" pitchFamily="34" charset="0"/>
        <a:buChar char="•"/>
        <a:tabLst>
          <a:tab pos="358775" algn="l"/>
        </a:tabLst>
        <a:defRPr sz="2400" kern="1200">
          <a:solidFill>
            <a:srgbClr val="004250"/>
          </a:solidFill>
          <a:latin typeface="+mn-lt"/>
          <a:ea typeface="+mn-ea"/>
          <a:cs typeface="+mn-cs"/>
        </a:defRPr>
      </a:lvl1pPr>
      <a:lvl2pPr marL="566738" indent="-261938" algn="l" defTabSz="914378" rtl="0" eaLnBrk="1" latinLnBrk="0" hangingPunct="1">
        <a:lnSpc>
          <a:spcPct val="100000"/>
        </a:lnSpc>
        <a:spcBef>
          <a:spcPts val="0"/>
        </a:spcBef>
        <a:buClr>
          <a:srgbClr val="40717C"/>
        </a:buClr>
        <a:buSzPct val="100000"/>
        <a:buFont typeface="Arial" panose="020B0604020202020204" pitchFamily="34" charset="0"/>
        <a:buChar char="•"/>
        <a:defRPr sz="2000" kern="1200">
          <a:solidFill>
            <a:srgbClr val="40717C"/>
          </a:solidFill>
          <a:latin typeface="+mn-lt"/>
          <a:ea typeface="+mn-ea"/>
          <a:cs typeface="+mn-cs"/>
        </a:defRPr>
      </a:lvl2pPr>
      <a:lvl3pPr marL="827088" indent="-260350" algn="l" defTabSz="914378" rtl="0" eaLnBrk="1" latinLnBrk="0" hangingPunct="1">
        <a:lnSpc>
          <a:spcPct val="100000"/>
        </a:lnSpc>
        <a:spcBef>
          <a:spcPts val="0"/>
        </a:spcBef>
        <a:buClrTx/>
        <a:buSzPct val="100000"/>
        <a:buFont typeface="Arial" panose="020B0604020202020204" pitchFamily="34" charset="0"/>
        <a:buChar char="•"/>
        <a:defRPr sz="1800" kern="1200">
          <a:solidFill>
            <a:srgbClr val="7FA0A7"/>
          </a:solidFill>
          <a:latin typeface="+mn-lt"/>
          <a:ea typeface="+mn-ea"/>
          <a:cs typeface="+mn-cs"/>
        </a:defRPr>
      </a:lvl3pPr>
      <a:lvl4pPr marL="1055688" indent="-228600" algn="l" defTabSz="914378" rtl="0" eaLnBrk="1" latinLnBrk="0" hangingPunct="1">
        <a:lnSpc>
          <a:spcPct val="100000"/>
        </a:lnSpc>
        <a:spcBef>
          <a:spcPts val="0"/>
        </a:spcBef>
        <a:buClrTx/>
        <a:buSzPct val="100000"/>
        <a:buFont typeface="Arial" panose="020B0604020202020204" pitchFamily="34" charset="0"/>
        <a:buChar char="•"/>
        <a:defRPr sz="1600" kern="1200">
          <a:solidFill>
            <a:srgbClr val="7FA0A7"/>
          </a:solidFill>
          <a:latin typeface="+mn-lt"/>
          <a:ea typeface="+mn-ea"/>
          <a:cs typeface="+mn-cs"/>
        </a:defRPr>
      </a:lvl4pPr>
      <a:lvl5pPr marL="1262063" indent="-195263" algn="l" defTabSz="914378" rtl="0" eaLnBrk="1" latinLnBrk="0" hangingPunct="1">
        <a:lnSpc>
          <a:spcPct val="100000"/>
        </a:lnSpc>
        <a:spcBef>
          <a:spcPts val="0"/>
        </a:spcBef>
        <a:buClrTx/>
        <a:buSzPct val="100000"/>
        <a:buFont typeface="Arial" panose="020B0604020202020204" pitchFamily="34" charset="0"/>
        <a:buChar char="•"/>
        <a:defRPr sz="1400" kern="1200">
          <a:solidFill>
            <a:srgbClr val="7FA0A7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Miniprojekt Test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a-DK" dirty="0"/>
              <a:t>evaluering</a:t>
            </a:r>
          </a:p>
        </p:txBody>
      </p:sp>
      <p:sp>
        <p:nvSpPr>
          <p:cNvPr id="8" name="Pladsholder til tekst 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a-DK" dirty="0"/>
              <a:t>2. semester</a:t>
            </a:r>
          </a:p>
        </p:txBody>
      </p:sp>
    </p:spTree>
    <p:extLst>
      <p:ext uri="{BB962C8B-B14F-4D97-AF65-F5344CB8AC3E}">
        <p14:creationId xmlns:p14="http://schemas.microsoft.com/office/powerpoint/2010/main" val="3612398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28428A2-5C92-4EA0-80EB-4F79C5E7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Indhold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89BBD997-A78E-4E75-A394-D6258C956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Kort gennemgang af opgavesættet</a:t>
            </a:r>
          </a:p>
          <a:p>
            <a:pPr marL="0" indent="0">
              <a:buNone/>
            </a:pPr>
            <a:r>
              <a:rPr lang="da-DK" dirty="0"/>
              <a:t>- Hvad lagde opgavesættet op til?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Hvad var forventningerne?</a:t>
            </a:r>
          </a:p>
          <a:p>
            <a:pPr marL="0" indent="0">
              <a:buNone/>
            </a:pPr>
            <a:r>
              <a:rPr lang="da-DK" dirty="0"/>
              <a:t>Hvad var resultatet?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Gruppediskussion – forhold jer til den givne respons/jeres oplevelser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Klassedialog om forløbet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2718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0C54637C-D9A0-4F77-8BFE-B5F221E3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3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7430624-647B-4DD4-A3B2-579084999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Forventninger til løsningsproces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8FB305A-7DA8-4550-800E-813C54E8EC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Testformer: Systemtest, unittest og integrationstest</a:t>
            </a:r>
          </a:p>
          <a:p>
            <a:pPr marL="0" indent="0">
              <a:buNone/>
            </a:pPr>
            <a:r>
              <a:rPr lang="da-DK" dirty="0"/>
              <a:t>Test foregår som </a:t>
            </a:r>
            <a:r>
              <a:rPr lang="da-DK" dirty="0" err="1"/>
              <a:t>black</a:t>
            </a:r>
            <a:r>
              <a:rPr lang="da-DK" dirty="0"/>
              <a:t> </a:t>
            </a:r>
            <a:r>
              <a:rPr lang="da-DK" dirty="0" err="1"/>
              <a:t>box</a:t>
            </a:r>
            <a:r>
              <a:rPr lang="da-DK" dirty="0"/>
              <a:t> tests:</a:t>
            </a:r>
          </a:p>
          <a:p>
            <a:pPr marL="0" indent="0">
              <a:buNone/>
            </a:pPr>
            <a:endParaRPr lang="da-DK" dirty="0"/>
          </a:p>
          <a:p>
            <a:pPr>
              <a:lnSpc>
                <a:spcPct val="90000"/>
              </a:lnSpc>
            </a:pPr>
            <a:r>
              <a:rPr lang="da-DK" altLang="da-DK" dirty="0"/>
              <a:t>Fokuserer alene på inputs og outputs</a:t>
            </a:r>
          </a:p>
          <a:p>
            <a:pPr>
              <a:lnSpc>
                <a:spcPct val="90000"/>
              </a:lnSpc>
            </a:pPr>
            <a:r>
              <a:rPr lang="da-DK" altLang="da-DK" dirty="0"/>
              <a:t>Kender ikke interne stier og strukturer i koden</a:t>
            </a:r>
          </a:p>
          <a:p>
            <a:pPr>
              <a:lnSpc>
                <a:spcPct val="90000"/>
              </a:lnSpc>
            </a:pPr>
            <a:r>
              <a:rPr lang="da-DK" altLang="da-DK" dirty="0"/>
              <a:t>Dækningsgraden kendes ikke </a:t>
            </a:r>
          </a:p>
          <a:p>
            <a:pPr>
              <a:lnSpc>
                <a:spcPct val="90000"/>
              </a:lnSpc>
            </a:pPr>
            <a:r>
              <a:rPr lang="da-DK" altLang="da-DK" dirty="0"/>
              <a:t>Testen baseres på krav- og designspecifikationer </a:t>
            </a:r>
          </a:p>
          <a:p>
            <a:pPr>
              <a:lnSpc>
                <a:spcPct val="90000"/>
              </a:lnSpc>
            </a:pPr>
            <a:r>
              <a:rPr lang="da-DK" altLang="da-DK" dirty="0"/>
              <a:t>Kan anvendes på alle niveauer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EB7AB8E-1CBD-4873-8363-94F2C74B1FF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a-DK" noProof="0" dirty="0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B1D946AC-7F77-40F6-9BCD-CA75B0040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9" r="8711" b="7893"/>
          <a:stretch>
            <a:fillRect/>
          </a:stretch>
        </p:blipFill>
        <p:spPr bwMode="auto">
          <a:xfrm>
            <a:off x="8063962" y="2564904"/>
            <a:ext cx="3286125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32">
            <a:extLst>
              <a:ext uri="{FF2B5EF4-FFF2-40B4-BE49-F238E27FC236}">
                <a16:creationId xmlns:a16="http://schemas.microsoft.com/office/drawing/2014/main" id="{7CA4F1A3-68A1-4677-8EEC-692A511AE97F}"/>
              </a:ext>
            </a:extLst>
          </p:cNvPr>
          <p:cNvGrpSpPr>
            <a:grpSpLocks/>
          </p:cNvGrpSpPr>
          <p:nvPr/>
        </p:nvGrpSpPr>
        <p:grpSpPr bwMode="auto">
          <a:xfrm>
            <a:off x="2904067" y="4419441"/>
            <a:ext cx="7504113" cy="1817687"/>
            <a:chOff x="432" y="1296"/>
            <a:chExt cx="4871" cy="1388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FB752B14-05A3-4BD8-9644-0BD0D1186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1732"/>
              <a:ext cx="472" cy="524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100000"/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Calibri" pitchFamily="34" charset="0"/>
                </a:defRPr>
              </a:lvl1pPr>
              <a:lvl2pPr marL="593725" indent="-284163" eaLnBrk="0" hangingPunct="0">
                <a:spcBef>
                  <a:spcPct val="20000"/>
                </a:spcBef>
                <a:buSzPct val="100000"/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827088" indent="-284163" eaLnBrk="0" hangingPunct="0">
                <a:spcBef>
                  <a:spcPct val="20000"/>
                </a:spcBef>
                <a:buSzPct val="100000"/>
                <a:buBlip>
                  <a:blip r:embed="rId5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096963" indent="-284163" eaLnBrk="0" hangingPunct="0">
                <a:spcBef>
                  <a:spcPct val="20000"/>
                </a:spcBef>
                <a:buSzPct val="10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1247775" indent="-176213" eaLnBrk="0" hangingPunct="0">
                <a:spcBef>
                  <a:spcPct val="20000"/>
                </a:spcBef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17049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1621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26193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0765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da-DK" altLang="da-DK" sz="2400" dirty="0">
                <a:latin typeface="Arial" pitchFamily="34" charset="0"/>
                <a:ea typeface="MS PGothic" pitchFamily="34" charset="-128"/>
              </a:endParaRPr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A7B3AA33-5545-47E1-89D1-F1FD0358C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1" y="1684"/>
              <a:ext cx="952" cy="76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100000"/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Calibri" pitchFamily="34" charset="0"/>
                </a:defRPr>
              </a:lvl1pPr>
              <a:lvl2pPr marL="593725" indent="-284163" eaLnBrk="0" hangingPunct="0">
                <a:spcBef>
                  <a:spcPct val="20000"/>
                </a:spcBef>
                <a:buSzPct val="100000"/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827088" indent="-284163" eaLnBrk="0" hangingPunct="0">
                <a:spcBef>
                  <a:spcPct val="20000"/>
                </a:spcBef>
                <a:buSzPct val="100000"/>
                <a:buBlip>
                  <a:blip r:embed="rId5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096963" indent="-284163" eaLnBrk="0" hangingPunct="0">
                <a:spcBef>
                  <a:spcPct val="20000"/>
                </a:spcBef>
                <a:buSzPct val="10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1247775" indent="-176213" eaLnBrk="0" hangingPunct="0">
                <a:spcBef>
                  <a:spcPct val="20000"/>
                </a:spcBef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17049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1621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26193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0765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da-DK" altLang="da-DK" sz="2400">
                <a:latin typeface="Arial" pitchFamily="34" charset="0"/>
                <a:ea typeface="MS PGothic" pitchFamily="34" charset="-128"/>
              </a:endParaRPr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1A7B6DC3-49EB-45B4-8145-7FF0E8E69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7" y="1540"/>
              <a:ext cx="1288" cy="1144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100000"/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Calibri" pitchFamily="34" charset="0"/>
                </a:defRPr>
              </a:lvl1pPr>
              <a:lvl2pPr marL="593725" indent="-284163" eaLnBrk="0" hangingPunct="0">
                <a:spcBef>
                  <a:spcPct val="20000"/>
                </a:spcBef>
                <a:buSzPct val="100000"/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827088" indent="-284163" eaLnBrk="0" hangingPunct="0">
                <a:spcBef>
                  <a:spcPct val="20000"/>
                </a:spcBef>
                <a:buSzPct val="100000"/>
                <a:buBlip>
                  <a:blip r:embed="rId5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096963" indent="-284163" eaLnBrk="0" hangingPunct="0">
                <a:spcBef>
                  <a:spcPct val="20000"/>
                </a:spcBef>
                <a:buSzPct val="10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1247775" indent="-176213" eaLnBrk="0" hangingPunct="0">
                <a:spcBef>
                  <a:spcPct val="20000"/>
                </a:spcBef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17049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1621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26193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0765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da-DK" altLang="da-DK" sz="2400">
                <a:latin typeface="Arial" pitchFamily="34" charset="0"/>
                <a:ea typeface="MS PGothic" pitchFamily="34" charset="-128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3F3D8C98-5862-46B8-8D0E-A50A33EA6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88"/>
              <a:ext cx="42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100000"/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Calibri" pitchFamily="34" charset="0"/>
                </a:defRPr>
              </a:lvl1pPr>
              <a:lvl2pPr marL="593725" indent="-284163" eaLnBrk="0" hangingPunct="0">
                <a:spcBef>
                  <a:spcPct val="20000"/>
                </a:spcBef>
                <a:buSzPct val="100000"/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827088" indent="-284163" eaLnBrk="0" hangingPunct="0">
                <a:spcBef>
                  <a:spcPct val="20000"/>
                </a:spcBef>
                <a:buSzPct val="100000"/>
                <a:buBlip>
                  <a:blip r:embed="rId5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096963" indent="-284163" eaLnBrk="0" hangingPunct="0">
                <a:spcBef>
                  <a:spcPct val="20000"/>
                </a:spcBef>
                <a:buSzPct val="10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1247775" indent="-176213" eaLnBrk="0" hangingPunct="0">
                <a:spcBef>
                  <a:spcPct val="20000"/>
                </a:spcBef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17049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1621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26193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0765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da-DK" sz="2000" b="1">
                  <a:solidFill>
                    <a:srgbClr val="A50021"/>
                  </a:solidFill>
                  <a:latin typeface="Arial" pitchFamily="34" charset="0"/>
                  <a:ea typeface="MS PGothic" pitchFamily="34" charset="-128"/>
                </a:rPr>
                <a:t>Unit</a:t>
              </a:r>
              <a:endParaRPr lang="en-US" altLang="da-DK" sz="2000" b="1">
                <a:solidFill>
                  <a:srgbClr val="FFFFFF"/>
                </a:solidFill>
                <a:latin typeface="Arial" pitchFamily="34" charset="0"/>
                <a:ea typeface="MS PGothic" pitchFamily="34" charset="-128"/>
              </a:endParaRPr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F459D012-6CC6-4DAD-86AA-84D58E3C4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440"/>
              <a:ext cx="97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100000"/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Calibri" pitchFamily="34" charset="0"/>
                </a:defRPr>
              </a:lvl1pPr>
              <a:lvl2pPr marL="593725" indent="-284163" eaLnBrk="0" hangingPunct="0">
                <a:spcBef>
                  <a:spcPct val="20000"/>
                </a:spcBef>
                <a:buSzPct val="100000"/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827088" indent="-284163" eaLnBrk="0" hangingPunct="0">
                <a:spcBef>
                  <a:spcPct val="20000"/>
                </a:spcBef>
                <a:buSzPct val="100000"/>
                <a:buBlip>
                  <a:blip r:embed="rId5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096963" indent="-284163" eaLnBrk="0" hangingPunct="0">
                <a:spcBef>
                  <a:spcPct val="20000"/>
                </a:spcBef>
                <a:buSzPct val="10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1247775" indent="-176213" eaLnBrk="0" hangingPunct="0">
                <a:spcBef>
                  <a:spcPct val="20000"/>
                </a:spcBef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17049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1621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26193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0765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da-DK" sz="2000" b="1">
                  <a:solidFill>
                    <a:srgbClr val="A50021"/>
                  </a:solidFill>
                  <a:latin typeface="Arial" pitchFamily="34" charset="0"/>
                  <a:ea typeface="MS PGothic" pitchFamily="34" charset="-128"/>
                </a:rPr>
                <a:t>Subsystem</a:t>
              </a:r>
              <a:endParaRPr lang="en-US" altLang="da-DK" sz="2000" b="1">
                <a:solidFill>
                  <a:srgbClr val="FFFFFF"/>
                </a:solidFill>
                <a:latin typeface="Arial" pitchFamily="34" charset="0"/>
                <a:ea typeface="MS PGothic" pitchFamily="34" charset="-128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EEAC955C-B2E8-4600-BA9B-07FE9E1F0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296"/>
              <a:ext cx="68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100000"/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Calibri" pitchFamily="34" charset="0"/>
                </a:defRPr>
              </a:lvl1pPr>
              <a:lvl2pPr marL="593725" indent="-284163" eaLnBrk="0" hangingPunct="0">
                <a:spcBef>
                  <a:spcPct val="20000"/>
                </a:spcBef>
                <a:buSzPct val="100000"/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827088" indent="-284163" eaLnBrk="0" hangingPunct="0">
                <a:spcBef>
                  <a:spcPct val="20000"/>
                </a:spcBef>
                <a:buSzPct val="100000"/>
                <a:buBlip>
                  <a:blip r:embed="rId5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096963" indent="-284163" eaLnBrk="0" hangingPunct="0">
                <a:spcBef>
                  <a:spcPct val="20000"/>
                </a:spcBef>
                <a:buSzPct val="100000"/>
                <a:buBlip>
                  <a:blip r:embed="rId6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1247775" indent="-176213" eaLnBrk="0" hangingPunct="0">
                <a:spcBef>
                  <a:spcPct val="20000"/>
                </a:spcBef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17049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1621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26193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076575" indent="-176213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da-DK" sz="2000" b="1">
                  <a:solidFill>
                    <a:srgbClr val="A50021"/>
                  </a:solidFill>
                  <a:latin typeface="Arial" pitchFamily="34" charset="0"/>
                  <a:ea typeface="MS PGothic" pitchFamily="34" charset="-128"/>
                </a:rPr>
                <a:t>System</a:t>
              </a:r>
              <a:endParaRPr lang="en-US" altLang="da-DK" sz="2000" b="1">
                <a:solidFill>
                  <a:srgbClr val="FFFFFF"/>
                </a:solidFill>
                <a:latin typeface="Arial" pitchFamily="34" charset="0"/>
                <a:ea typeface="MS PGothic" pitchFamily="34" charset="-128"/>
              </a:endParaRP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5922DDCA-E37E-44AB-847F-F6AC64925E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016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51B7FD51-8513-4504-BC74-112105EC09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5" y="2016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a-DK"/>
            </a:p>
          </p:txBody>
        </p:sp>
        <p:grpSp>
          <p:nvGrpSpPr>
            <p:cNvPr id="16" name="Group 29">
              <a:extLst>
                <a:ext uri="{FF2B5EF4-FFF2-40B4-BE49-F238E27FC236}">
                  <a16:creationId xmlns:a16="http://schemas.microsoft.com/office/drawing/2014/main" id="{56FD9743-E38F-45B8-9F48-96EA4CF563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1925"/>
              <a:ext cx="288" cy="287"/>
              <a:chOff x="1680" y="1872"/>
              <a:chExt cx="288" cy="287"/>
            </a:xfrm>
          </p:grpSpPr>
          <p:sp>
            <p:nvSpPr>
              <p:cNvPr id="30" name="Line 12">
                <a:extLst>
                  <a:ext uri="{FF2B5EF4-FFF2-40B4-BE49-F238E27FC236}">
                    <a16:creationId xmlns:a16="http://schemas.microsoft.com/office/drawing/2014/main" id="{A0AF85B5-E256-46EF-952D-7B4B95A18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87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1" name="Line 14">
                <a:extLst>
                  <a:ext uri="{FF2B5EF4-FFF2-40B4-BE49-F238E27FC236}">
                    <a16:creationId xmlns:a16="http://schemas.microsoft.com/office/drawing/2014/main" id="{04FD13D3-587E-408D-A8D3-A1177FC164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159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2" name="Line 15">
                <a:extLst>
                  <a:ext uri="{FF2B5EF4-FFF2-40B4-BE49-F238E27FC236}">
                    <a16:creationId xmlns:a16="http://schemas.microsoft.com/office/drawing/2014/main" id="{2083DB8E-AD40-481B-B43A-10CE6254A1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015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</p:grpSp>
        <p:sp>
          <p:nvSpPr>
            <p:cNvPr id="17" name="Line 20">
              <a:extLst>
                <a:ext uri="{FF2B5EF4-FFF2-40B4-BE49-F238E27FC236}">
                  <a16:creationId xmlns:a16="http://schemas.microsoft.com/office/drawing/2014/main" id="{5472C0C8-6E5C-4930-AC20-46A2ED4C3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3" y="202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8" name="Line 21">
              <a:extLst>
                <a:ext uri="{FF2B5EF4-FFF2-40B4-BE49-F238E27FC236}">
                  <a16:creationId xmlns:a16="http://schemas.microsoft.com/office/drawing/2014/main" id="{3A362E87-CE1D-4630-B2DF-0B5E77D09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3" y="216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a-DK"/>
            </a:p>
          </p:txBody>
        </p:sp>
        <p:grpSp>
          <p:nvGrpSpPr>
            <p:cNvPr id="19" name="Group 27">
              <a:extLst>
                <a:ext uri="{FF2B5EF4-FFF2-40B4-BE49-F238E27FC236}">
                  <a16:creationId xmlns:a16="http://schemas.microsoft.com/office/drawing/2014/main" id="{3502A2CD-B2F9-418A-B6A7-4F2B9FF2B9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9" y="1753"/>
              <a:ext cx="288" cy="691"/>
              <a:chOff x="3439" y="1900"/>
              <a:chExt cx="288" cy="691"/>
            </a:xfrm>
          </p:grpSpPr>
          <p:sp>
            <p:nvSpPr>
              <p:cNvPr id="25" name="Line 16">
                <a:extLst>
                  <a:ext uri="{FF2B5EF4-FFF2-40B4-BE49-F238E27FC236}">
                    <a16:creationId xmlns:a16="http://schemas.microsoft.com/office/drawing/2014/main" id="{397E3CD8-D564-4982-A09E-9DDD08AE25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9" y="2245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6" name="Line 17">
                <a:extLst>
                  <a:ext uri="{FF2B5EF4-FFF2-40B4-BE49-F238E27FC236}">
                    <a16:creationId xmlns:a16="http://schemas.microsoft.com/office/drawing/2014/main" id="{AB1E6149-F209-4508-BA0E-23C036CC65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9" y="2072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7" name="Line 18">
                <a:extLst>
                  <a:ext uri="{FF2B5EF4-FFF2-40B4-BE49-F238E27FC236}">
                    <a16:creationId xmlns:a16="http://schemas.microsoft.com/office/drawing/2014/main" id="{41A555B1-DD94-44E1-8222-4A0B82A21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9" y="241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8" name="Line 19">
                <a:extLst>
                  <a:ext uri="{FF2B5EF4-FFF2-40B4-BE49-F238E27FC236}">
                    <a16:creationId xmlns:a16="http://schemas.microsoft.com/office/drawing/2014/main" id="{F495DFE2-3F67-4DF1-B036-50180320C3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9" y="1900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9" name="Line 22">
                <a:extLst>
                  <a:ext uri="{FF2B5EF4-FFF2-40B4-BE49-F238E27FC236}">
                    <a16:creationId xmlns:a16="http://schemas.microsoft.com/office/drawing/2014/main" id="{24AD32ED-EAAF-473C-B7FB-2C09FCC3CA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9" y="2591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</p:grpSp>
        <p:grpSp>
          <p:nvGrpSpPr>
            <p:cNvPr id="20" name="Group 28">
              <a:extLst>
                <a:ext uri="{FF2B5EF4-FFF2-40B4-BE49-F238E27FC236}">
                  <a16:creationId xmlns:a16="http://schemas.microsoft.com/office/drawing/2014/main" id="{BC7E3264-F016-4B44-8D13-53F349B308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15" y="1839"/>
              <a:ext cx="288" cy="518"/>
              <a:chOff x="5015" y="2015"/>
              <a:chExt cx="288" cy="518"/>
            </a:xfrm>
          </p:grpSpPr>
          <p:sp>
            <p:nvSpPr>
              <p:cNvPr id="21" name="Line 23">
                <a:extLst>
                  <a:ext uri="{FF2B5EF4-FFF2-40B4-BE49-F238E27FC236}">
                    <a16:creationId xmlns:a16="http://schemas.microsoft.com/office/drawing/2014/main" id="{505DD7CD-6431-4768-BB5B-FADBF4FF50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5" y="2015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2" name="Line 24">
                <a:extLst>
                  <a:ext uri="{FF2B5EF4-FFF2-40B4-BE49-F238E27FC236}">
                    <a16:creationId xmlns:a16="http://schemas.microsoft.com/office/drawing/2014/main" id="{0A148994-F00B-4E55-85B6-33417C4309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5" y="218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3" name="Line 25">
                <a:extLst>
                  <a:ext uri="{FF2B5EF4-FFF2-40B4-BE49-F238E27FC236}">
                    <a16:creationId xmlns:a16="http://schemas.microsoft.com/office/drawing/2014/main" id="{C685E91B-BFD6-436A-84E4-C90B30E364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5" y="2360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4" name="Line 26">
                <a:extLst>
                  <a:ext uri="{FF2B5EF4-FFF2-40B4-BE49-F238E27FC236}">
                    <a16:creationId xmlns:a16="http://schemas.microsoft.com/office/drawing/2014/main" id="{1BFF75E9-F6D8-4E25-8738-B5AA23504A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5" y="2533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8071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0D8D8207-E126-4F6D-8BEA-256C8CE09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4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5A47C6D-AF9D-41D5-BC84-1D45781C1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Test niveauer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DF9C7C1-7A46-406F-A1C9-F0FC5CC60B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0485" y="1548000"/>
            <a:ext cx="11231033" cy="4257264"/>
          </a:xfrm>
        </p:spPr>
        <p:txBody>
          <a:bodyPr/>
          <a:lstStyle/>
          <a:p>
            <a:pPr>
              <a:defRPr/>
            </a:pPr>
            <a:r>
              <a:rPr lang="da-DK" dirty="0">
                <a:solidFill>
                  <a:schemeClr val="accent1"/>
                </a:solidFill>
              </a:rPr>
              <a:t>Et OO program testes på forskellige niveauer for at kunne afdække fejl:</a:t>
            </a:r>
          </a:p>
          <a:p>
            <a:pPr lvl="1">
              <a:defRPr/>
            </a:pPr>
            <a:endParaRPr lang="da-DK" dirty="0">
              <a:solidFill>
                <a:schemeClr val="accent1"/>
              </a:solidFill>
            </a:endParaRPr>
          </a:p>
          <a:p>
            <a:pPr lvl="1">
              <a:defRPr/>
            </a:pPr>
            <a:r>
              <a:rPr lang="da-DK" dirty="0">
                <a:solidFill>
                  <a:schemeClr val="accent1"/>
                </a:solidFill>
              </a:rPr>
              <a:t>Unittest – inden for den enkelte klasse</a:t>
            </a:r>
          </a:p>
          <a:p>
            <a:pPr lvl="2">
              <a:defRPr/>
            </a:pPr>
            <a:r>
              <a:rPr lang="da-DK" dirty="0">
                <a:solidFill>
                  <a:schemeClr val="accent1"/>
                </a:solidFill>
              </a:rPr>
              <a:t>En enkelt metode som en del af en klasse</a:t>
            </a:r>
          </a:p>
          <a:p>
            <a:pPr lvl="2">
              <a:defRPr/>
            </a:pPr>
            <a:r>
              <a:rPr lang="da-DK" dirty="0">
                <a:solidFill>
                  <a:schemeClr val="accent1"/>
                </a:solidFill>
              </a:rPr>
              <a:t>Interaktionen mellem en klasses metoder</a:t>
            </a:r>
          </a:p>
          <a:p>
            <a:pPr lvl="2">
              <a:defRPr/>
            </a:pPr>
            <a:endParaRPr lang="da-DK" dirty="0">
              <a:solidFill>
                <a:schemeClr val="accent1"/>
              </a:solidFill>
            </a:endParaRPr>
          </a:p>
          <a:p>
            <a:pPr lvl="1">
              <a:defRPr/>
            </a:pPr>
            <a:r>
              <a:rPr lang="da-DK" dirty="0">
                <a:solidFill>
                  <a:schemeClr val="accent1"/>
                </a:solidFill>
              </a:rPr>
              <a:t>Integrationstest - mellem klasser</a:t>
            </a:r>
          </a:p>
          <a:p>
            <a:pPr lvl="2">
              <a:defRPr/>
            </a:pPr>
            <a:r>
              <a:rPr lang="da-DK" dirty="0">
                <a:solidFill>
                  <a:schemeClr val="accent1"/>
                </a:solidFill>
              </a:rPr>
              <a:t>Samarbejdet mellem klasserne</a:t>
            </a:r>
          </a:p>
          <a:p>
            <a:pPr lvl="2">
              <a:defRPr/>
            </a:pPr>
            <a:r>
              <a:rPr lang="da-DK" dirty="0">
                <a:solidFill>
                  <a:schemeClr val="accent1"/>
                </a:solidFill>
              </a:rPr>
              <a:t>Interagerende metoder på tværs af klasserne</a:t>
            </a:r>
          </a:p>
          <a:p>
            <a:pPr lvl="2">
              <a:defRPr/>
            </a:pPr>
            <a:endParaRPr lang="da-DK" dirty="0">
              <a:solidFill>
                <a:schemeClr val="accent1"/>
              </a:solidFill>
            </a:endParaRPr>
          </a:p>
          <a:p>
            <a:pPr lvl="1">
              <a:defRPr/>
            </a:pPr>
            <a:r>
              <a:rPr lang="da-DK" dirty="0">
                <a:solidFill>
                  <a:schemeClr val="accent1"/>
                </a:solidFill>
              </a:rPr>
              <a:t>Systemtest – hele systemet</a:t>
            </a:r>
          </a:p>
          <a:p>
            <a:pPr lvl="2">
              <a:defRPr/>
            </a:pPr>
            <a:r>
              <a:rPr lang="da-DK" dirty="0">
                <a:solidFill>
                  <a:schemeClr val="accent1"/>
                </a:solidFill>
              </a:rPr>
              <a:t>Fokus på de handlinger der er synlige for brugeren og  systemets respons herpå</a:t>
            </a:r>
          </a:p>
          <a:p>
            <a:pPr lvl="2">
              <a:defRPr/>
            </a:pPr>
            <a:r>
              <a:rPr lang="da-DK" dirty="0" err="1">
                <a:solidFill>
                  <a:schemeClr val="accent1"/>
                </a:solidFill>
              </a:rPr>
              <a:t>Use</a:t>
            </a:r>
            <a:r>
              <a:rPr lang="da-DK" dirty="0">
                <a:solidFill>
                  <a:schemeClr val="accent1"/>
                </a:solidFill>
              </a:rPr>
              <a:t> case funktionalitet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8FAD8E4-0728-42AD-9C5B-22C65FDB750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465401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3CBEA794-B2FC-4EBB-A3B1-13D985D7D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5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84B3F5E-46D0-4C76-80C0-AE71F45B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Fremgangsmåde ved Systemtests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E20B8C7-1F43-48E0-84BF-BB6C7A520C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a-DK" dirty="0" err="1"/>
              <a:t>Use</a:t>
            </a:r>
            <a:r>
              <a:rPr lang="da-DK" dirty="0"/>
              <a:t> case drevet tests ud fra alle </a:t>
            </a:r>
            <a:r>
              <a:rPr lang="da-DK" dirty="0" err="1"/>
              <a:t>fully</a:t>
            </a:r>
            <a:r>
              <a:rPr lang="da-DK" dirty="0"/>
              <a:t> </a:t>
            </a:r>
            <a:r>
              <a:rPr lang="da-DK" dirty="0" err="1"/>
              <a:t>dressed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cases.  Alle typer flows og specielle krav/uddrag af </a:t>
            </a:r>
            <a:r>
              <a:rPr lang="da-DK" dirty="0" err="1"/>
              <a:t>acceptkriterer</a:t>
            </a:r>
            <a:r>
              <a:rPr lang="da-DK" dirty="0"/>
              <a:t> er påført.</a:t>
            </a:r>
          </a:p>
          <a:p>
            <a:pPr marL="457200" indent="-457200">
              <a:buFont typeface="+mj-lt"/>
              <a:buAutoNum type="arabicPeriod"/>
            </a:pPr>
            <a:r>
              <a:rPr lang="da-DK" dirty="0"/>
              <a:t>Scenarie for hvert flow. Opstilles grafisk med id for hvert scenarie.</a:t>
            </a:r>
          </a:p>
          <a:p>
            <a:pPr marL="457200" indent="-457200">
              <a:buFont typeface="+mj-lt"/>
              <a:buAutoNum type="arabicPeriod"/>
            </a:pPr>
            <a:r>
              <a:rPr lang="da-DK" dirty="0"/>
              <a:t>Test case for hvert scenarie. Mindst én case pr scenarie med </a:t>
            </a:r>
            <a:r>
              <a:rPr lang="da-DK" dirty="0" err="1"/>
              <a:t>conditions</a:t>
            </a:r>
            <a:r>
              <a:rPr lang="da-DK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da-DK" dirty="0"/>
              <a:t>Tilføj data værdier til alle testcases.</a:t>
            </a:r>
          </a:p>
          <a:p>
            <a:pPr marL="457200" indent="-457200">
              <a:buFont typeface="+mj-lt"/>
              <a:buAutoNum type="arabicPeriod"/>
            </a:pPr>
            <a:endParaRPr lang="da-DK" dirty="0"/>
          </a:p>
          <a:p>
            <a:pPr marL="457200" indent="-457200">
              <a:buFont typeface="+mj-lt"/>
              <a:buAutoNum type="arabicPeriod"/>
            </a:pP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E6DBC71-90A7-4D2A-BF55-6019415E123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828363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18BFD05D-7217-4FD6-938A-EF3A5833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6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C54844A-D702-4AC1-93E3-4065B9874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Fremgangsmåde ved integrationstest i OO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F996C3F-98D2-4040-8A10-CB32B96E15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a-DK" dirty="0"/>
              <a:t>Drevet af UML interaktionsdiagrammer</a:t>
            </a:r>
          </a:p>
          <a:p>
            <a:pPr marL="457200" indent="-457200">
              <a:buFont typeface="+mj-lt"/>
              <a:buAutoNum type="arabicPeriod"/>
            </a:pPr>
            <a:r>
              <a:rPr lang="da-DK" dirty="0"/>
              <a:t>Udvælg stier i diagrammet  der dækker kritiske områder og </a:t>
            </a:r>
            <a:r>
              <a:rPr lang="da-DK" dirty="0" err="1"/>
              <a:t>conditions</a:t>
            </a:r>
            <a:endParaRPr lang="da-DK" dirty="0"/>
          </a:p>
          <a:p>
            <a:pPr marL="457200" indent="-457200">
              <a:buFont typeface="+mj-lt"/>
              <a:buAutoNum type="arabicPeriod"/>
            </a:pPr>
            <a:r>
              <a:rPr lang="da-DK" dirty="0"/>
              <a:t>”træk” testobjektet gennem de valgte stier.</a:t>
            </a:r>
          </a:p>
          <a:p>
            <a:pPr marL="457200" indent="-457200">
              <a:buFont typeface="+mj-lt"/>
              <a:buAutoNum type="arabicPeriod"/>
            </a:pPr>
            <a:r>
              <a:rPr lang="da-DK" dirty="0"/>
              <a:t>Opsæt ækvivalente klasser og benyt grænseværdianalyse</a:t>
            </a:r>
          </a:p>
          <a:p>
            <a:pPr marL="457200" indent="-457200">
              <a:buFont typeface="+mj-lt"/>
              <a:buAutoNum type="arabicPeriod"/>
            </a:pPr>
            <a:r>
              <a:rPr lang="da-DK" dirty="0"/>
              <a:t>Anvend kombinatorik i tilfælde af mere end en parameter</a:t>
            </a:r>
          </a:p>
          <a:p>
            <a:pPr marL="457200" indent="-457200">
              <a:buFont typeface="+mj-lt"/>
              <a:buAutoNum type="arabicPeriod"/>
            </a:pPr>
            <a:r>
              <a:rPr lang="da-DK" dirty="0"/>
              <a:t>Opstil en række både positive og negative testcases</a:t>
            </a:r>
          </a:p>
          <a:p>
            <a:pPr marL="0" indent="0">
              <a:buNone/>
            </a:pPr>
            <a:endParaRPr lang="da-DK" dirty="0"/>
          </a:p>
          <a:p>
            <a:pPr marL="457200" indent="-457200">
              <a:buFont typeface="+mj-lt"/>
              <a:buAutoNum type="arabicPeriod"/>
            </a:pP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9310A7E-79AE-4BA5-8DA2-DA7E16FB598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925723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34ACD74-A6A1-44D3-964E-D37D0E052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7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F7E6F80-B373-4E0B-81D8-72E3884B3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Ækvivalente klasser og grænseområder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7BC7EE6-4C64-48E8-8AD8-CF55ADEC2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  <a:defRPr/>
            </a:pPr>
            <a:r>
              <a:rPr lang="da-DK" dirty="0"/>
              <a:t>Formålet er at minimere antallet af test cases og samtidigt opnå en acceptabel dækning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da-DK" dirty="0"/>
          </a:p>
          <a:p>
            <a:pPr>
              <a:lnSpc>
                <a:spcPct val="80000"/>
              </a:lnSpc>
              <a:defRPr/>
            </a:pPr>
            <a:r>
              <a:rPr lang="da-DK" dirty="0"/>
              <a:t>Steps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da-DK" dirty="0"/>
          </a:p>
          <a:p>
            <a:pPr marL="941388" lvl="2" indent="-457200">
              <a:lnSpc>
                <a:spcPct val="80000"/>
              </a:lnSpc>
              <a:buFont typeface="+mj-lt"/>
              <a:buAutoNum type="arabicPeriod"/>
              <a:defRPr/>
            </a:pPr>
            <a:r>
              <a:rPr lang="da-DK" sz="2000" dirty="0"/>
              <a:t>Identificer ækvivalente klasser, </a:t>
            </a:r>
            <a:r>
              <a:rPr lang="da-DK" sz="2000" dirty="0" err="1"/>
              <a:t>dvs</a:t>
            </a:r>
            <a:r>
              <a:rPr lang="da-DK" sz="2000" dirty="0"/>
              <a:t> input som håndteres på samme måde af systemet.</a:t>
            </a:r>
            <a:br>
              <a:rPr lang="da-DK" sz="2000" dirty="0"/>
            </a:br>
            <a:endParaRPr lang="da-DK" sz="2000" dirty="0"/>
          </a:p>
          <a:p>
            <a:pPr marL="1000125" lvl="2" indent="-457200">
              <a:lnSpc>
                <a:spcPct val="80000"/>
              </a:lnSpc>
              <a:buFont typeface="+mj-lt"/>
              <a:buAutoNum type="arabicPeriod"/>
              <a:defRPr/>
            </a:pPr>
            <a:r>
              <a:rPr lang="da-DK" sz="2000" dirty="0"/>
              <a:t>Udled testcasene ud fra grænseområder mellem hver af de ækvivalente klasser (hvis de er numeriske)</a:t>
            </a:r>
          </a:p>
          <a:p>
            <a:endParaRPr lang="da-DK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BCA874C3-83DD-40C9-A47A-0585F657F7F0}"/>
              </a:ext>
            </a:extLst>
          </p:cNvPr>
          <p:cNvGrpSpPr>
            <a:grpSpLocks/>
          </p:cNvGrpSpPr>
          <p:nvPr/>
        </p:nvGrpSpPr>
        <p:grpSpPr bwMode="auto">
          <a:xfrm>
            <a:off x="2639616" y="4909026"/>
            <a:ext cx="6019800" cy="685800"/>
            <a:chOff x="1152" y="3504"/>
            <a:chExt cx="3792" cy="432"/>
          </a:xfrm>
        </p:grpSpPr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89960746-AAB6-46B9-8968-D2E9E59DB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618"/>
              <a:ext cx="3744" cy="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F25FB472-9B71-41AD-B737-82F38637D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3504"/>
              <a:ext cx="0" cy="242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8162611E-AB49-412E-A433-A0BC1BFE0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3504"/>
              <a:ext cx="0" cy="242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5DD14A29-F0E1-4A81-8386-F55EC8826C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648"/>
              <a:ext cx="10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100000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100000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SzPct val="100000"/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SzPct val="100000"/>
                <a:buBlip>
                  <a:blip r:embed="rId5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da-DK" sz="2400" b="1">
                  <a:solidFill>
                    <a:srgbClr val="A50021"/>
                  </a:solidFill>
                  <a:latin typeface="Arial" pitchFamily="34" charset="0"/>
                </a:rPr>
                <a:t>Valid</a:t>
              </a:r>
              <a:endParaRPr lang="en-US" altLang="da-DK" sz="2400">
                <a:solidFill>
                  <a:srgbClr val="FFFF66"/>
                </a:solidFill>
                <a:latin typeface="Arial" pitchFamily="34" charset="0"/>
              </a:endParaRP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F972AF83-AA3C-45FE-AFA7-6D9F55969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648"/>
              <a:ext cx="9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100000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100000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SzPct val="100000"/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SzPct val="100000"/>
                <a:buBlip>
                  <a:blip r:embed="rId5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da-DK" sz="2400" b="1">
                  <a:solidFill>
                    <a:srgbClr val="A50021"/>
                  </a:solidFill>
                  <a:latin typeface="Arial" pitchFamily="34" charset="0"/>
                </a:rPr>
                <a:t>Invalid</a:t>
              </a:r>
              <a:endParaRPr lang="en-US" altLang="da-DK" sz="2400">
                <a:solidFill>
                  <a:srgbClr val="FFFF66"/>
                </a:solidFill>
                <a:latin typeface="Arial" pitchFamily="34" charset="0"/>
              </a:endParaRP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FEFFE5F2-A06D-4EFE-BFE9-2995981EC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648"/>
              <a:ext cx="9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100000"/>
                <a:buBlip>
                  <a:blip r:embed="rId2"/>
                </a:buBlip>
                <a:defRPr sz="28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100000"/>
                <a:buBlip>
                  <a:blip r:embed="rId3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SzPct val="100000"/>
                <a:buBlip>
                  <a:blip r:embed="rId4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SzPct val="100000"/>
                <a:buBlip>
                  <a:blip r:embed="rId5"/>
                </a:buBlip>
                <a:defRPr sz="24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Lucida Grande"/>
                <a:buChar char="⋅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da-DK" sz="2400" b="1">
                  <a:solidFill>
                    <a:srgbClr val="A50021"/>
                  </a:solidFill>
                  <a:latin typeface="Arial" pitchFamily="34" charset="0"/>
                </a:rPr>
                <a:t>Invalid</a:t>
              </a:r>
              <a:endParaRPr lang="en-US" altLang="da-DK" sz="2400">
                <a:solidFill>
                  <a:srgbClr val="FFFF66"/>
                </a:solidFill>
                <a:latin typeface="Arial" pitchFamily="34" charset="0"/>
              </a:endParaRPr>
            </a:p>
          </p:txBody>
        </p:sp>
      </p:grp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A0A9EBEA-9C1B-486F-A3E3-A9714B9C9562}"/>
              </a:ext>
            </a:extLst>
          </p:cNvPr>
          <p:cNvCxnSpPr/>
          <p:nvPr/>
        </p:nvCxnSpPr>
        <p:spPr>
          <a:xfrm>
            <a:off x="3935760" y="4488338"/>
            <a:ext cx="0" cy="601663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0FBFDCE1-4020-42C7-A183-E8CE584AAC7A}"/>
              </a:ext>
            </a:extLst>
          </p:cNvPr>
          <p:cNvCxnSpPr/>
          <p:nvPr/>
        </p:nvCxnSpPr>
        <p:spPr>
          <a:xfrm>
            <a:off x="4239816" y="4307363"/>
            <a:ext cx="0" cy="601663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ige pilforbindelse 14">
            <a:extLst>
              <a:ext uri="{FF2B5EF4-FFF2-40B4-BE49-F238E27FC236}">
                <a16:creationId xmlns:a16="http://schemas.microsoft.com/office/drawing/2014/main" id="{92919DBE-EEFA-40FC-9F4C-E95EFCEB46B6}"/>
              </a:ext>
            </a:extLst>
          </p:cNvPr>
          <p:cNvCxnSpPr/>
          <p:nvPr/>
        </p:nvCxnSpPr>
        <p:spPr>
          <a:xfrm>
            <a:off x="5541232" y="4402272"/>
            <a:ext cx="0" cy="601663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ige pilforbindelse 15">
            <a:extLst>
              <a:ext uri="{FF2B5EF4-FFF2-40B4-BE49-F238E27FC236}">
                <a16:creationId xmlns:a16="http://schemas.microsoft.com/office/drawing/2014/main" id="{E8DA0085-A94B-4ADC-AE9A-3FF29BABA827}"/>
              </a:ext>
            </a:extLst>
          </p:cNvPr>
          <p:cNvCxnSpPr/>
          <p:nvPr/>
        </p:nvCxnSpPr>
        <p:spPr>
          <a:xfrm>
            <a:off x="6830616" y="4300164"/>
            <a:ext cx="0" cy="601663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ige pilforbindelse 16">
            <a:extLst>
              <a:ext uri="{FF2B5EF4-FFF2-40B4-BE49-F238E27FC236}">
                <a16:creationId xmlns:a16="http://schemas.microsoft.com/office/drawing/2014/main" id="{93CD2364-665D-4487-A20F-43937FBAF1B2}"/>
              </a:ext>
            </a:extLst>
          </p:cNvPr>
          <p:cNvCxnSpPr/>
          <p:nvPr/>
        </p:nvCxnSpPr>
        <p:spPr>
          <a:xfrm>
            <a:off x="7059216" y="4479393"/>
            <a:ext cx="0" cy="601663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965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DDCAFBC-39C9-4D15-BD6D-C9711181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Miniprojekt test</a:t>
            </a: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DDE7E011-3F7E-44C5-8177-AF203E78AF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a-DK" dirty="0"/>
              <a:t>Respons</a:t>
            </a:r>
          </a:p>
        </p:txBody>
      </p:sp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580C4E89-A074-40BD-BF74-1EFFF4D716E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17363" y="6227763"/>
            <a:ext cx="274637" cy="252412"/>
          </a:xfrm>
        </p:spPr>
        <p:txBody>
          <a:bodyPr/>
          <a:lstStyle/>
          <a:p>
            <a:fld id="{20EB7ABC-56F9-4FEF-9CF0-E2D14234E329}" type="slidenum">
              <a:rPr lang="da-DK" noProof="0" smtClean="0"/>
              <a:pPr/>
              <a:t>8</a:t>
            </a:fld>
            <a:endParaRPr lang="da-DK" noProof="0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5A3E840-10AD-46E8-AE2E-72F04244D64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367963" y="6227763"/>
            <a:ext cx="1824037" cy="252412"/>
          </a:xfrm>
        </p:spPr>
        <p:txBody>
          <a:bodyPr/>
          <a:lstStyle/>
          <a:p>
            <a:fld id="{3CD3ECDF-3189-464E-9A55-76D84C5D0358}" type="datetime1">
              <a:rPr lang="da-DK" noProof="0" smtClean="0"/>
              <a:t>03-03-2022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127274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9D31371-D56B-4129-8861-0EE561383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Indhold</a:t>
            </a:r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77C2FA18-156C-4628-A396-BE480A1B90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Systemtests</a:t>
            </a:r>
          </a:p>
          <a:p>
            <a:pPr>
              <a:buFontTx/>
              <a:buChar char="-"/>
            </a:pPr>
            <a:r>
              <a:rPr lang="da-DK" dirty="0"/>
              <a:t>Opstilling af en </a:t>
            </a:r>
            <a:r>
              <a:rPr lang="da-DK" dirty="0" err="1"/>
              <a:t>fully</a:t>
            </a:r>
            <a:r>
              <a:rPr lang="da-DK" dirty="0"/>
              <a:t> </a:t>
            </a:r>
            <a:r>
              <a:rPr lang="da-DK" dirty="0" err="1"/>
              <a:t>dressed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case</a:t>
            </a:r>
          </a:p>
          <a:p>
            <a:pPr>
              <a:buFontTx/>
              <a:buChar char="-"/>
            </a:pPr>
            <a:r>
              <a:rPr lang="da-DK" dirty="0"/>
              <a:t>Hvad sker der efter </a:t>
            </a:r>
            <a:r>
              <a:rPr lang="da-DK" dirty="0" err="1"/>
              <a:t>use</a:t>
            </a:r>
            <a:r>
              <a:rPr lang="da-DK" dirty="0"/>
              <a:t> casen er færdig?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Integrations/unittests</a:t>
            </a:r>
          </a:p>
          <a:p>
            <a:pPr>
              <a:buFontTx/>
              <a:buChar char="-"/>
            </a:pPr>
            <a:r>
              <a:rPr lang="da-DK" dirty="0"/>
              <a:t>Opstilling af testcases?</a:t>
            </a:r>
          </a:p>
          <a:p>
            <a:pPr>
              <a:buFontTx/>
              <a:buChar char="-"/>
            </a:pPr>
            <a:r>
              <a:rPr lang="da-DK" dirty="0"/>
              <a:t>Hvad skal med i en test case?</a:t>
            </a:r>
          </a:p>
          <a:p>
            <a:pPr>
              <a:buFontTx/>
              <a:buChar char="-"/>
            </a:pPr>
            <a:endParaRPr lang="da-DK" dirty="0"/>
          </a:p>
          <a:p>
            <a:pPr>
              <a:buFontTx/>
              <a:buChar char="-"/>
            </a:pPr>
            <a:r>
              <a:rPr lang="da-DK" dirty="0"/>
              <a:t>Respons på løsningsforslag</a:t>
            </a:r>
          </a:p>
        </p:txBody>
      </p:sp>
    </p:spTree>
    <p:extLst>
      <p:ext uri="{BB962C8B-B14F-4D97-AF65-F5344CB8AC3E}">
        <p14:creationId xmlns:p14="http://schemas.microsoft.com/office/powerpoint/2010/main" val="3350850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EA2E063-FFF4-47B6-897E-C6BA9E22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10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787A827-69FE-4086-85A6-25443EB25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Use</a:t>
            </a:r>
            <a:r>
              <a:rPr lang="da-DK" dirty="0"/>
              <a:t> case ”Køb billet” – </a:t>
            </a:r>
            <a:r>
              <a:rPr lang="da-DK" dirty="0" err="1"/>
              <a:t>fully</a:t>
            </a:r>
            <a:r>
              <a:rPr lang="da-DK" dirty="0"/>
              <a:t> </a:t>
            </a:r>
            <a:r>
              <a:rPr lang="da-DK" dirty="0" err="1"/>
              <a:t>dressed</a:t>
            </a:r>
            <a:br>
              <a:rPr lang="da-DK" dirty="0"/>
            </a:br>
            <a:endParaRPr lang="da-DK" dirty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659504A-14B4-427B-8712-6D83B57B66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Opstilling af flows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Specielle krav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AD5AA33-1898-426B-8B2B-109CBD39E3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a-DK" noProof="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27ABDA8-4FAC-4EFD-A980-32BBF6F0F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039" y="1700808"/>
            <a:ext cx="8691961" cy="1988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71A13262-D06E-41A9-A0D6-BE3EDDCFD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591" y="4014715"/>
            <a:ext cx="6800496" cy="246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029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7441B635-82E3-4A04-B3FB-1220A22E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11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8FADAAF-3519-41C1-BD17-107C71A11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Testscenarier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8A74309-99F2-4557-B991-D564DB8B7B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6BF3BA4-462E-4D56-B6FF-17FE69A2450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a-DK" noProof="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EFB1CAE-BB22-4783-8370-5AEA07FA2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82" y="1436336"/>
            <a:ext cx="7056267" cy="422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2999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5F8C26B9-A363-4BC2-BEC5-D6E358F14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12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69A23C8-9266-485A-A529-5094E0586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…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992722A-FFFE-4FA6-88E6-A7DE39319A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a-DK" dirty="0"/>
          </a:p>
          <a:p>
            <a:endParaRPr lang="da-DK" dirty="0"/>
          </a:p>
          <a:p>
            <a:r>
              <a:rPr lang="da-DK" dirty="0"/>
              <a:t>To versioner</a:t>
            </a:r>
          </a:p>
          <a:p>
            <a:pPr marL="0" indent="0">
              <a:buNone/>
            </a:pPr>
            <a:r>
              <a:rPr lang="da-DK" dirty="0"/>
              <a:t>	på opstilling</a:t>
            </a:r>
          </a:p>
          <a:p>
            <a:pPr marL="0" indent="0">
              <a:buNone/>
            </a:pPr>
            <a:r>
              <a:rPr lang="da-DK" dirty="0"/>
              <a:t>	af testcase</a:t>
            </a:r>
          </a:p>
          <a:p>
            <a:pPr marL="0" indent="0">
              <a:buNone/>
            </a:pPr>
            <a:r>
              <a:rPr lang="da-DK" dirty="0"/>
              <a:t>	matrix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DCC648F-CC5B-4691-8B59-78605843486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a-DK" noProof="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281B779-21B4-4A5E-88AB-DD024CC9F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96" y="340412"/>
            <a:ext cx="8191500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Billede 15">
            <a:extLst>
              <a:ext uri="{FF2B5EF4-FFF2-40B4-BE49-F238E27FC236}">
                <a16:creationId xmlns:a16="http://schemas.microsoft.com/office/drawing/2014/main" id="{4FDD5144-2294-4FF2-8223-74E8EFD10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196" y="3528000"/>
            <a:ext cx="7705501" cy="309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02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CAE71DF9-EDB4-4025-8A4D-16C6FBAF3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13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86FEDB6-2E30-4B8E-A3C2-F0C226A9A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…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2D9C36A-D8E8-4912-9043-FF832F6D98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7FCCC49-1B1D-4FD5-BF6A-45619A35052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a-DK" noProof="0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8F37DD8F-631B-4B9E-A1E1-8B00173D4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" y="1247775"/>
            <a:ext cx="1117282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58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28E738E-02C6-4461-992D-2897FF66D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14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B5507F4-F69C-4245-BD92-A2F63657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Unit- og integrationstest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D17A2FF-E335-4D03-BFDD-BDE4A88995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dirty="0"/>
              <a:t>Fokus på input parametre</a:t>
            </a:r>
          </a:p>
          <a:p>
            <a:pPr lvl="1"/>
            <a:r>
              <a:rPr lang="da-DK" dirty="0"/>
              <a:t>Find ækvivalente klasser og grænseværdier</a:t>
            </a:r>
          </a:p>
          <a:p>
            <a:pPr lvl="1"/>
            <a:r>
              <a:rPr lang="da-DK" dirty="0"/>
              <a:t>Identificér alle tænkelige kombinationer/variationer af input parametre</a:t>
            </a:r>
          </a:p>
          <a:p>
            <a:pPr lvl="2"/>
            <a:r>
              <a:rPr lang="da-DK" dirty="0"/>
              <a:t>Ved svære inputs såsom mønter kan der tænkes i grænseområder såsom minimalt køb og køb med mange mønter og </a:t>
            </a:r>
            <a:r>
              <a:rPr lang="da-DK" dirty="0" err="1"/>
              <a:t>evt</a:t>
            </a:r>
            <a:r>
              <a:rPr lang="da-DK" dirty="0"/>
              <a:t> korrekt afrunding(kan været dækket af </a:t>
            </a:r>
            <a:r>
              <a:rPr lang="da-DK" dirty="0" err="1"/>
              <a:t>addAmount</a:t>
            </a:r>
            <a:r>
              <a:rPr lang="da-DK" dirty="0"/>
              <a:t>()unittest)</a:t>
            </a:r>
          </a:p>
          <a:p>
            <a:pPr marL="0" lvl="2" indent="0">
              <a:buNone/>
            </a:pPr>
            <a:endParaRPr lang="da-DK" dirty="0"/>
          </a:p>
          <a:p>
            <a:pPr marL="0" lvl="2" indent="0">
              <a:buNone/>
            </a:pPr>
            <a:r>
              <a:rPr lang="da-DK" dirty="0">
                <a:solidFill>
                  <a:schemeClr val="accent1"/>
                </a:solidFill>
              </a:rPr>
              <a:t>Opstil testcase- matrix med faktisk data for alle kombinationer som blev identificeret</a:t>
            </a:r>
          </a:p>
          <a:p>
            <a:pPr marL="0" lvl="2" indent="0">
              <a:buNone/>
            </a:pPr>
            <a:endParaRPr lang="da-DK" dirty="0">
              <a:solidFill>
                <a:schemeClr val="accent1"/>
              </a:solidFill>
            </a:endParaRPr>
          </a:p>
          <a:p>
            <a:pPr marL="0" lvl="2" indent="0">
              <a:buNone/>
            </a:pPr>
            <a:r>
              <a:rPr lang="da-DK" dirty="0">
                <a:solidFill>
                  <a:schemeClr val="accent1"/>
                </a:solidFill>
              </a:rPr>
              <a:t>Husk at indtænke både positiv og negativ testdata.</a:t>
            </a:r>
          </a:p>
          <a:p>
            <a:pPr lvl="1"/>
            <a:endParaRPr lang="da-DK" dirty="0"/>
          </a:p>
          <a:p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AB2292A-5ECE-463E-A7F5-DB70E8AF64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749490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AA78D620-EA5F-4EEA-86C0-267B137B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15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CC7AFBB-2BA8-4D4E-B822-CEC26F76F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Evaluering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E478FCE-AD54-4FC6-ADC1-F04608C687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da-DK" sz="3200" dirty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da-DK" sz="3200" dirty="0">
                <a:solidFill>
                  <a:srgbClr val="92D050"/>
                </a:solidFill>
              </a:rPr>
              <a:t>Godt fremmøde</a:t>
            </a:r>
          </a:p>
          <a:p>
            <a:pPr marL="0" indent="0">
              <a:buNone/>
            </a:pPr>
            <a:r>
              <a:rPr lang="da-DK" sz="3200" dirty="0">
                <a:solidFill>
                  <a:srgbClr val="92D050"/>
                </a:solidFill>
              </a:rPr>
              <a:t>God arbejdsmoral</a:t>
            </a:r>
          </a:p>
          <a:p>
            <a:pPr marL="0" indent="0">
              <a:buNone/>
            </a:pPr>
            <a:r>
              <a:rPr lang="da-DK" sz="3200" dirty="0">
                <a:solidFill>
                  <a:srgbClr val="92D050"/>
                </a:solidFill>
              </a:rPr>
              <a:t>Generel god systematik</a:t>
            </a:r>
          </a:p>
          <a:p>
            <a:pPr marL="0" indent="0">
              <a:buNone/>
            </a:pPr>
            <a:endParaRPr lang="da-DK" sz="3200" dirty="0"/>
          </a:p>
          <a:p>
            <a:pPr marL="0" indent="0">
              <a:buNone/>
            </a:pPr>
            <a:r>
              <a:rPr lang="da-DK" sz="3200" dirty="0">
                <a:solidFill>
                  <a:srgbClr val="FFC000"/>
                </a:solidFill>
              </a:rPr>
              <a:t>Ikke helt styr på fremgangsmåder endnu</a:t>
            </a:r>
          </a:p>
          <a:p>
            <a:pPr marL="0" indent="0">
              <a:buNone/>
            </a:pPr>
            <a:endParaRPr lang="da-DK" sz="32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da-DK" sz="3200" dirty="0">
                <a:solidFill>
                  <a:srgbClr val="FFC000"/>
                </a:solidFill>
              </a:rPr>
              <a:t>Alt i alt godt gået trods </a:t>
            </a:r>
            <a:r>
              <a:rPr lang="da-DK" sz="3200" dirty="0" err="1">
                <a:solidFill>
                  <a:srgbClr val="FFC000"/>
                </a:solidFill>
              </a:rPr>
              <a:t>corona</a:t>
            </a:r>
            <a:r>
              <a:rPr lang="da-DK" sz="3200">
                <a:solidFill>
                  <a:srgbClr val="FFC000"/>
                </a:solidFill>
              </a:rPr>
              <a:t>-udfordringer før mp.</a:t>
            </a:r>
            <a:endParaRPr lang="da-DK" sz="3200" dirty="0">
              <a:solidFill>
                <a:srgbClr val="FFC000"/>
              </a:solidFill>
            </a:endParaRP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7A7AC23-5911-4CFF-A813-A98FBCB7A7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D3ECDF-3189-464E-9A55-76D84C5D0358}" type="datetime1">
              <a:rPr lang="da-DK" noProof="0" smtClean="0"/>
              <a:t>03-03-2022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73631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EE3F7C25-37F5-477F-AD81-7211F63C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16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6C4F62B-EAF7-4A75-A434-8C3C263BA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Evaluering opgave 1 – </a:t>
            </a:r>
            <a:r>
              <a:rPr lang="da-DK" dirty="0" err="1"/>
              <a:t>use</a:t>
            </a:r>
            <a:r>
              <a:rPr lang="da-DK" dirty="0"/>
              <a:t> cases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85D45C9-A79F-4C79-AD7D-00D33F8D10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God generel forståelse for </a:t>
            </a:r>
            <a:r>
              <a:rPr lang="da-DK" dirty="0" err="1"/>
              <a:t>fully</a:t>
            </a:r>
            <a:r>
              <a:rPr lang="da-DK" dirty="0"/>
              <a:t> </a:t>
            </a:r>
            <a:r>
              <a:rPr lang="da-DK" dirty="0" err="1"/>
              <a:t>dressed</a:t>
            </a:r>
            <a:r>
              <a:rPr lang="da-DK" dirty="0"/>
              <a:t> MEN…</a:t>
            </a:r>
          </a:p>
          <a:p>
            <a:pPr marL="0" indent="0">
              <a:buNone/>
            </a:pPr>
            <a:r>
              <a:rPr lang="da-DK" dirty="0"/>
              <a:t>Der skal være mere opmærksomhed i </a:t>
            </a:r>
            <a:r>
              <a:rPr lang="da-DK" u="sng" dirty="0"/>
              <a:t>opstilling</a:t>
            </a:r>
            <a:r>
              <a:rPr lang="da-DK" dirty="0"/>
              <a:t> af flows:</a:t>
            </a:r>
          </a:p>
          <a:p>
            <a:pPr marL="0" indent="0">
              <a:buNone/>
            </a:pPr>
            <a:r>
              <a:rPr lang="da-DK" dirty="0"/>
              <a:t>Tydelig struktur med markering af flowpunkt og problemstillingstekst og systemsvar</a:t>
            </a:r>
          </a:p>
          <a:p>
            <a:pPr marL="0" indent="0">
              <a:buNone/>
            </a:pPr>
            <a:r>
              <a:rPr lang="da-DK" dirty="0"/>
              <a:t>	Hvordan opstilles de?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Alternate</a:t>
            </a:r>
            <a:r>
              <a:rPr lang="da-DK" dirty="0"/>
              <a:t> flows </a:t>
            </a:r>
            <a:r>
              <a:rPr lang="da-DK" dirty="0" err="1"/>
              <a:t>vs</a:t>
            </a:r>
            <a:r>
              <a:rPr lang="da-DK" dirty="0"/>
              <a:t> </a:t>
            </a:r>
            <a:r>
              <a:rPr lang="da-DK" dirty="0" err="1"/>
              <a:t>Exception</a:t>
            </a:r>
            <a:r>
              <a:rPr lang="da-DK" dirty="0"/>
              <a:t> flows</a:t>
            </a:r>
          </a:p>
          <a:p>
            <a:pPr marL="0" indent="0">
              <a:buNone/>
            </a:pPr>
            <a:r>
              <a:rPr lang="da-DK" dirty="0"/>
              <a:t>Specielle krav / acceptkriterier – der må gerne være mere fyld i dette afsnit.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Lidt usikkerhed på flow af systemtestudvikling:</a:t>
            </a:r>
          </a:p>
          <a:p>
            <a:pPr marL="0" indent="0">
              <a:buNone/>
            </a:pPr>
            <a:r>
              <a:rPr lang="da-DK" dirty="0" err="1"/>
              <a:t>Use</a:t>
            </a:r>
            <a:r>
              <a:rPr lang="da-DK" dirty="0"/>
              <a:t> case              Testscenarietabel        </a:t>
            </a:r>
            <a:r>
              <a:rPr lang="da-DK" dirty="0" err="1"/>
              <a:t>testcasematrix</a:t>
            </a:r>
            <a:r>
              <a:rPr lang="da-DK" dirty="0"/>
              <a:t> v1 og v2.</a:t>
            </a:r>
          </a:p>
        </p:txBody>
      </p:sp>
      <p:sp>
        <p:nvSpPr>
          <p:cNvPr id="6" name="Pil: højre 5">
            <a:extLst>
              <a:ext uri="{FF2B5EF4-FFF2-40B4-BE49-F238E27FC236}">
                <a16:creationId xmlns:a16="http://schemas.microsoft.com/office/drawing/2014/main" id="{76AA8F95-3AF2-41A1-AAAD-27EE93C5BC5E}"/>
              </a:ext>
            </a:extLst>
          </p:cNvPr>
          <p:cNvSpPr/>
          <p:nvPr/>
        </p:nvSpPr>
        <p:spPr>
          <a:xfrm>
            <a:off x="1847528" y="5085184"/>
            <a:ext cx="43204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il: højre 6">
            <a:extLst>
              <a:ext uri="{FF2B5EF4-FFF2-40B4-BE49-F238E27FC236}">
                <a16:creationId xmlns:a16="http://schemas.microsoft.com/office/drawing/2014/main" id="{4D63E9E4-E419-4A67-8904-B65BFE2EA7CF}"/>
              </a:ext>
            </a:extLst>
          </p:cNvPr>
          <p:cNvSpPr/>
          <p:nvPr/>
        </p:nvSpPr>
        <p:spPr>
          <a:xfrm>
            <a:off x="5231904" y="5091857"/>
            <a:ext cx="43204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78223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C3D3218B-068C-4162-86AC-13624B26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17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9922E45-EC26-4906-B63D-4B20803E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Evaluering opgave 2</a:t>
            </a:r>
            <a:br>
              <a:rPr lang="da-DK" dirty="0"/>
            </a:br>
            <a:br>
              <a:rPr lang="da-DK" dirty="0"/>
            </a:br>
            <a:endParaRPr lang="da-DK" dirty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ED5574B-BC38-4509-9F89-08FB2289C9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God begyndende forståelse for ækvivalente klasser og valid </a:t>
            </a:r>
            <a:r>
              <a:rPr lang="da-DK" dirty="0" err="1"/>
              <a:t>vs</a:t>
            </a:r>
            <a:r>
              <a:rPr lang="da-DK" dirty="0"/>
              <a:t> invalid inputs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Usikkerhed på hvordan input identificeres.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	find regler for inputs og identificér kombinationerne.</a:t>
            </a:r>
          </a:p>
          <a:p>
            <a:pPr marL="0" indent="0">
              <a:buNone/>
            </a:pPr>
            <a:r>
              <a:rPr lang="da-DK" dirty="0"/>
              <a:t>	opstil dem overskueligt så i ved hvad i skal lave testcases over.</a:t>
            </a:r>
          </a:p>
          <a:p>
            <a:pPr marL="0" indent="0">
              <a:buNone/>
            </a:pPr>
            <a:r>
              <a:rPr lang="da-DK" dirty="0"/>
              <a:t>	Test altid kun én ting ad gangen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	lav </a:t>
            </a:r>
            <a:r>
              <a:rPr lang="da-DK" dirty="0" err="1"/>
              <a:t>testcasematrix</a:t>
            </a:r>
            <a:r>
              <a:rPr lang="da-DK" dirty="0"/>
              <a:t> med faktiske datainput.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75FB145-B1A2-4A66-82A8-599BC7AD897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295116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303CC1F-57AA-4366-9652-3C81B4A2C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18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199A203-E011-424B-992C-551C48FAB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Eksempler på testcase-tabeller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586CBAB-4222-4950-88B2-9DB388BB6B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EC1BE32-34A2-4A24-B907-D5E582D9B0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D3ECDF-3189-464E-9A55-76D84C5D0358}" type="datetime1">
              <a:rPr lang="da-DK" noProof="0" smtClean="0"/>
              <a:t>03-03-2022</a:t>
            </a:fld>
            <a:endParaRPr lang="da-DK" noProof="0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A8F166DC-CF20-4BEE-9F90-BFC01958A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825" y="1628800"/>
            <a:ext cx="9402262" cy="1342109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950733E4-24C7-47AF-92CD-C096F8FAF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519" y="3275716"/>
            <a:ext cx="5112568" cy="255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99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1533F6CC-E6FA-4969-8A6E-3CCEF4C1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19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C0931A7-834B-42BA-8511-0E34119D8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Implementering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4A20B9BA-95EB-4A99-921B-AB020DB8F8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0485" y="1548000"/>
            <a:ext cx="11231033" cy="4257264"/>
          </a:xfrm>
        </p:spPr>
        <p:txBody>
          <a:bodyPr/>
          <a:lstStyle/>
          <a:p>
            <a:r>
              <a:rPr lang="da-DK" dirty="0"/>
              <a:t>Alle har nået at implementere test, SÅDAN!</a:t>
            </a:r>
          </a:p>
          <a:p>
            <a:r>
              <a:rPr lang="da-DK" dirty="0"/>
              <a:t>God forståelse for AAA-opsætningen</a:t>
            </a:r>
          </a:p>
          <a:p>
            <a:r>
              <a:rPr lang="da-DK" dirty="0"/>
              <a:t>God forståelse for anvendelse af @</a:t>
            </a:r>
          </a:p>
          <a:p>
            <a:endParaRPr lang="da-DK" dirty="0"/>
          </a:p>
          <a:p>
            <a:r>
              <a:rPr lang="da-DK" dirty="0"/>
              <a:t>Der mangler sporbarhed til testcases – </a:t>
            </a:r>
            <a:r>
              <a:rPr lang="da-DK" dirty="0">
                <a:solidFill>
                  <a:schemeClr val="tx2"/>
                </a:solidFill>
              </a:rPr>
              <a:t>bedre navngivning af testmetoder!</a:t>
            </a:r>
          </a:p>
          <a:p>
            <a:r>
              <a:rPr lang="da-DK" dirty="0">
                <a:solidFill>
                  <a:schemeClr val="accent1"/>
                </a:solidFill>
              </a:rPr>
              <a:t>Find en logik i opstilling af tests i </a:t>
            </a:r>
            <a:r>
              <a:rPr lang="da-DK" dirty="0" err="1">
                <a:solidFill>
                  <a:schemeClr val="accent1"/>
                </a:solidFill>
              </a:rPr>
              <a:t>eclipse</a:t>
            </a:r>
            <a:r>
              <a:rPr lang="da-DK" dirty="0">
                <a:solidFill>
                  <a:schemeClr val="accent1"/>
                </a:solidFill>
              </a:rPr>
              <a:t> fx</a:t>
            </a:r>
          </a:p>
          <a:p>
            <a:pPr lvl="1"/>
            <a:r>
              <a:rPr lang="da-DK" dirty="0">
                <a:solidFill>
                  <a:schemeClr val="accent1"/>
                </a:solidFill>
              </a:rPr>
              <a:t>Én klasse til systemtest af én </a:t>
            </a:r>
            <a:r>
              <a:rPr lang="da-DK" dirty="0" err="1">
                <a:solidFill>
                  <a:schemeClr val="accent1"/>
                </a:solidFill>
              </a:rPr>
              <a:t>use</a:t>
            </a:r>
            <a:r>
              <a:rPr lang="da-DK" dirty="0">
                <a:solidFill>
                  <a:schemeClr val="accent1"/>
                </a:solidFill>
              </a:rPr>
              <a:t> case</a:t>
            </a:r>
          </a:p>
          <a:p>
            <a:pPr lvl="1"/>
            <a:r>
              <a:rPr lang="da-DK" dirty="0">
                <a:solidFill>
                  <a:schemeClr val="accent1"/>
                </a:solidFill>
              </a:rPr>
              <a:t>Én klasse til </a:t>
            </a:r>
            <a:r>
              <a:rPr lang="da-DK" dirty="0" err="1">
                <a:solidFill>
                  <a:schemeClr val="accent1"/>
                </a:solidFill>
              </a:rPr>
              <a:t>interationstest</a:t>
            </a:r>
            <a:r>
              <a:rPr lang="da-DK" dirty="0">
                <a:solidFill>
                  <a:schemeClr val="accent1"/>
                </a:solidFill>
              </a:rPr>
              <a:t> af </a:t>
            </a:r>
            <a:r>
              <a:rPr lang="da-DK" dirty="0" err="1">
                <a:solidFill>
                  <a:schemeClr val="accent1"/>
                </a:solidFill>
              </a:rPr>
              <a:t>usecase</a:t>
            </a:r>
            <a:endParaRPr lang="da-DK" dirty="0">
              <a:solidFill>
                <a:schemeClr val="accent1"/>
              </a:solidFill>
            </a:endParaRPr>
          </a:p>
          <a:p>
            <a:pPr lvl="1"/>
            <a:r>
              <a:rPr lang="da-DK" dirty="0">
                <a:solidFill>
                  <a:schemeClr val="accent1"/>
                </a:solidFill>
              </a:rPr>
              <a:t>En klasse til unitests af en klasse </a:t>
            </a:r>
          </a:p>
          <a:p>
            <a:pPr marL="304800" lvl="1" indent="0">
              <a:buNone/>
            </a:pPr>
            <a:r>
              <a:rPr lang="da-DK" dirty="0">
                <a:solidFill>
                  <a:schemeClr val="accent1"/>
                </a:solidFill>
              </a:rPr>
              <a:t>Undgå én klasse pr testcase.</a:t>
            </a:r>
          </a:p>
          <a:p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1B47256-D7E6-461D-A3CE-7EA5CE3F054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2580925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BED475DC-046F-465A-82FC-8153B5A5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20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7A42CBC-2901-45FD-ACA7-383EC69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9F1986B7-29A4-496D-B25A-F0517F6022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0483" y="1449000"/>
            <a:ext cx="11231033" cy="3960000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Omsætning af teori til praktik - Der mangler overblik i implementeringsfasen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Hvad er formålet med den test jeg bygger ?  </a:t>
            </a:r>
            <a:r>
              <a:rPr lang="da-DK" dirty="0">
                <a:solidFill>
                  <a:srgbClr val="FFC000"/>
                </a:solidFill>
              </a:rPr>
              <a:t>hvad skal jeg </a:t>
            </a:r>
            <a:r>
              <a:rPr lang="da-DK" dirty="0" err="1">
                <a:solidFill>
                  <a:srgbClr val="FFC000"/>
                </a:solidFill>
              </a:rPr>
              <a:t>assert</a:t>
            </a:r>
            <a:endParaRPr lang="da-DK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da-DK" dirty="0"/>
              <a:t>Hvad skal der bygges for at kunne </a:t>
            </a:r>
            <a:r>
              <a:rPr lang="da-DK" dirty="0" err="1"/>
              <a:t>act</a:t>
            </a:r>
            <a:r>
              <a:rPr lang="da-DK" dirty="0"/>
              <a:t>? </a:t>
            </a:r>
            <a:r>
              <a:rPr lang="da-DK" dirty="0">
                <a:solidFill>
                  <a:srgbClr val="FFC000"/>
                </a:solidFill>
              </a:rPr>
              <a:t>hvilke variabler og objekter skal være klar</a:t>
            </a:r>
          </a:p>
          <a:p>
            <a:pPr marL="0" indent="0">
              <a:buNone/>
            </a:pPr>
            <a:r>
              <a:rPr lang="da-DK" dirty="0"/>
              <a:t>Hvilke metoder skal kaldes for at få svaret jeg leder efter?</a:t>
            </a:r>
            <a:r>
              <a:rPr lang="da-DK" dirty="0">
                <a:solidFill>
                  <a:srgbClr val="FFFF00"/>
                </a:solidFill>
              </a:rPr>
              <a:t> </a:t>
            </a:r>
            <a:r>
              <a:rPr lang="da-DK" dirty="0">
                <a:solidFill>
                  <a:srgbClr val="FFC000"/>
                </a:solidFill>
              </a:rPr>
              <a:t>Metoder der skal </a:t>
            </a:r>
            <a:r>
              <a:rPr lang="da-DK" dirty="0" err="1">
                <a:solidFill>
                  <a:srgbClr val="FFC000"/>
                </a:solidFill>
              </a:rPr>
              <a:t>act</a:t>
            </a:r>
            <a:r>
              <a:rPr lang="da-DK" dirty="0">
                <a:solidFill>
                  <a:srgbClr val="FFC000"/>
                </a:solidFill>
              </a:rPr>
              <a:t> 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B86AB2E-9359-4D3D-8F7D-132ECA6C2DF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a-DK" noProof="0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D12443F0-6681-4AF7-88AB-1AC8374EA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64" y="3429000"/>
            <a:ext cx="2448272" cy="2594750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217D9057-03B3-42AD-BD9A-790A0A53F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717" y="3856784"/>
            <a:ext cx="6435413" cy="216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105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5E087C4F-0C6E-48B7-AAFC-434325CC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7ABC-56F9-4FEF-9CF0-E2D14234E329}" type="slidenum">
              <a:rPr lang="da-DK" noProof="0" smtClean="0"/>
              <a:pPr/>
              <a:t>21</a:t>
            </a:fld>
            <a:endParaRPr lang="da-DK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B22BC1A-9162-4FD2-B440-6601AFFB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Gode råd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C70779B-2255-4982-A89E-CB9323D432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Tænk inden i tester</a:t>
            </a:r>
          </a:p>
          <a:p>
            <a:pPr marL="0" indent="0">
              <a:buNone/>
            </a:pPr>
            <a:endParaRPr lang="da-DK" dirty="0"/>
          </a:p>
          <a:p>
            <a:r>
              <a:rPr lang="da-DK" dirty="0"/>
              <a:t>Er I </a:t>
            </a:r>
            <a:r>
              <a:rPr lang="da-DK" dirty="0" err="1"/>
              <a:t>i</a:t>
            </a:r>
            <a:r>
              <a:rPr lang="da-DK" dirty="0"/>
              <a:t> tvivl så husk jeres teori – slå op</a:t>
            </a:r>
          </a:p>
          <a:p>
            <a:r>
              <a:rPr lang="da-DK" dirty="0"/>
              <a:t>Tænk gerne endnu mere i kombinationer og test af forretningsregler</a:t>
            </a:r>
          </a:p>
          <a:p>
            <a:endParaRPr lang="da-DK" dirty="0"/>
          </a:p>
          <a:p>
            <a:r>
              <a:rPr lang="da-DK" dirty="0"/>
              <a:t>Skab overblik og vær systematisk. Genlæs og forstå inden i bevæger jer videre!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29EB12F-9638-46CA-BD1A-7D11DEA3D44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D3ECDF-3189-464E-9A55-76D84C5D0358}" type="datetime1">
              <a:rPr lang="da-DK" noProof="0" smtClean="0"/>
              <a:t>03-03-2022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126848084"/>
      </p:ext>
    </p:extLst>
  </p:cSld>
  <p:clrMapOvr>
    <a:masterClrMapping/>
  </p:clrMapOvr>
</p:sld>
</file>

<file path=ppt/theme/theme1.xml><?xml version="1.0" encoding="utf-8"?>
<a:theme xmlns:a="http://schemas.openxmlformats.org/drawingml/2006/main" name="UCN">
  <a:themeElements>
    <a:clrScheme name="UCN">
      <a:dk1>
        <a:sysClr val="windowText" lastClr="000000"/>
      </a:dk1>
      <a:lt1>
        <a:sysClr val="window" lastClr="FFFFFF"/>
      </a:lt1>
      <a:dk2>
        <a:srgbClr val="FFCB4F"/>
      </a:dk2>
      <a:lt2>
        <a:srgbClr val="004250"/>
      </a:lt2>
      <a:accent1>
        <a:srgbClr val="004250"/>
      </a:accent1>
      <a:accent2>
        <a:srgbClr val="000000"/>
      </a:accent2>
      <a:accent3>
        <a:srgbClr val="668E96"/>
      </a:accent3>
      <a:accent4>
        <a:srgbClr val="BED6DB"/>
      </a:accent4>
      <a:accent5>
        <a:srgbClr val="F7403A"/>
      </a:accent5>
      <a:accent6>
        <a:srgbClr val="0046AD"/>
      </a:accent6>
      <a:hlink>
        <a:srgbClr val="668E96"/>
      </a:hlink>
      <a:folHlink>
        <a:srgbClr val="0046AD"/>
      </a:folHlink>
    </a:clrScheme>
    <a:fontScheme name="UC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æsentation1" id="{24A50BCA-D442-49EC-BC1C-83BD1E8E7756}" vid="{FDDE1643-259C-4EA0-A361-7AE2A0EA9BF7}"/>
    </a:ext>
  </a:extLst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B1A4479D747DE4D961274D79D7B3DEE" ma:contentTypeVersion="10" ma:contentTypeDescription="Opret et nyt dokument." ma:contentTypeScope="" ma:versionID="fc78fd4122dda2515e47fd3f9828a857">
  <xsd:schema xmlns:xsd="http://www.w3.org/2001/XMLSchema" xmlns:xs="http://www.w3.org/2001/XMLSchema" xmlns:p="http://schemas.microsoft.com/office/2006/metadata/properties" xmlns:ns2="813b504d-a089-4ad5-ad7e-f7dfadc2fad4" xmlns:ns3="952c265f-3c4f-40f3-867d-51742fe5d9cb" targetNamespace="http://schemas.microsoft.com/office/2006/metadata/properties" ma:root="true" ma:fieldsID="955864c8f41ad2f94852bc402cc5e853" ns2:_="" ns3:_="">
    <xsd:import namespace="813b504d-a089-4ad5-ad7e-f7dfadc2fad4"/>
    <xsd:import namespace="952c265f-3c4f-40f3-867d-51742fe5d9c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3b504d-a089-4ad5-ad7e-f7dfadc2fad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c265f-3c4f-40f3-867d-51742fe5d9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D24B69F-88A4-4F68-9B37-F6B7EDDC106F}"/>
</file>

<file path=customXml/itemProps2.xml><?xml version="1.0" encoding="utf-8"?>
<ds:datastoreItem xmlns:ds="http://schemas.openxmlformats.org/officeDocument/2006/customXml" ds:itemID="{13881B77-211C-49B0-BA4A-79BD80C09DD6}"/>
</file>

<file path=customXml/itemProps3.xml><?xml version="1.0" encoding="utf-8"?>
<ds:datastoreItem xmlns:ds="http://schemas.openxmlformats.org/officeDocument/2006/customXml" ds:itemID="{5DBCC9B8-CF6C-430E-9DEC-54110958E23E}"/>
</file>

<file path=docProps/app.xml><?xml version="1.0" encoding="utf-8"?>
<Properties xmlns="http://schemas.openxmlformats.org/officeDocument/2006/extended-properties" xmlns:vt="http://schemas.openxmlformats.org/officeDocument/2006/docPropsVTypes">
  <Template>UCN Professionshøjskolen-skabelon</Template>
  <TotalTime>707</TotalTime>
  <Words>813</Words>
  <Application>Microsoft Office PowerPoint</Application>
  <PresentationFormat>Widescreen</PresentationFormat>
  <Paragraphs>182</Paragraphs>
  <Slides>21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21</vt:i4>
      </vt:variant>
    </vt:vector>
  </HeadingPairs>
  <TitlesOfParts>
    <vt:vector size="24" baseType="lpstr">
      <vt:lpstr>Arial</vt:lpstr>
      <vt:lpstr>Calibri</vt:lpstr>
      <vt:lpstr>UCN</vt:lpstr>
      <vt:lpstr>Miniprojekt Test</vt:lpstr>
      <vt:lpstr>Indhold</vt:lpstr>
      <vt:lpstr>Forventninger til løsningsproces</vt:lpstr>
      <vt:lpstr>Test niveauer</vt:lpstr>
      <vt:lpstr>Fremgangsmåde ved Systemtests</vt:lpstr>
      <vt:lpstr>Fremgangsmåde ved integrationstest i OO</vt:lpstr>
      <vt:lpstr>Ækvivalente klasser og grænseområder</vt:lpstr>
      <vt:lpstr>Miniprojekt test</vt:lpstr>
      <vt:lpstr>Indhold</vt:lpstr>
      <vt:lpstr>Use case ”Køb billet” – fully dressed </vt:lpstr>
      <vt:lpstr>Testscenarier</vt:lpstr>
      <vt:lpstr>…</vt:lpstr>
      <vt:lpstr>…</vt:lpstr>
      <vt:lpstr>Unit- og integrationstest</vt:lpstr>
      <vt:lpstr>Evaluering</vt:lpstr>
      <vt:lpstr>Evaluering opgave 1 – use cases</vt:lpstr>
      <vt:lpstr>Evaluering opgave 2  </vt:lpstr>
      <vt:lpstr>Eksempler på testcase-tabeller</vt:lpstr>
      <vt:lpstr>Implementering</vt:lpstr>
      <vt:lpstr>PowerPoint-præsentation</vt:lpstr>
      <vt:lpstr>Gode råd</vt:lpstr>
    </vt:vector>
  </TitlesOfParts>
  <Company>Word Specialisten v/Helle M. Nielsen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Miniprojekt Test</dc:title>
  <dc:creator>Bodil Nørgaard</dc:creator>
  <cp:lastModifiedBy>Bodil Nørgaard</cp:lastModifiedBy>
  <cp:revision>7</cp:revision>
  <dcterms:created xsi:type="dcterms:W3CDTF">2019-03-04T09:49:12Z</dcterms:created>
  <dcterms:modified xsi:type="dcterms:W3CDTF">2022-03-03T07:15:22Z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0x010100AB1A4479D747DE4D961274D79D7B3DEE</vt:lpwstr>
  </property>
</Properties>
</file>