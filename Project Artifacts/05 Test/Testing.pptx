
<file path=[Content_Types].xml><?xml version="1.0" encoding="utf-8"?>
<Types xmlns="http://schemas.openxmlformats.org/package/2006/content-types">
  <Default Extension="png" ContentType="image/png"/>
  <Default Extension="emf" ContentType="image/x-emf"/>
  <Default Extension="jpeg" ContentType="image/jpeg"/>
  <Default Extension="rels" ContentType="application/vnd.openxmlformats-package.relationships+xml"/>
  <Default Extension="xml" ContentType="application/xml"/>
  <Default Extension="jpg" ContentType="image/jpeg"/>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4.xml" ContentType="application/vnd.openxmlformats-officedocument.presentationml.notesSlide+xml"/>
  <Override PartName="/ppt/notesSlides/notesSlide5.xml" ContentType="application/vnd.openxmlformats-officedocument.presentationml.notesSlide+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96" r:id="rId4"/>
  </p:sldMasterIdLst>
  <p:notesMasterIdLst>
    <p:notesMasterId r:id="rId43"/>
  </p:notesMasterIdLst>
  <p:handoutMasterIdLst>
    <p:handoutMasterId r:id="rId44"/>
  </p:handoutMasterIdLst>
  <p:sldIdLst>
    <p:sldId id="256" r:id="rId5"/>
    <p:sldId id="358" r:id="rId6"/>
    <p:sldId id="562" r:id="rId7"/>
    <p:sldId id="354" r:id="rId8"/>
    <p:sldId id="357" r:id="rId9"/>
    <p:sldId id="601" r:id="rId10"/>
    <p:sldId id="602" r:id="rId11"/>
    <p:sldId id="604" r:id="rId12"/>
    <p:sldId id="266" r:id="rId13"/>
    <p:sldId id="268" r:id="rId14"/>
    <p:sldId id="293" r:id="rId15"/>
    <p:sldId id="599" r:id="rId16"/>
    <p:sldId id="603" r:id="rId17"/>
    <p:sldId id="594" r:id="rId18"/>
    <p:sldId id="605" r:id="rId19"/>
    <p:sldId id="359" r:id="rId20"/>
    <p:sldId id="597" r:id="rId21"/>
    <p:sldId id="598" r:id="rId22"/>
    <p:sldId id="600" r:id="rId23"/>
    <p:sldId id="583" r:id="rId24"/>
    <p:sldId id="584" r:id="rId25"/>
    <p:sldId id="579" r:id="rId26"/>
    <p:sldId id="565" r:id="rId27"/>
    <p:sldId id="581" r:id="rId28"/>
    <p:sldId id="566" r:id="rId29"/>
    <p:sldId id="609" r:id="rId30"/>
    <p:sldId id="610" r:id="rId31"/>
    <p:sldId id="567" r:id="rId32"/>
    <p:sldId id="568" r:id="rId33"/>
    <p:sldId id="608" r:id="rId34"/>
    <p:sldId id="587" r:id="rId35"/>
    <p:sldId id="588" r:id="rId36"/>
    <p:sldId id="596" r:id="rId37"/>
    <p:sldId id="586" r:id="rId38"/>
    <p:sldId id="589" r:id="rId39"/>
    <p:sldId id="590" r:id="rId40"/>
    <p:sldId id="606" r:id="rId41"/>
    <p:sldId id="276" r:id="rId42"/>
  </p:sldIdLst>
  <p:sldSz cx="12192000" cy="6858000"/>
  <p:notesSz cx="6858000" cy="9144000"/>
  <p:defaultTextStyle>
    <a:defPPr>
      <a:defRPr lang="da-DK"/>
    </a:defPPr>
    <a:lvl1pPr marL="0" algn="l" defTabSz="1219170" rtl="0" eaLnBrk="1" latinLnBrk="0" hangingPunct="1">
      <a:defRPr sz="24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7FA0A7"/>
    <a:srgbClr val="40717C"/>
    <a:srgbClr val="004250"/>
    <a:srgbClr val="FFFFFF"/>
    <a:srgbClr val="DDDDDD"/>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2EB7B49A-BB57-4AA0-9BE9-52F42168125A}" v="21" dt="2021-02-08T11:16:59.390"/>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838" autoAdjust="0"/>
    <p:restoredTop sz="68909" autoAdjust="0"/>
  </p:normalViewPr>
  <p:slideViewPr>
    <p:cSldViewPr>
      <p:cViewPr varScale="1">
        <p:scale>
          <a:sx n="72" d="100"/>
          <a:sy n="72" d="100"/>
        </p:scale>
        <p:origin x="648" y="66"/>
      </p:cViewPr>
      <p:guideLst>
        <p:guide orient="horz" pos="2160"/>
        <p:guide pos="3840"/>
      </p:guideLst>
    </p:cSldViewPr>
  </p:slideViewPr>
  <p:notesTextViewPr>
    <p:cViewPr>
      <p:scale>
        <a:sx n="1" d="1"/>
        <a:sy n="1" d="1"/>
      </p:scale>
      <p:origin x="0" y="0"/>
    </p:cViewPr>
  </p:notesTextViewPr>
  <p:notesViewPr>
    <p:cSldViewPr>
      <p:cViewPr varScale="1">
        <p:scale>
          <a:sx n="87" d="100"/>
          <a:sy n="87" d="100"/>
        </p:scale>
        <p:origin x="1272" y="53"/>
      </p:cViewPr>
      <p:guideLst/>
    </p:cSldViewPr>
  </p:notes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39" Type="http://schemas.openxmlformats.org/officeDocument/2006/relationships/slide" Target="slides/slide35.xml"/><Relationship Id="rId3" Type="http://schemas.openxmlformats.org/officeDocument/2006/relationships/customXml" Target="../customXml/item3.xml"/><Relationship Id="rId21" Type="http://schemas.openxmlformats.org/officeDocument/2006/relationships/slide" Target="slides/slide17.xml"/><Relationship Id="rId34" Type="http://schemas.openxmlformats.org/officeDocument/2006/relationships/slide" Target="slides/slide30.xml"/><Relationship Id="rId42" Type="http://schemas.openxmlformats.org/officeDocument/2006/relationships/slide" Target="slides/slide38.xml"/><Relationship Id="rId47" Type="http://schemas.openxmlformats.org/officeDocument/2006/relationships/theme" Target="theme/theme1.xml"/><Relationship Id="rId50" Type="http://schemas.microsoft.com/office/2015/10/relationships/revisionInfo" Target="revisionInfo.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slide" Target="slides/slide29.xml"/><Relationship Id="rId38" Type="http://schemas.openxmlformats.org/officeDocument/2006/relationships/slide" Target="slides/slide34.xml"/><Relationship Id="rId46" Type="http://schemas.openxmlformats.org/officeDocument/2006/relationships/viewProps" Target="viewProps.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29" Type="http://schemas.openxmlformats.org/officeDocument/2006/relationships/slide" Target="slides/slide25.xml"/><Relationship Id="rId41" Type="http://schemas.openxmlformats.org/officeDocument/2006/relationships/slide" Target="slides/slide37.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slide" Target="slides/slide28.xml"/><Relationship Id="rId37" Type="http://schemas.openxmlformats.org/officeDocument/2006/relationships/slide" Target="slides/slide33.xml"/><Relationship Id="rId40" Type="http://schemas.openxmlformats.org/officeDocument/2006/relationships/slide" Target="slides/slide36.xml"/><Relationship Id="rId45" Type="http://schemas.openxmlformats.org/officeDocument/2006/relationships/presProps" Target="presProps.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slide" Target="slides/slide32.xml"/><Relationship Id="rId49" Type="http://schemas.microsoft.com/office/2016/11/relationships/changesInfo" Target="changesInfos/changesInfo1.xml"/><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slide" Target="slides/slide27.xml"/><Relationship Id="rId44" Type="http://schemas.openxmlformats.org/officeDocument/2006/relationships/handoutMaster" Target="handoutMasters/handoutMaster1.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slide" Target="slides/slide31.xml"/><Relationship Id="rId43" Type="http://schemas.openxmlformats.org/officeDocument/2006/relationships/notesMaster" Target="notesMasters/notesMaster1.xml"/><Relationship Id="rId48" Type="http://schemas.openxmlformats.org/officeDocument/2006/relationships/tableStyles" Target="tableStyles.xml"/><Relationship Id="rId8" Type="http://schemas.openxmlformats.org/officeDocument/2006/relationships/slide" Target="slides/slide4.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Bodil Nørgaard" userId="2558ed56-3eb1-4768-b591-d86224f5464c" providerId="ADAL" clId="{6CC98CE8-5B01-4BE4-9825-7D5D9BA3CF01}"/>
    <pc:docChg chg="custSel delSld modSld">
      <pc:chgData name="Bodil Nørgaard" userId="2558ed56-3eb1-4768-b591-d86224f5464c" providerId="ADAL" clId="{6CC98CE8-5B01-4BE4-9825-7D5D9BA3CF01}" dt="2020-02-06T10:29:27.727" v="32" actId="700"/>
      <pc:docMkLst>
        <pc:docMk/>
      </pc:docMkLst>
      <pc:sldChg chg="del">
        <pc:chgData name="Bodil Nørgaard" userId="2558ed56-3eb1-4768-b591-d86224f5464c" providerId="ADAL" clId="{6CC98CE8-5B01-4BE4-9825-7D5D9BA3CF01}" dt="2020-02-06T09:38:17.360" v="4" actId="47"/>
        <pc:sldMkLst>
          <pc:docMk/>
          <pc:sldMk cId="3543689928" sldId="257"/>
        </pc:sldMkLst>
      </pc:sldChg>
      <pc:sldChg chg="del">
        <pc:chgData name="Bodil Nørgaard" userId="2558ed56-3eb1-4768-b591-d86224f5464c" providerId="ADAL" clId="{6CC98CE8-5B01-4BE4-9825-7D5D9BA3CF01}" dt="2020-02-06T09:38:21.236" v="6" actId="47"/>
        <pc:sldMkLst>
          <pc:docMk/>
          <pc:sldMk cId="4219749276" sldId="258"/>
        </pc:sldMkLst>
      </pc:sldChg>
      <pc:sldChg chg="del">
        <pc:chgData name="Bodil Nørgaard" userId="2558ed56-3eb1-4768-b591-d86224f5464c" providerId="ADAL" clId="{6CC98CE8-5B01-4BE4-9825-7D5D9BA3CF01}" dt="2020-02-06T09:38:19.877" v="5" actId="47"/>
        <pc:sldMkLst>
          <pc:docMk/>
          <pc:sldMk cId="2454004605" sldId="259"/>
        </pc:sldMkLst>
      </pc:sldChg>
      <pc:sldChg chg="del">
        <pc:chgData name="Bodil Nørgaard" userId="2558ed56-3eb1-4768-b591-d86224f5464c" providerId="ADAL" clId="{6CC98CE8-5B01-4BE4-9825-7D5D9BA3CF01}" dt="2020-02-06T09:38:23.117" v="7" actId="47"/>
        <pc:sldMkLst>
          <pc:docMk/>
          <pc:sldMk cId="2646359569" sldId="260"/>
        </pc:sldMkLst>
      </pc:sldChg>
      <pc:sldChg chg="del">
        <pc:chgData name="Bodil Nørgaard" userId="2558ed56-3eb1-4768-b591-d86224f5464c" providerId="ADAL" clId="{6CC98CE8-5B01-4BE4-9825-7D5D9BA3CF01}" dt="2020-02-06T10:08:56.743" v="14" actId="47"/>
        <pc:sldMkLst>
          <pc:docMk/>
          <pc:sldMk cId="353788704" sldId="262"/>
        </pc:sldMkLst>
      </pc:sldChg>
      <pc:sldChg chg="del">
        <pc:chgData name="Bodil Nørgaard" userId="2558ed56-3eb1-4768-b591-d86224f5464c" providerId="ADAL" clId="{6CC98CE8-5B01-4BE4-9825-7D5D9BA3CF01}" dt="2020-02-06T09:38:25.432" v="8" actId="47"/>
        <pc:sldMkLst>
          <pc:docMk/>
          <pc:sldMk cId="432362607" sldId="263"/>
        </pc:sldMkLst>
      </pc:sldChg>
      <pc:sldChg chg="modSp mod">
        <pc:chgData name="Bodil Nørgaard" userId="2558ed56-3eb1-4768-b591-d86224f5464c" providerId="ADAL" clId="{6CC98CE8-5B01-4BE4-9825-7D5D9BA3CF01}" dt="2020-02-05T12:17:47.229" v="3" actId="20577"/>
        <pc:sldMkLst>
          <pc:docMk/>
          <pc:sldMk cId="3200431909" sldId="276"/>
        </pc:sldMkLst>
        <pc:spChg chg="mod">
          <ac:chgData name="Bodil Nørgaard" userId="2558ed56-3eb1-4768-b591-d86224f5464c" providerId="ADAL" clId="{6CC98CE8-5B01-4BE4-9825-7D5D9BA3CF01}" dt="2020-02-05T12:17:47.229" v="3" actId="20577"/>
          <ac:spMkLst>
            <pc:docMk/>
            <pc:sldMk cId="3200431909" sldId="276"/>
            <ac:spMk id="4" creationId="{505BDEDF-630A-4B34-8245-A92CB698944F}"/>
          </ac:spMkLst>
        </pc:spChg>
      </pc:sldChg>
      <pc:sldChg chg="del">
        <pc:chgData name="Bodil Nørgaard" userId="2558ed56-3eb1-4768-b591-d86224f5464c" providerId="ADAL" clId="{6CC98CE8-5B01-4BE4-9825-7D5D9BA3CF01}" dt="2020-02-06T10:08:57.902" v="15" actId="47"/>
        <pc:sldMkLst>
          <pc:docMk/>
          <pc:sldMk cId="3972624470" sldId="353"/>
        </pc:sldMkLst>
      </pc:sldChg>
      <pc:sldChg chg="modSp mod modClrScheme chgLayout">
        <pc:chgData name="Bodil Nørgaard" userId="2558ed56-3eb1-4768-b591-d86224f5464c" providerId="ADAL" clId="{6CC98CE8-5B01-4BE4-9825-7D5D9BA3CF01}" dt="2020-02-06T10:29:12.159" v="30" actId="700"/>
        <pc:sldMkLst>
          <pc:docMk/>
          <pc:sldMk cId="1511469238" sldId="358"/>
        </pc:sldMkLst>
        <pc:spChg chg="mod ord">
          <ac:chgData name="Bodil Nørgaard" userId="2558ed56-3eb1-4768-b591-d86224f5464c" providerId="ADAL" clId="{6CC98CE8-5B01-4BE4-9825-7D5D9BA3CF01}" dt="2020-02-06T10:29:12.159" v="30" actId="700"/>
          <ac:spMkLst>
            <pc:docMk/>
            <pc:sldMk cId="1511469238" sldId="358"/>
            <ac:spMk id="2" creationId="{77576DAE-FE85-4DA8-A185-1CCB3719817A}"/>
          </ac:spMkLst>
        </pc:spChg>
        <pc:spChg chg="mod ord">
          <ac:chgData name="Bodil Nørgaard" userId="2558ed56-3eb1-4768-b591-d86224f5464c" providerId="ADAL" clId="{6CC98CE8-5B01-4BE4-9825-7D5D9BA3CF01}" dt="2020-02-06T10:29:12.159" v="30" actId="700"/>
          <ac:spMkLst>
            <pc:docMk/>
            <pc:sldMk cId="1511469238" sldId="358"/>
            <ac:spMk id="3" creationId="{F52F1A78-68F2-4ADB-AFCB-313A76D4E6BC}"/>
          </ac:spMkLst>
        </pc:spChg>
      </pc:sldChg>
      <pc:sldChg chg="modSp mod modClrScheme chgLayout">
        <pc:chgData name="Bodil Nørgaard" userId="2558ed56-3eb1-4768-b591-d86224f5464c" providerId="ADAL" clId="{6CC98CE8-5B01-4BE4-9825-7D5D9BA3CF01}" dt="2020-02-06T10:29:20.506" v="31" actId="700"/>
        <pc:sldMkLst>
          <pc:docMk/>
          <pc:sldMk cId="1437959381" sldId="359"/>
        </pc:sldMkLst>
        <pc:spChg chg="mod ord">
          <ac:chgData name="Bodil Nørgaard" userId="2558ed56-3eb1-4768-b591-d86224f5464c" providerId="ADAL" clId="{6CC98CE8-5B01-4BE4-9825-7D5D9BA3CF01}" dt="2020-02-06T10:29:20.506" v="31" actId="700"/>
          <ac:spMkLst>
            <pc:docMk/>
            <pc:sldMk cId="1437959381" sldId="359"/>
            <ac:spMk id="2" creationId="{77576DAE-FE85-4DA8-A185-1CCB3719817A}"/>
          </ac:spMkLst>
        </pc:spChg>
        <pc:spChg chg="mod ord">
          <ac:chgData name="Bodil Nørgaard" userId="2558ed56-3eb1-4768-b591-d86224f5464c" providerId="ADAL" clId="{6CC98CE8-5B01-4BE4-9825-7D5D9BA3CF01}" dt="2020-02-06T10:29:20.506" v="31" actId="700"/>
          <ac:spMkLst>
            <pc:docMk/>
            <pc:sldMk cId="1437959381" sldId="359"/>
            <ac:spMk id="3" creationId="{F52F1A78-68F2-4ADB-AFCB-313A76D4E6BC}"/>
          </ac:spMkLst>
        </pc:spChg>
      </pc:sldChg>
      <pc:sldChg chg="modSp mod">
        <pc:chgData name="Bodil Nørgaard" userId="2558ed56-3eb1-4768-b591-d86224f5464c" providerId="ADAL" clId="{6CC98CE8-5B01-4BE4-9825-7D5D9BA3CF01}" dt="2020-02-06T09:50:16.349" v="11" actId="20577"/>
        <pc:sldMkLst>
          <pc:docMk/>
          <pc:sldMk cId="3492230540" sldId="605"/>
        </pc:sldMkLst>
        <pc:spChg chg="mod">
          <ac:chgData name="Bodil Nørgaard" userId="2558ed56-3eb1-4768-b591-d86224f5464c" providerId="ADAL" clId="{6CC98CE8-5B01-4BE4-9825-7D5D9BA3CF01}" dt="2020-02-06T09:50:16.349" v="11" actId="20577"/>
          <ac:spMkLst>
            <pc:docMk/>
            <pc:sldMk cId="3492230540" sldId="605"/>
            <ac:spMk id="3" creationId="{00000000-0000-0000-0000-000000000000}"/>
          </ac:spMkLst>
        </pc:spChg>
      </pc:sldChg>
      <pc:sldChg chg="modSp del mod">
        <pc:chgData name="Bodil Nørgaard" userId="2558ed56-3eb1-4768-b591-d86224f5464c" providerId="ADAL" clId="{6CC98CE8-5B01-4BE4-9825-7D5D9BA3CF01}" dt="2020-02-06T10:07:38.317" v="13" actId="47"/>
        <pc:sldMkLst>
          <pc:docMk/>
          <pc:sldMk cId="3661197656" sldId="607"/>
        </pc:sldMkLst>
        <pc:spChg chg="mod">
          <ac:chgData name="Bodil Nørgaard" userId="2558ed56-3eb1-4768-b591-d86224f5464c" providerId="ADAL" clId="{6CC98CE8-5B01-4BE4-9825-7D5D9BA3CF01}" dt="2020-02-06T10:06:09.382" v="12" actId="20577"/>
          <ac:spMkLst>
            <pc:docMk/>
            <pc:sldMk cId="3661197656" sldId="607"/>
            <ac:spMk id="3" creationId="{F52F1A78-68F2-4ADB-AFCB-313A76D4E6BC}"/>
          </ac:spMkLst>
        </pc:spChg>
      </pc:sldChg>
      <pc:sldChg chg="modSp mod modClrScheme chgLayout">
        <pc:chgData name="Bodil Nørgaard" userId="2558ed56-3eb1-4768-b591-d86224f5464c" providerId="ADAL" clId="{6CC98CE8-5B01-4BE4-9825-7D5D9BA3CF01}" dt="2020-02-06T10:29:27.727" v="32" actId="700"/>
        <pc:sldMkLst>
          <pc:docMk/>
          <pc:sldMk cId="1490078814" sldId="608"/>
        </pc:sldMkLst>
        <pc:spChg chg="mod ord">
          <ac:chgData name="Bodil Nørgaard" userId="2558ed56-3eb1-4768-b591-d86224f5464c" providerId="ADAL" clId="{6CC98CE8-5B01-4BE4-9825-7D5D9BA3CF01}" dt="2020-02-06T10:29:27.727" v="32" actId="700"/>
          <ac:spMkLst>
            <pc:docMk/>
            <pc:sldMk cId="1490078814" sldId="608"/>
            <ac:spMk id="2" creationId="{77576DAE-FE85-4DA8-A185-1CCB3719817A}"/>
          </ac:spMkLst>
        </pc:spChg>
        <pc:spChg chg="mod ord">
          <ac:chgData name="Bodil Nørgaard" userId="2558ed56-3eb1-4768-b591-d86224f5464c" providerId="ADAL" clId="{6CC98CE8-5B01-4BE4-9825-7D5D9BA3CF01}" dt="2020-02-06T10:29:27.727" v="32" actId="700"/>
          <ac:spMkLst>
            <pc:docMk/>
            <pc:sldMk cId="1490078814" sldId="608"/>
            <ac:spMk id="3" creationId="{F52F1A78-68F2-4ADB-AFCB-313A76D4E6BC}"/>
          </ac:spMkLst>
        </pc:spChg>
      </pc:sldChg>
    </pc:docChg>
  </pc:docChgLst>
  <pc:docChgLst>
    <pc:chgData name="Anita Lykke Clemmensen" userId="2bfa0220-6de4-49af-a894-a5dcfbef3421" providerId="ADAL" clId="{18656543-4361-4B5F-BDA3-1579EFDCDAD6}"/>
    <pc:docChg chg="undo custSel mod addSld delSld modSld sldOrd">
      <pc:chgData name="Anita Lykke Clemmensen" userId="2bfa0220-6de4-49af-a894-a5dcfbef3421" providerId="ADAL" clId="{18656543-4361-4B5F-BDA3-1579EFDCDAD6}" dt="2019-09-09T06:21:58.779" v="2225" actId="20577"/>
      <pc:docMkLst>
        <pc:docMk/>
      </pc:docMkLst>
      <pc:sldChg chg="modSp">
        <pc:chgData name="Anita Lykke Clemmensen" userId="2bfa0220-6de4-49af-a894-a5dcfbef3421" providerId="ADAL" clId="{18656543-4361-4B5F-BDA3-1579EFDCDAD6}" dt="2019-09-09T05:46:42.699" v="2104" actId="20577"/>
        <pc:sldMkLst>
          <pc:docMk/>
          <pc:sldMk cId="3543689928" sldId="257"/>
        </pc:sldMkLst>
        <pc:spChg chg="mod">
          <ac:chgData name="Anita Lykke Clemmensen" userId="2bfa0220-6de4-49af-a894-a5dcfbef3421" providerId="ADAL" clId="{18656543-4361-4B5F-BDA3-1579EFDCDAD6}" dt="2019-09-09T03:11:22.147" v="489" actId="20577"/>
          <ac:spMkLst>
            <pc:docMk/>
            <pc:sldMk cId="3543689928" sldId="257"/>
            <ac:spMk id="3" creationId="{0277BF0E-8156-431B-80FB-19F677DFF927}"/>
          </ac:spMkLst>
        </pc:spChg>
        <pc:spChg chg="mod">
          <ac:chgData name="Anita Lykke Clemmensen" userId="2bfa0220-6de4-49af-a894-a5dcfbef3421" providerId="ADAL" clId="{18656543-4361-4B5F-BDA3-1579EFDCDAD6}" dt="2019-09-09T05:46:42.699" v="2104" actId="20577"/>
          <ac:spMkLst>
            <pc:docMk/>
            <pc:sldMk cId="3543689928" sldId="257"/>
            <ac:spMk id="4" creationId="{944E6073-00B1-4A2F-928E-FB0B5FD2C9E6}"/>
          </ac:spMkLst>
        </pc:spChg>
      </pc:sldChg>
      <pc:sldChg chg="modSp new">
        <pc:chgData name="Anita Lykke Clemmensen" userId="2bfa0220-6de4-49af-a894-a5dcfbef3421" providerId="ADAL" clId="{18656543-4361-4B5F-BDA3-1579EFDCDAD6}" dt="2019-09-06T12:59:21.978" v="116" actId="5793"/>
        <pc:sldMkLst>
          <pc:docMk/>
          <pc:sldMk cId="4219749276" sldId="258"/>
        </pc:sldMkLst>
        <pc:spChg chg="mod">
          <ac:chgData name="Anita Lykke Clemmensen" userId="2bfa0220-6de4-49af-a894-a5dcfbef3421" providerId="ADAL" clId="{18656543-4361-4B5F-BDA3-1579EFDCDAD6}" dt="2019-09-06T12:59:03.810" v="78" actId="20577"/>
          <ac:spMkLst>
            <pc:docMk/>
            <pc:sldMk cId="4219749276" sldId="258"/>
            <ac:spMk id="3" creationId="{7CEC9642-4F9B-4636-9114-9E3E2FB4EFA9}"/>
          </ac:spMkLst>
        </pc:spChg>
        <pc:spChg chg="mod">
          <ac:chgData name="Anita Lykke Clemmensen" userId="2bfa0220-6de4-49af-a894-a5dcfbef3421" providerId="ADAL" clId="{18656543-4361-4B5F-BDA3-1579EFDCDAD6}" dt="2019-09-06T12:59:21.978" v="116" actId="5793"/>
          <ac:spMkLst>
            <pc:docMk/>
            <pc:sldMk cId="4219749276" sldId="258"/>
            <ac:spMk id="4" creationId="{D55F0742-3259-491D-8BDC-48E2C558BFBF}"/>
          </ac:spMkLst>
        </pc:spChg>
      </pc:sldChg>
      <pc:sldChg chg="delSp modSp new">
        <pc:chgData name="Anita Lykke Clemmensen" userId="2bfa0220-6de4-49af-a894-a5dcfbef3421" providerId="ADAL" clId="{18656543-4361-4B5F-BDA3-1579EFDCDAD6}" dt="2019-09-06T12:59:59.385" v="141" actId="478"/>
        <pc:sldMkLst>
          <pc:docMk/>
          <pc:sldMk cId="2454004605" sldId="259"/>
        </pc:sldMkLst>
        <pc:spChg chg="mod">
          <ac:chgData name="Anita Lykke Clemmensen" userId="2bfa0220-6de4-49af-a894-a5dcfbef3421" providerId="ADAL" clId="{18656543-4361-4B5F-BDA3-1579EFDCDAD6}" dt="2019-09-06T12:59:55.855" v="140" actId="20577"/>
          <ac:spMkLst>
            <pc:docMk/>
            <pc:sldMk cId="2454004605" sldId="259"/>
            <ac:spMk id="2" creationId="{07ABE17C-3914-4A1B-9003-CA5E96BCBC30}"/>
          </ac:spMkLst>
        </pc:spChg>
        <pc:spChg chg="del">
          <ac:chgData name="Anita Lykke Clemmensen" userId="2bfa0220-6de4-49af-a894-a5dcfbef3421" providerId="ADAL" clId="{18656543-4361-4B5F-BDA3-1579EFDCDAD6}" dt="2019-09-06T12:59:59.385" v="141" actId="478"/>
          <ac:spMkLst>
            <pc:docMk/>
            <pc:sldMk cId="2454004605" sldId="259"/>
            <ac:spMk id="3" creationId="{B5588BCB-30C5-4390-8DF4-4D269792B4FB}"/>
          </ac:spMkLst>
        </pc:spChg>
      </pc:sldChg>
      <pc:sldChg chg="modSp add">
        <pc:chgData name="Anita Lykke Clemmensen" userId="2bfa0220-6de4-49af-a894-a5dcfbef3421" providerId="ADAL" clId="{18656543-4361-4B5F-BDA3-1579EFDCDAD6}" dt="2019-09-06T13:00:31.952" v="154" actId="20577"/>
        <pc:sldMkLst>
          <pc:docMk/>
          <pc:sldMk cId="2646359569" sldId="260"/>
        </pc:sldMkLst>
        <pc:spChg chg="mod">
          <ac:chgData name="Anita Lykke Clemmensen" userId="2bfa0220-6de4-49af-a894-a5dcfbef3421" providerId="ADAL" clId="{18656543-4361-4B5F-BDA3-1579EFDCDAD6}" dt="2019-09-06T13:00:31.952" v="154" actId="20577"/>
          <ac:spMkLst>
            <pc:docMk/>
            <pc:sldMk cId="2646359569" sldId="260"/>
            <ac:spMk id="2" creationId="{07ABE17C-3914-4A1B-9003-CA5E96BCBC30}"/>
          </ac:spMkLst>
        </pc:spChg>
      </pc:sldChg>
      <pc:sldChg chg="modSp add del">
        <pc:chgData name="Anita Lykke Clemmensen" userId="2bfa0220-6de4-49af-a894-a5dcfbef3421" providerId="ADAL" clId="{18656543-4361-4B5F-BDA3-1579EFDCDAD6}" dt="2019-09-06T13:09:13.582" v="235" actId="47"/>
        <pc:sldMkLst>
          <pc:docMk/>
          <pc:sldMk cId="1008744240" sldId="261"/>
        </pc:sldMkLst>
        <pc:spChg chg="mod">
          <ac:chgData name="Anita Lykke Clemmensen" userId="2bfa0220-6de4-49af-a894-a5dcfbef3421" providerId="ADAL" clId="{18656543-4361-4B5F-BDA3-1579EFDCDAD6}" dt="2019-09-06T13:00:42.787" v="158" actId="20577"/>
          <ac:spMkLst>
            <pc:docMk/>
            <pc:sldMk cId="1008744240" sldId="261"/>
            <ac:spMk id="2" creationId="{07ABE17C-3914-4A1B-9003-CA5E96BCBC30}"/>
          </ac:spMkLst>
        </pc:spChg>
      </pc:sldChg>
      <pc:sldChg chg="modSp add ord">
        <pc:chgData name="Anita Lykke Clemmensen" userId="2bfa0220-6de4-49af-a894-a5dcfbef3421" providerId="ADAL" clId="{18656543-4361-4B5F-BDA3-1579EFDCDAD6}" dt="2019-09-06T13:10:11.769" v="242"/>
        <pc:sldMkLst>
          <pc:docMk/>
          <pc:sldMk cId="353788704" sldId="262"/>
        </pc:sldMkLst>
        <pc:spChg chg="mod">
          <ac:chgData name="Anita Lykke Clemmensen" userId="2bfa0220-6de4-49af-a894-a5dcfbef3421" providerId="ADAL" clId="{18656543-4361-4B5F-BDA3-1579EFDCDAD6}" dt="2019-09-06T13:00:56.948" v="177" actId="20577"/>
          <ac:spMkLst>
            <pc:docMk/>
            <pc:sldMk cId="353788704" sldId="262"/>
            <ac:spMk id="2" creationId="{07ABE17C-3914-4A1B-9003-CA5E96BCBC30}"/>
          </ac:spMkLst>
        </pc:spChg>
      </pc:sldChg>
      <pc:sldChg chg="add">
        <pc:chgData name="Anita Lykke Clemmensen" userId="2bfa0220-6de4-49af-a894-a5dcfbef3421" providerId="ADAL" clId="{18656543-4361-4B5F-BDA3-1579EFDCDAD6}" dt="2019-09-06T13:10:23.778" v="244"/>
        <pc:sldMkLst>
          <pc:docMk/>
          <pc:sldMk cId="432362607" sldId="263"/>
        </pc:sldMkLst>
      </pc:sldChg>
      <pc:sldChg chg="modSp new del ord">
        <pc:chgData name="Anita Lykke Clemmensen" userId="2bfa0220-6de4-49af-a894-a5dcfbef3421" providerId="ADAL" clId="{18656543-4361-4B5F-BDA3-1579EFDCDAD6}" dt="2019-09-06T13:10:15.832" v="243" actId="2696"/>
        <pc:sldMkLst>
          <pc:docMk/>
          <pc:sldMk cId="547663465" sldId="263"/>
        </pc:sldMkLst>
        <pc:spChg chg="mod">
          <ac:chgData name="Anita Lykke Clemmensen" userId="2bfa0220-6de4-49af-a894-a5dcfbef3421" providerId="ADAL" clId="{18656543-4361-4B5F-BDA3-1579EFDCDAD6}" dt="2019-09-06T13:03:14.887" v="192" actId="20577"/>
          <ac:spMkLst>
            <pc:docMk/>
            <pc:sldMk cId="547663465" sldId="263"/>
            <ac:spMk id="3" creationId="{95E3EFBD-B679-4EDC-9B84-91A552F3F863}"/>
          </ac:spMkLst>
        </pc:spChg>
        <pc:spChg chg="mod">
          <ac:chgData name="Anita Lykke Clemmensen" userId="2bfa0220-6de4-49af-a894-a5dcfbef3421" providerId="ADAL" clId="{18656543-4361-4B5F-BDA3-1579EFDCDAD6}" dt="2019-09-06T13:05:21.605" v="232"/>
          <ac:spMkLst>
            <pc:docMk/>
            <pc:sldMk cId="547663465" sldId="263"/>
            <ac:spMk id="4" creationId="{1944083F-A689-4F1B-9F69-9377B662D752}"/>
          </ac:spMkLst>
        </pc:spChg>
      </pc:sldChg>
      <pc:sldChg chg="new del ord">
        <pc:chgData name="Anita Lykke Clemmensen" userId="2bfa0220-6de4-49af-a894-a5dcfbef3421" providerId="ADAL" clId="{18656543-4361-4B5F-BDA3-1579EFDCDAD6}" dt="2019-09-06T13:10:28.422" v="245" actId="47"/>
        <pc:sldMkLst>
          <pc:docMk/>
          <pc:sldMk cId="165406478" sldId="264"/>
        </pc:sldMkLst>
      </pc:sldChg>
      <pc:sldChg chg="new del">
        <pc:chgData name="Anita Lykke Clemmensen" userId="2bfa0220-6de4-49af-a894-a5dcfbef3421" providerId="ADAL" clId="{18656543-4361-4B5F-BDA3-1579EFDCDAD6}" dt="2019-09-06T13:02:05.608" v="182" actId="47"/>
        <pc:sldMkLst>
          <pc:docMk/>
          <pc:sldMk cId="113638610" sldId="265"/>
        </pc:sldMkLst>
      </pc:sldChg>
      <pc:sldChg chg="delSp modSp add del mod addAnim delAnim modAnim chgLayout">
        <pc:chgData name="Anita Lykke Clemmensen" userId="2bfa0220-6de4-49af-a894-a5dcfbef3421" providerId="ADAL" clId="{18656543-4361-4B5F-BDA3-1579EFDCDAD6}" dt="2019-09-09T03:40:48.156" v="922" actId="47"/>
        <pc:sldMkLst>
          <pc:docMk/>
          <pc:sldMk cId="2995267125" sldId="265"/>
        </pc:sldMkLst>
        <pc:spChg chg="mod ord">
          <ac:chgData name="Anita Lykke Clemmensen" userId="2bfa0220-6de4-49af-a894-a5dcfbef3421" providerId="ADAL" clId="{18656543-4361-4B5F-BDA3-1579EFDCDAD6}" dt="2019-09-06T13:10:53.157" v="246" actId="700"/>
          <ac:spMkLst>
            <pc:docMk/>
            <pc:sldMk cId="2995267125" sldId="265"/>
            <ac:spMk id="2" creationId="{10A66DBA-7D8C-4584-BC57-D1116F20C151}"/>
          </ac:spMkLst>
        </pc:spChg>
        <pc:spChg chg="mod ord">
          <ac:chgData name="Anita Lykke Clemmensen" userId="2bfa0220-6de4-49af-a894-a5dcfbef3421" providerId="ADAL" clId="{18656543-4361-4B5F-BDA3-1579EFDCDAD6}" dt="2019-09-06T13:10:53.157" v="246" actId="700"/>
          <ac:spMkLst>
            <pc:docMk/>
            <pc:sldMk cId="2995267125" sldId="265"/>
            <ac:spMk id="3" creationId="{CD660C1E-52A2-444B-A3DF-E8D0DF1ED1CC}"/>
          </ac:spMkLst>
        </pc:spChg>
        <pc:spChg chg="mod ord">
          <ac:chgData name="Anita Lykke Clemmensen" userId="2bfa0220-6de4-49af-a894-a5dcfbef3421" providerId="ADAL" clId="{18656543-4361-4B5F-BDA3-1579EFDCDAD6}" dt="2019-09-06T13:23:19.918" v="394" actId="20577"/>
          <ac:spMkLst>
            <pc:docMk/>
            <pc:sldMk cId="2995267125" sldId="265"/>
            <ac:spMk id="4" creationId="{A642728C-B442-44AF-B2C8-2885A6235A81}"/>
          </ac:spMkLst>
        </pc:spChg>
        <pc:spChg chg="del mod">
          <ac:chgData name="Anita Lykke Clemmensen" userId="2bfa0220-6de4-49af-a894-a5dcfbef3421" providerId="ADAL" clId="{18656543-4361-4B5F-BDA3-1579EFDCDAD6}" dt="2019-09-06T13:23:12.394" v="392" actId="478"/>
          <ac:spMkLst>
            <pc:docMk/>
            <pc:sldMk cId="2995267125" sldId="265"/>
            <ac:spMk id="5" creationId="{DFE11509-0A05-42E8-97E7-4175876FA4AC}"/>
          </ac:spMkLst>
        </pc:spChg>
      </pc:sldChg>
      <pc:sldChg chg="addSp modSp add mod modAnim chgLayout">
        <pc:chgData name="Anita Lykke Clemmensen" userId="2bfa0220-6de4-49af-a894-a5dcfbef3421" providerId="ADAL" clId="{18656543-4361-4B5F-BDA3-1579EFDCDAD6}" dt="2019-09-09T03:51:03.716" v="1013" actId="14861"/>
        <pc:sldMkLst>
          <pc:docMk/>
          <pc:sldMk cId="4032867941" sldId="266"/>
        </pc:sldMkLst>
        <pc:spChg chg="mod ord">
          <ac:chgData name="Anita Lykke Clemmensen" userId="2bfa0220-6de4-49af-a894-a5dcfbef3421" providerId="ADAL" clId="{18656543-4361-4B5F-BDA3-1579EFDCDAD6}" dt="2019-09-06T13:10:53.157" v="246" actId="700"/>
          <ac:spMkLst>
            <pc:docMk/>
            <pc:sldMk cId="4032867941" sldId="266"/>
            <ac:spMk id="2" creationId="{7F998B67-6D08-4E8B-ADF6-C902EAAE6F55}"/>
          </ac:spMkLst>
        </pc:spChg>
        <pc:spChg chg="mod ord">
          <ac:chgData name="Anita Lykke Clemmensen" userId="2bfa0220-6de4-49af-a894-a5dcfbef3421" providerId="ADAL" clId="{18656543-4361-4B5F-BDA3-1579EFDCDAD6}" dt="2019-09-06T13:10:53.157" v="246" actId="700"/>
          <ac:spMkLst>
            <pc:docMk/>
            <pc:sldMk cId="4032867941" sldId="266"/>
            <ac:spMk id="3" creationId="{518DED57-0E2B-4A9E-B4F0-D6910801F028}"/>
          </ac:spMkLst>
        </pc:spChg>
        <pc:spChg chg="mod ord">
          <ac:chgData name="Anita Lykke Clemmensen" userId="2bfa0220-6de4-49af-a894-a5dcfbef3421" providerId="ADAL" clId="{18656543-4361-4B5F-BDA3-1579EFDCDAD6}" dt="2019-09-09T03:49:16.922" v="996" actId="14100"/>
          <ac:spMkLst>
            <pc:docMk/>
            <pc:sldMk cId="4032867941" sldId="266"/>
            <ac:spMk id="4" creationId="{587D2E3C-3090-4E1B-B4CD-5DB34CD7EC7A}"/>
          </ac:spMkLst>
        </pc:spChg>
        <pc:spChg chg="add mod">
          <ac:chgData name="Anita Lykke Clemmensen" userId="2bfa0220-6de4-49af-a894-a5dcfbef3421" providerId="ADAL" clId="{18656543-4361-4B5F-BDA3-1579EFDCDAD6}" dt="2019-09-09T03:51:03.716" v="1013" actId="14861"/>
          <ac:spMkLst>
            <pc:docMk/>
            <pc:sldMk cId="4032867941" sldId="266"/>
            <ac:spMk id="6" creationId="{5F6A9A78-6607-4211-ADED-B98C091CDE9D}"/>
          </ac:spMkLst>
        </pc:spChg>
        <pc:picChg chg="mod">
          <ac:chgData name="Anita Lykke Clemmensen" userId="2bfa0220-6de4-49af-a894-a5dcfbef3421" providerId="ADAL" clId="{18656543-4361-4B5F-BDA3-1579EFDCDAD6}" dt="2019-09-09T03:49:20.343" v="997" actId="14100"/>
          <ac:picMkLst>
            <pc:docMk/>
            <pc:sldMk cId="4032867941" sldId="266"/>
            <ac:picMk id="7" creationId="{6AF8DCA6-29EF-4745-B5AE-408BCFD74A1F}"/>
          </ac:picMkLst>
        </pc:picChg>
      </pc:sldChg>
      <pc:sldChg chg="modSp add mod chgLayout">
        <pc:chgData name="Anita Lykke Clemmensen" userId="2bfa0220-6de4-49af-a894-a5dcfbef3421" providerId="ADAL" clId="{18656543-4361-4B5F-BDA3-1579EFDCDAD6}" dt="2019-09-06T13:25:08.848" v="406" actId="6549"/>
        <pc:sldMkLst>
          <pc:docMk/>
          <pc:sldMk cId="2067271573" sldId="267"/>
        </pc:sldMkLst>
        <pc:spChg chg="mod ord">
          <ac:chgData name="Anita Lykke Clemmensen" userId="2bfa0220-6de4-49af-a894-a5dcfbef3421" providerId="ADAL" clId="{18656543-4361-4B5F-BDA3-1579EFDCDAD6}" dt="2019-09-06T13:10:53.157" v="246" actId="700"/>
          <ac:spMkLst>
            <pc:docMk/>
            <pc:sldMk cId="2067271573" sldId="267"/>
            <ac:spMk id="2" creationId="{4FE3BADD-60C6-43B1-A5FE-864D74DC0C1F}"/>
          </ac:spMkLst>
        </pc:spChg>
        <pc:spChg chg="mod ord">
          <ac:chgData name="Anita Lykke Clemmensen" userId="2bfa0220-6de4-49af-a894-a5dcfbef3421" providerId="ADAL" clId="{18656543-4361-4B5F-BDA3-1579EFDCDAD6}" dt="2019-09-06T13:10:53.157" v="246" actId="700"/>
          <ac:spMkLst>
            <pc:docMk/>
            <pc:sldMk cId="2067271573" sldId="267"/>
            <ac:spMk id="3" creationId="{3DD4D9B6-36A4-4730-B826-4A46A169B690}"/>
          </ac:spMkLst>
        </pc:spChg>
        <pc:spChg chg="mod ord">
          <ac:chgData name="Anita Lykke Clemmensen" userId="2bfa0220-6de4-49af-a894-a5dcfbef3421" providerId="ADAL" clId="{18656543-4361-4B5F-BDA3-1579EFDCDAD6}" dt="2019-09-06T13:25:08.848" v="406" actId="6549"/>
          <ac:spMkLst>
            <pc:docMk/>
            <pc:sldMk cId="2067271573" sldId="267"/>
            <ac:spMk id="4" creationId="{3E38B073-2B03-45A5-BA84-34BD93B6E464}"/>
          </ac:spMkLst>
        </pc:spChg>
      </pc:sldChg>
      <pc:sldChg chg="modSp add mod chgLayout">
        <pc:chgData name="Anita Lykke Clemmensen" userId="2bfa0220-6de4-49af-a894-a5dcfbef3421" providerId="ADAL" clId="{18656543-4361-4B5F-BDA3-1579EFDCDAD6}" dt="2019-09-06T13:26:36.168" v="414" actId="20577"/>
        <pc:sldMkLst>
          <pc:docMk/>
          <pc:sldMk cId="506919104" sldId="268"/>
        </pc:sldMkLst>
        <pc:spChg chg="mod ord">
          <ac:chgData name="Anita Lykke Clemmensen" userId="2bfa0220-6de4-49af-a894-a5dcfbef3421" providerId="ADAL" clId="{18656543-4361-4B5F-BDA3-1579EFDCDAD6}" dt="2019-09-06T13:10:53.157" v="246" actId="700"/>
          <ac:spMkLst>
            <pc:docMk/>
            <pc:sldMk cId="506919104" sldId="268"/>
            <ac:spMk id="2" creationId="{4FE3BADD-60C6-43B1-A5FE-864D74DC0C1F}"/>
          </ac:spMkLst>
        </pc:spChg>
        <pc:spChg chg="mod ord">
          <ac:chgData name="Anita Lykke Clemmensen" userId="2bfa0220-6de4-49af-a894-a5dcfbef3421" providerId="ADAL" clId="{18656543-4361-4B5F-BDA3-1579EFDCDAD6}" dt="2019-09-06T13:10:53.157" v="246" actId="700"/>
          <ac:spMkLst>
            <pc:docMk/>
            <pc:sldMk cId="506919104" sldId="268"/>
            <ac:spMk id="3" creationId="{3DD4D9B6-36A4-4730-B826-4A46A169B690}"/>
          </ac:spMkLst>
        </pc:spChg>
        <pc:spChg chg="mod ord">
          <ac:chgData name="Anita Lykke Clemmensen" userId="2bfa0220-6de4-49af-a894-a5dcfbef3421" providerId="ADAL" clId="{18656543-4361-4B5F-BDA3-1579EFDCDAD6}" dt="2019-09-06T13:26:36.168" v="414" actId="20577"/>
          <ac:spMkLst>
            <pc:docMk/>
            <pc:sldMk cId="506919104" sldId="268"/>
            <ac:spMk id="4" creationId="{3E38B073-2B03-45A5-BA84-34BD93B6E464}"/>
          </ac:spMkLst>
        </pc:spChg>
      </pc:sldChg>
      <pc:sldChg chg="modSp add mod ord chgLayout">
        <pc:chgData name="Anita Lykke Clemmensen" userId="2bfa0220-6de4-49af-a894-a5dcfbef3421" providerId="ADAL" clId="{18656543-4361-4B5F-BDA3-1579EFDCDAD6}" dt="2019-09-09T04:16:33.220" v="1831"/>
        <pc:sldMkLst>
          <pc:docMk/>
          <pc:sldMk cId="4274081357" sldId="269"/>
        </pc:sldMkLst>
        <pc:spChg chg="mod ord">
          <ac:chgData name="Anita Lykke Clemmensen" userId="2bfa0220-6de4-49af-a894-a5dcfbef3421" providerId="ADAL" clId="{18656543-4361-4B5F-BDA3-1579EFDCDAD6}" dt="2019-09-06T13:10:53.157" v="246" actId="700"/>
          <ac:spMkLst>
            <pc:docMk/>
            <pc:sldMk cId="4274081357" sldId="269"/>
            <ac:spMk id="2" creationId="{218B914A-256C-497A-8C9D-B9DE5444718A}"/>
          </ac:spMkLst>
        </pc:spChg>
        <pc:spChg chg="mod ord">
          <ac:chgData name="Anita Lykke Clemmensen" userId="2bfa0220-6de4-49af-a894-a5dcfbef3421" providerId="ADAL" clId="{18656543-4361-4B5F-BDA3-1579EFDCDAD6}" dt="2019-09-06T13:10:53.157" v="246" actId="700"/>
          <ac:spMkLst>
            <pc:docMk/>
            <pc:sldMk cId="4274081357" sldId="269"/>
            <ac:spMk id="3" creationId="{6D44F9D5-8BC1-4E64-9C2B-F363D5D6098C}"/>
          </ac:spMkLst>
        </pc:spChg>
        <pc:spChg chg="mod ord">
          <ac:chgData name="Anita Lykke Clemmensen" userId="2bfa0220-6de4-49af-a894-a5dcfbef3421" providerId="ADAL" clId="{18656543-4361-4B5F-BDA3-1579EFDCDAD6}" dt="2019-09-06T13:29:13.476" v="437" actId="313"/>
          <ac:spMkLst>
            <pc:docMk/>
            <pc:sldMk cId="4274081357" sldId="269"/>
            <ac:spMk id="4" creationId="{6C6225AE-4E6A-4D1F-9F56-66F7BF2C9A14}"/>
          </ac:spMkLst>
        </pc:spChg>
      </pc:sldChg>
      <pc:sldChg chg="modSp add mod ord chgLayout">
        <pc:chgData name="Anita Lykke Clemmensen" userId="2bfa0220-6de4-49af-a894-a5dcfbef3421" providerId="ADAL" clId="{18656543-4361-4B5F-BDA3-1579EFDCDAD6}" dt="2019-09-09T04:16:33.220" v="1831"/>
        <pc:sldMkLst>
          <pc:docMk/>
          <pc:sldMk cId="2330925903" sldId="271"/>
        </pc:sldMkLst>
        <pc:spChg chg="mod ord">
          <ac:chgData name="Anita Lykke Clemmensen" userId="2bfa0220-6de4-49af-a894-a5dcfbef3421" providerId="ADAL" clId="{18656543-4361-4B5F-BDA3-1579EFDCDAD6}" dt="2019-09-06T13:10:53.157" v="246" actId="700"/>
          <ac:spMkLst>
            <pc:docMk/>
            <pc:sldMk cId="2330925903" sldId="271"/>
            <ac:spMk id="2" creationId="{96E69EC7-0D27-484A-A2BA-689023130CB3}"/>
          </ac:spMkLst>
        </pc:spChg>
        <pc:spChg chg="mod ord">
          <ac:chgData name="Anita Lykke Clemmensen" userId="2bfa0220-6de4-49af-a894-a5dcfbef3421" providerId="ADAL" clId="{18656543-4361-4B5F-BDA3-1579EFDCDAD6}" dt="2019-09-06T13:10:53.157" v="246" actId="700"/>
          <ac:spMkLst>
            <pc:docMk/>
            <pc:sldMk cId="2330925903" sldId="271"/>
            <ac:spMk id="3" creationId="{3A67FCDD-262E-4609-AAFE-60FEAA07F186}"/>
          </ac:spMkLst>
        </pc:spChg>
        <pc:spChg chg="mod ord">
          <ac:chgData name="Anita Lykke Clemmensen" userId="2bfa0220-6de4-49af-a894-a5dcfbef3421" providerId="ADAL" clId="{18656543-4361-4B5F-BDA3-1579EFDCDAD6}" dt="2019-09-06T13:30:07.653" v="456" actId="20577"/>
          <ac:spMkLst>
            <pc:docMk/>
            <pc:sldMk cId="2330925903" sldId="271"/>
            <ac:spMk id="4" creationId="{89936028-D64E-441F-8234-033FB79FB779}"/>
          </ac:spMkLst>
        </pc:spChg>
      </pc:sldChg>
      <pc:sldChg chg="modSp add mod ord chgLayout">
        <pc:chgData name="Anita Lykke Clemmensen" userId="2bfa0220-6de4-49af-a894-a5dcfbef3421" providerId="ADAL" clId="{18656543-4361-4B5F-BDA3-1579EFDCDAD6}" dt="2019-09-09T04:44:26.128" v="2099"/>
        <pc:sldMkLst>
          <pc:docMk/>
          <pc:sldMk cId="1079494505" sldId="272"/>
        </pc:sldMkLst>
        <pc:spChg chg="mod ord">
          <ac:chgData name="Anita Lykke Clemmensen" userId="2bfa0220-6de4-49af-a894-a5dcfbef3421" providerId="ADAL" clId="{18656543-4361-4B5F-BDA3-1579EFDCDAD6}" dt="2019-09-06T13:10:53.157" v="246" actId="700"/>
          <ac:spMkLst>
            <pc:docMk/>
            <pc:sldMk cId="1079494505" sldId="272"/>
            <ac:spMk id="2" creationId="{8C4A8DCB-FF8F-42C2-B8D5-7FDD45E75994}"/>
          </ac:spMkLst>
        </pc:spChg>
        <pc:spChg chg="mod ord">
          <ac:chgData name="Anita Lykke Clemmensen" userId="2bfa0220-6de4-49af-a894-a5dcfbef3421" providerId="ADAL" clId="{18656543-4361-4B5F-BDA3-1579EFDCDAD6}" dt="2019-09-06T13:10:53.157" v="246" actId="700"/>
          <ac:spMkLst>
            <pc:docMk/>
            <pc:sldMk cId="1079494505" sldId="272"/>
            <ac:spMk id="3" creationId="{E77731FB-44AF-47CD-88FD-9CB9D62177E8}"/>
          </ac:spMkLst>
        </pc:spChg>
        <pc:spChg chg="mod ord">
          <ac:chgData name="Anita Lykke Clemmensen" userId="2bfa0220-6de4-49af-a894-a5dcfbef3421" providerId="ADAL" clId="{18656543-4361-4B5F-BDA3-1579EFDCDAD6}" dt="2019-09-06T13:30:28.943" v="457" actId="14100"/>
          <ac:spMkLst>
            <pc:docMk/>
            <pc:sldMk cId="1079494505" sldId="272"/>
            <ac:spMk id="4" creationId="{4DDDDE07-C076-4789-AA91-AF8DA6A844E3}"/>
          </ac:spMkLst>
        </pc:spChg>
      </pc:sldChg>
      <pc:sldChg chg="modSp add mod chgLayout">
        <pc:chgData name="Anita Lykke Clemmensen" userId="2bfa0220-6de4-49af-a894-a5dcfbef3421" providerId="ADAL" clId="{18656543-4361-4B5F-BDA3-1579EFDCDAD6}" dt="2019-09-09T04:15:23.426" v="1830" actId="20577"/>
        <pc:sldMkLst>
          <pc:docMk/>
          <pc:sldMk cId="3643795053" sldId="273"/>
        </pc:sldMkLst>
        <pc:spChg chg="mod ord">
          <ac:chgData name="Anita Lykke Clemmensen" userId="2bfa0220-6de4-49af-a894-a5dcfbef3421" providerId="ADAL" clId="{18656543-4361-4B5F-BDA3-1579EFDCDAD6}" dt="2019-09-06T13:10:53.157" v="246" actId="700"/>
          <ac:spMkLst>
            <pc:docMk/>
            <pc:sldMk cId="3643795053" sldId="273"/>
            <ac:spMk id="2" creationId="{9EE4A2E6-6388-4909-8158-CC1FBFEA3596}"/>
          </ac:spMkLst>
        </pc:spChg>
        <pc:spChg chg="mod ord">
          <ac:chgData name="Anita Lykke Clemmensen" userId="2bfa0220-6de4-49af-a894-a5dcfbef3421" providerId="ADAL" clId="{18656543-4361-4B5F-BDA3-1579EFDCDAD6}" dt="2019-09-09T04:14:25.260" v="1813" actId="20577"/>
          <ac:spMkLst>
            <pc:docMk/>
            <pc:sldMk cId="3643795053" sldId="273"/>
            <ac:spMk id="3" creationId="{6307DD6C-FBA7-4CC3-8D5E-DF041E65485E}"/>
          </ac:spMkLst>
        </pc:spChg>
        <pc:spChg chg="mod ord">
          <ac:chgData name="Anita Lykke Clemmensen" userId="2bfa0220-6de4-49af-a894-a5dcfbef3421" providerId="ADAL" clId="{18656543-4361-4B5F-BDA3-1579EFDCDAD6}" dt="2019-09-06T13:31:08.366" v="465" actId="790"/>
          <ac:spMkLst>
            <pc:docMk/>
            <pc:sldMk cId="3643795053" sldId="273"/>
            <ac:spMk id="4" creationId="{A792ED4A-4489-4015-8FA4-95F208FF5050}"/>
          </ac:spMkLst>
        </pc:spChg>
        <pc:spChg chg="mod">
          <ac:chgData name="Anita Lykke Clemmensen" userId="2bfa0220-6de4-49af-a894-a5dcfbef3421" providerId="ADAL" clId="{18656543-4361-4B5F-BDA3-1579EFDCDAD6}" dt="2019-09-09T04:15:23.426" v="1830" actId="20577"/>
          <ac:spMkLst>
            <pc:docMk/>
            <pc:sldMk cId="3643795053" sldId="273"/>
            <ac:spMk id="5" creationId="{6A1189B3-A955-4091-B708-60D74BF2E200}"/>
          </ac:spMkLst>
        </pc:spChg>
      </pc:sldChg>
      <pc:sldChg chg="modSp add mod chgLayout">
        <pc:chgData name="Anita Lykke Clemmensen" userId="2bfa0220-6de4-49af-a894-a5dcfbef3421" providerId="ADAL" clId="{18656543-4361-4B5F-BDA3-1579EFDCDAD6}" dt="2019-09-06T13:10:53.157" v="246" actId="700"/>
        <pc:sldMkLst>
          <pc:docMk/>
          <pc:sldMk cId="1722691472" sldId="274"/>
        </pc:sldMkLst>
        <pc:spChg chg="mod ord">
          <ac:chgData name="Anita Lykke Clemmensen" userId="2bfa0220-6de4-49af-a894-a5dcfbef3421" providerId="ADAL" clId="{18656543-4361-4B5F-BDA3-1579EFDCDAD6}" dt="2019-09-06T13:10:53.157" v="246" actId="700"/>
          <ac:spMkLst>
            <pc:docMk/>
            <pc:sldMk cId="1722691472" sldId="274"/>
            <ac:spMk id="2" creationId="{01721E08-DA0E-43AD-AAC4-B137084820F7}"/>
          </ac:spMkLst>
        </pc:spChg>
        <pc:spChg chg="mod ord">
          <ac:chgData name="Anita Lykke Clemmensen" userId="2bfa0220-6de4-49af-a894-a5dcfbef3421" providerId="ADAL" clId="{18656543-4361-4B5F-BDA3-1579EFDCDAD6}" dt="2019-09-06T13:10:53.157" v="246" actId="700"/>
          <ac:spMkLst>
            <pc:docMk/>
            <pc:sldMk cId="1722691472" sldId="274"/>
            <ac:spMk id="3" creationId="{9F84F852-2538-4A63-B560-41CD80805224}"/>
          </ac:spMkLst>
        </pc:spChg>
        <pc:spChg chg="mod ord">
          <ac:chgData name="Anita Lykke Clemmensen" userId="2bfa0220-6de4-49af-a894-a5dcfbef3421" providerId="ADAL" clId="{18656543-4361-4B5F-BDA3-1579EFDCDAD6}" dt="2019-09-06T13:10:53.157" v="246" actId="700"/>
          <ac:spMkLst>
            <pc:docMk/>
            <pc:sldMk cId="1722691472" sldId="274"/>
            <ac:spMk id="4" creationId="{A94B31FA-B536-4C75-A243-E90254639851}"/>
          </ac:spMkLst>
        </pc:spChg>
      </pc:sldChg>
      <pc:sldChg chg="add del">
        <pc:chgData name="Anita Lykke Clemmensen" userId="2bfa0220-6de4-49af-a894-a5dcfbef3421" providerId="ADAL" clId="{18656543-4361-4B5F-BDA3-1579EFDCDAD6}" dt="2019-09-09T04:44:53.501" v="2100" actId="47"/>
        <pc:sldMkLst>
          <pc:docMk/>
          <pc:sldMk cId="4106899947" sldId="275"/>
        </pc:sldMkLst>
      </pc:sldChg>
      <pc:sldChg chg="modSp add ord">
        <pc:chgData name="Anita Lykke Clemmensen" userId="2bfa0220-6de4-49af-a894-a5dcfbef3421" providerId="ADAL" clId="{18656543-4361-4B5F-BDA3-1579EFDCDAD6}" dt="2019-09-09T06:21:58.779" v="2225" actId="20577"/>
        <pc:sldMkLst>
          <pc:docMk/>
          <pc:sldMk cId="3200431909" sldId="276"/>
        </pc:sldMkLst>
        <pc:spChg chg="mod">
          <ac:chgData name="Anita Lykke Clemmensen" userId="2bfa0220-6de4-49af-a894-a5dcfbef3421" providerId="ADAL" clId="{18656543-4361-4B5F-BDA3-1579EFDCDAD6}" dt="2019-09-09T04:43:19.131" v="2088" actId="20577"/>
          <ac:spMkLst>
            <pc:docMk/>
            <pc:sldMk cId="3200431909" sldId="276"/>
            <ac:spMk id="3" creationId="{C8B89464-D3F8-48BA-89B5-79AB196903E1}"/>
          </ac:spMkLst>
        </pc:spChg>
        <pc:spChg chg="mod">
          <ac:chgData name="Anita Lykke Clemmensen" userId="2bfa0220-6de4-49af-a894-a5dcfbef3421" providerId="ADAL" clId="{18656543-4361-4B5F-BDA3-1579EFDCDAD6}" dt="2019-09-09T06:21:58.779" v="2225" actId="20577"/>
          <ac:spMkLst>
            <pc:docMk/>
            <pc:sldMk cId="3200431909" sldId="276"/>
            <ac:spMk id="4" creationId="{505BDEDF-630A-4B34-8245-A92CB698944F}"/>
          </ac:spMkLst>
        </pc:spChg>
      </pc:sldChg>
      <pc:sldChg chg="modSp add mod ord chgLayout">
        <pc:chgData name="Anita Lykke Clemmensen" userId="2bfa0220-6de4-49af-a894-a5dcfbef3421" providerId="ADAL" clId="{18656543-4361-4B5F-BDA3-1579EFDCDAD6}" dt="2019-09-09T06:01:06.501" v="2196"/>
        <pc:sldMkLst>
          <pc:docMk/>
          <pc:sldMk cId="3058193061" sldId="277"/>
        </pc:sldMkLst>
        <pc:spChg chg="mod ord">
          <ac:chgData name="Anita Lykke Clemmensen" userId="2bfa0220-6de4-49af-a894-a5dcfbef3421" providerId="ADAL" clId="{18656543-4361-4B5F-BDA3-1579EFDCDAD6}" dt="2019-09-06T13:10:53.157" v="246" actId="700"/>
          <ac:spMkLst>
            <pc:docMk/>
            <pc:sldMk cId="3058193061" sldId="277"/>
            <ac:spMk id="2" creationId="{1352BFA0-D31A-4565-ABD9-FC9C591CDDE0}"/>
          </ac:spMkLst>
        </pc:spChg>
        <pc:spChg chg="mod ord">
          <ac:chgData name="Anita Lykke Clemmensen" userId="2bfa0220-6de4-49af-a894-a5dcfbef3421" providerId="ADAL" clId="{18656543-4361-4B5F-BDA3-1579EFDCDAD6}" dt="2019-09-06T13:10:53.157" v="246" actId="700"/>
          <ac:spMkLst>
            <pc:docMk/>
            <pc:sldMk cId="3058193061" sldId="277"/>
            <ac:spMk id="3" creationId="{31445D8A-673A-4B76-80E1-05A2D6494201}"/>
          </ac:spMkLst>
        </pc:spChg>
        <pc:spChg chg="mod ord">
          <ac:chgData name="Anita Lykke Clemmensen" userId="2bfa0220-6de4-49af-a894-a5dcfbef3421" providerId="ADAL" clId="{18656543-4361-4B5F-BDA3-1579EFDCDAD6}" dt="2019-09-06T13:33:12.704" v="477" actId="20577"/>
          <ac:spMkLst>
            <pc:docMk/>
            <pc:sldMk cId="3058193061" sldId="277"/>
            <ac:spMk id="4" creationId="{95A9FC2F-4ECA-4D26-9C2D-4935198E6BCF}"/>
          </ac:spMkLst>
        </pc:spChg>
        <pc:picChg chg="mod">
          <ac:chgData name="Anita Lykke Clemmensen" userId="2bfa0220-6de4-49af-a894-a5dcfbef3421" providerId="ADAL" clId="{18656543-4361-4B5F-BDA3-1579EFDCDAD6}" dt="2019-09-06T13:32:41.667" v="473" actId="1076"/>
          <ac:picMkLst>
            <pc:docMk/>
            <pc:sldMk cId="3058193061" sldId="277"/>
            <ac:picMk id="5" creationId="{896AC51B-DD6E-4F5D-9BA1-06E0CFF6998F}"/>
          </ac:picMkLst>
        </pc:picChg>
      </pc:sldChg>
      <pc:sldChg chg="modSp add mod ord chgLayout">
        <pc:chgData name="Anita Lykke Clemmensen" userId="2bfa0220-6de4-49af-a894-a5dcfbef3421" providerId="ADAL" clId="{18656543-4361-4B5F-BDA3-1579EFDCDAD6}" dt="2019-09-09T06:01:27.391" v="2201" actId="20577"/>
        <pc:sldMkLst>
          <pc:docMk/>
          <pc:sldMk cId="1974876667" sldId="278"/>
        </pc:sldMkLst>
        <pc:spChg chg="mod ord">
          <ac:chgData name="Anita Lykke Clemmensen" userId="2bfa0220-6de4-49af-a894-a5dcfbef3421" providerId="ADAL" clId="{18656543-4361-4B5F-BDA3-1579EFDCDAD6}" dt="2019-09-06T13:10:53.157" v="246" actId="700"/>
          <ac:spMkLst>
            <pc:docMk/>
            <pc:sldMk cId="1974876667" sldId="278"/>
            <ac:spMk id="2" creationId="{A562FC08-2A0C-4776-B4CA-4B521484F9BB}"/>
          </ac:spMkLst>
        </pc:spChg>
        <pc:spChg chg="mod ord">
          <ac:chgData name="Anita Lykke Clemmensen" userId="2bfa0220-6de4-49af-a894-a5dcfbef3421" providerId="ADAL" clId="{18656543-4361-4B5F-BDA3-1579EFDCDAD6}" dt="2019-09-09T06:01:27.391" v="2201" actId="20577"/>
          <ac:spMkLst>
            <pc:docMk/>
            <pc:sldMk cId="1974876667" sldId="278"/>
            <ac:spMk id="3" creationId="{E6AE5B63-8D20-44D6-BF6C-CC22572D16EE}"/>
          </ac:spMkLst>
        </pc:spChg>
        <pc:spChg chg="mod ord">
          <ac:chgData name="Anita Lykke Clemmensen" userId="2bfa0220-6de4-49af-a894-a5dcfbef3421" providerId="ADAL" clId="{18656543-4361-4B5F-BDA3-1579EFDCDAD6}" dt="2019-09-06T13:32:29.778" v="472" actId="20577"/>
          <ac:spMkLst>
            <pc:docMk/>
            <pc:sldMk cId="1974876667" sldId="278"/>
            <ac:spMk id="4" creationId="{363AB226-6024-4AB0-8A7F-DF0134B213A7}"/>
          </ac:spMkLst>
        </pc:spChg>
      </pc:sldChg>
      <pc:sldChg chg="modSp add mod ord chgLayout">
        <pc:chgData name="Anita Lykke Clemmensen" userId="2bfa0220-6de4-49af-a894-a5dcfbef3421" providerId="ADAL" clId="{18656543-4361-4B5F-BDA3-1579EFDCDAD6}" dt="2019-09-09T06:00:11.573" v="2194"/>
        <pc:sldMkLst>
          <pc:docMk/>
          <pc:sldMk cId="3252836640" sldId="279"/>
        </pc:sldMkLst>
        <pc:spChg chg="mod ord">
          <ac:chgData name="Anita Lykke Clemmensen" userId="2bfa0220-6de4-49af-a894-a5dcfbef3421" providerId="ADAL" clId="{18656543-4361-4B5F-BDA3-1579EFDCDAD6}" dt="2019-09-06T13:10:53.157" v="246" actId="700"/>
          <ac:spMkLst>
            <pc:docMk/>
            <pc:sldMk cId="3252836640" sldId="279"/>
            <ac:spMk id="2" creationId="{8DA71F7E-F27A-42A5-9B65-18BF70FB8524}"/>
          </ac:spMkLst>
        </pc:spChg>
        <pc:spChg chg="mod ord">
          <ac:chgData name="Anita Lykke Clemmensen" userId="2bfa0220-6de4-49af-a894-a5dcfbef3421" providerId="ADAL" clId="{18656543-4361-4B5F-BDA3-1579EFDCDAD6}" dt="2019-09-06T13:10:53.157" v="246" actId="700"/>
          <ac:spMkLst>
            <pc:docMk/>
            <pc:sldMk cId="3252836640" sldId="279"/>
            <ac:spMk id="3" creationId="{8A792D99-82C1-42A8-8EFE-B5533454D574}"/>
          </ac:spMkLst>
        </pc:spChg>
        <pc:spChg chg="mod ord">
          <ac:chgData name="Anita Lykke Clemmensen" userId="2bfa0220-6de4-49af-a894-a5dcfbef3421" providerId="ADAL" clId="{18656543-4361-4B5F-BDA3-1579EFDCDAD6}" dt="2019-09-06T13:33:45.608" v="478" actId="20577"/>
          <ac:spMkLst>
            <pc:docMk/>
            <pc:sldMk cId="3252836640" sldId="279"/>
            <ac:spMk id="4" creationId="{92584D7D-5D79-4986-8211-816F6EFAD409}"/>
          </ac:spMkLst>
        </pc:spChg>
      </pc:sldChg>
      <pc:sldChg chg="add del ord">
        <pc:chgData name="Anita Lykke Clemmensen" userId="2bfa0220-6de4-49af-a894-a5dcfbef3421" providerId="ADAL" clId="{18656543-4361-4B5F-BDA3-1579EFDCDAD6}" dt="2019-09-09T05:54:51.590" v="2189" actId="47"/>
        <pc:sldMkLst>
          <pc:docMk/>
          <pc:sldMk cId="3088226715" sldId="280"/>
        </pc:sldMkLst>
      </pc:sldChg>
      <pc:sldChg chg="add ord">
        <pc:chgData name="Anita Lykke Clemmensen" userId="2bfa0220-6de4-49af-a894-a5dcfbef3421" providerId="ADAL" clId="{18656543-4361-4B5F-BDA3-1579EFDCDAD6}" dt="2019-09-09T04:34:27.376" v="1977"/>
        <pc:sldMkLst>
          <pc:docMk/>
          <pc:sldMk cId="2916271122" sldId="281"/>
        </pc:sldMkLst>
      </pc:sldChg>
      <pc:sldChg chg="modSp add ord">
        <pc:chgData name="Anita Lykke Clemmensen" userId="2bfa0220-6de4-49af-a894-a5dcfbef3421" providerId="ADAL" clId="{18656543-4361-4B5F-BDA3-1579EFDCDAD6}" dt="2019-09-09T04:34:59.790" v="1979"/>
        <pc:sldMkLst>
          <pc:docMk/>
          <pc:sldMk cId="2140899544" sldId="282"/>
        </pc:sldMkLst>
        <pc:spChg chg="mod">
          <ac:chgData name="Anita Lykke Clemmensen" userId="2bfa0220-6de4-49af-a894-a5dcfbef3421" providerId="ADAL" clId="{18656543-4361-4B5F-BDA3-1579EFDCDAD6}" dt="2019-09-06T13:34:03.588" v="480" actId="20577"/>
          <ac:spMkLst>
            <pc:docMk/>
            <pc:sldMk cId="2140899544" sldId="282"/>
            <ac:spMk id="4" creationId="{5584CA3E-A2E2-4258-BDC8-CB52D60F5BB4}"/>
          </ac:spMkLst>
        </pc:spChg>
      </pc:sldChg>
      <pc:sldChg chg="add ord">
        <pc:chgData name="Anita Lykke Clemmensen" userId="2bfa0220-6de4-49af-a894-a5dcfbef3421" providerId="ADAL" clId="{18656543-4361-4B5F-BDA3-1579EFDCDAD6}" dt="2019-09-09T04:35:19.606" v="1981"/>
        <pc:sldMkLst>
          <pc:docMk/>
          <pc:sldMk cId="3659034929" sldId="283"/>
        </pc:sldMkLst>
      </pc:sldChg>
      <pc:sldChg chg="modSp add ord">
        <pc:chgData name="Anita Lykke Clemmensen" userId="2bfa0220-6de4-49af-a894-a5dcfbef3421" providerId="ADAL" clId="{18656543-4361-4B5F-BDA3-1579EFDCDAD6}" dt="2019-09-09T04:40:39.635" v="2066" actId="14734"/>
        <pc:sldMkLst>
          <pc:docMk/>
          <pc:sldMk cId="698275233" sldId="284"/>
        </pc:sldMkLst>
        <pc:spChg chg="mod">
          <ac:chgData name="Anita Lykke Clemmensen" userId="2bfa0220-6de4-49af-a894-a5dcfbef3421" providerId="ADAL" clId="{18656543-4361-4B5F-BDA3-1579EFDCDAD6}" dt="2019-09-09T04:39:25.073" v="2053" actId="20577"/>
          <ac:spMkLst>
            <pc:docMk/>
            <pc:sldMk cId="698275233" sldId="284"/>
            <ac:spMk id="3" creationId="{F50AFA0D-329C-4115-ABE3-0A928B2A65F2}"/>
          </ac:spMkLst>
        </pc:spChg>
        <pc:spChg chg="mod">
          <ac:chgData name="Anita Lykke Clemmensen" userId="2bfa0220-6de4-49af-a894-a5dcfbef3421" providerId="ADAL" clId="{18656543-4361-4B5F-BDA3-1579EFDCDAD6}" dt="2019-09-09T04:40:08.561" v="2061" actId="1076"/>
          <ac:spMkLst>
            <pc:docMk/>
            <pc:sldMk cId="698275233" sldId="284"/>
            <ac:spMk id="4" creationId="{E0BCE8B7-AE58-4322-A839-2712BE5AB26F}"/>
          </ac:spMkLst>
        </pc:spChg>
        <pc:graphicFrameChg chg="mod modGraphic">
          <ac:chgData name="Anita Lykke Clemmensen" userId="2bfa0220-6de4-49af-a894-a5dcfbef3421" providerId="ADAL" clId="{18656543-4361-4B5F-BDA3-1579EFDCDAD6}" dt="2019-09-09T04:40:39.635" v="2066" actId="14734"/>
          <ac:graphicFrameMkLst>
            <pc:docMk/>
            <pc:sldMk cId="698275233" sldId="284"/>
            <ac:graphicFrameMk id="5" creationId="{FD20FD91-93B8-4778-8BE3-B1209E2D3C63}"/>
          </ac:graphicFrameMkLst>
        </pc:graphicFrameChg>
      </pc:sldChg>
      <pc:sldChg chg="modSp add ord">
        <pc:chgData name="Anita Lykke Clemmensen" userId="2bfa0220-6de4-49af-a894-a5dcfbef3421" providerId="ADAL" clId="{18656543-4361-4B5F-BDA3-1579EFDCDAD6}" dt="2019-09-09T04:38:19.736" v="2039" actId="20577"/>
        <pc:sldMkLst>
          <pc:docMk/>
          <pc:sldMk cId="1562399367" sldId="285"/>
        </pc:sldMkLst>
        <pc:spChg chg="mod">
          <ac:chgData name="Anita Lykke Clemmensen" userId="2bfa0220-6de4-49af-a894-a5dcfbef3421" providerId="ADAL" clId="{18656543-4361-4B5F-BDA3-1579EFDCDAD6}" dt="2019-09-09T04:37:26.048" v="2014" actId="20577"/>
          <ac:spMkLst>
            <pc:docMk/>
            <pc:sldMk cId="1562399367" sldId="285"/>
            <ac:spMk id="3" creationId="{A7950456-A46D-4A91-9339-B37B8958B5F1}"/>
          </ac:spMkLst>
        </pc:spChg>
        <pc:spChg chg="mod">
          <ac:chgData name="Anita Lykke Clemmensen" userId="2bfa0220-6de4-49af-a894-a5dcfbef3421" providerId="ADAL" clId="{18656543-4361-4B5F-BDA3-1579EFDCDAD6}" dt="2019-09-09T04:38:19.736" v="2039" actId="20577"/>
          <ac:spMkLst>
            <pc:docMk/>
            <pc:sldMk cId="1562399367" sldId="285"/>
            <ac:spMk id="4" creationId="{F1041C59-EFD3-4156-8DDF-684623099CDD}"/>
          </ac:spMkLst>
        </pc:spChg>
      </pc:sldChg>
      <pc:sldChg chg="add ord">
        <pc:chgData name="Anita Lykke Clemmensen" userId="2bfa0220-6de4-49af-a894-a5dcfbef3421" providerId="ADAL" clId="{18656543-4361-4B5F-BDA3-1579EFDCDAD6}" dt="2019-09-06T13:10:11.769" v="242"/>
        <pc:sldMkLst>
          <pc:docMk/>
          <pc:sldMk cId="3972624470" sldId="353"/>
        </pc:sldMkLst>
      </pc:sldChg>
      <pc:sldChg chg="modSp add mod chgLayout">
        <pc:chgData name="Anita Lykke Clemmensen" userId="2bfa0220-6de4-49af-a894-a5dcfbef3421" providerId="ADAL" clId="{18656543-4361-4B5F-BDA3-1579EFDCDAD6}" dt="2019-09-06T13:10:53.157" v="246" actId="700"/>
        <pc:sldMkLst>
          <pc:docMk/>
          <pc:sldMk cId="1247977643" sldId="354"/>
        </pc:sldMkLst>
        <pc:spChg chg="mod ord">
          <ac:chgData name="Anita Lykke Clemmensen" userId="2bfa0220-6de4-49af-a894-a5dcfbef3421" providerId="ADAL" clId="{18656543-4361-4B5F-BDA3-1579EFDCDAD6}" dt="2019-09-06T13:10:53.157" v="246" actId="700"/>
          <ac:spMkLst>
            <pc:docMk/>
            <pc:sldMk cId="1247977643" sldId="354"/>
            <ac:spMk id="2" creationId="{D902A1A9-9A6C-4C29-A414-13F63D2D9685}"/>
          </ac:spMkLst>
        </pc:spChg>
        <pc:spChg chg="mod ord">
          <ac:chgData name="Anita Lykke Clemmensen" userId="2bfa0220-6de4-49af-a894-a5dcfbef3421" providerId="ADAL" clId="{18656543-4361-4B5F-BDA3-1579EFDCDAD6}" dt="2019-09-06T13:10:53.157" v="246" actId="700"/>
          <ac:spMkLst>
            <pc:docMk/>
            <pc:sldMk cId="1247977643" sldId="354"/>
            <ac:spMk id="3" creationId="{19EBF836-4741-4FD0-8DDA-12BC812CC20C}"/>
          </ac:spMkLst>
        </pc:spChg>
        <pc:spChg chg="mod ord">
          <ac:chgData name="Anita Lykke Clemmensen" userId="2bfa0220-6de4-49af-a894-a5dcfbef3421" providerId="ADAL" clId="{18656543-4361-4B5F-BDA3-1579EFDCDAD6}" dt="2019-09-06T13:10:53.157" v="246" actId="700"/>
          <ac:spMkLst>
            <pc:docMk/>
            <pc:sldMk cId="1247977643" sldId="354"/>
            <ac:spMk id="4" creationId="{5668F83A-2515-4F85-ABC5-434E9481E182}"/>
          </ac:spMkLst>
        </pc:spChg>
      </pc:sldChg>
      <pc:sldChg chg="modSp add mod chgLayout">
        <pc:chgData name="Anita Lykke Clemmensen" userId="2bfa0220-6de4-49af-a894-a5dcfbef3421" providerId="ADAL" clId="{18656543-4361-4B5F-BDA3-1579EFDCDAD6}" dt="2019-09-06T13:10:53.157" v="246" actId="700"/>
        <pc:sldMkLst>
          <pc:docMk/>
          <pc:sldMk cId="1700309848" sldId="355"/>
        </pc:sldMkLst>
        <pc:spChg chg="mod ord">
          <ac:chgData name="Anita Lykke Clemmensen" userId="2bfa0220-6de4-49af-a894-a5dcfbef3421" providerId="ADAL" clId="{18656543-4361-4B5F-BDA3-1579EFDCDAD6}" dt="2019-09-06T13:10:53.157" v="246" actId="700"/>
          <ac:spMkLst>
            <pc:docMk/>
            <pc:sldMk cId="1700309848" sldId="355"/>
            <ac:spMk id="2" creationId="{FF6E9A80-FBFE-47FC-8E5A-D3B6F302A7AF}"/>
          </ac:spMkLst>
        </pc:spChg>
        <pc:spChg chg="mod ord">
          <ac:chgData name="Anita Lykke Clemmensen" userId="2bfa0220-6de4-49af-a894-a5dcfbef3421" providerId="ADAL" clId="{18656543-4361-4B5F-BDA3-1579EFDCDAD6}" dt="2019-09-06T13:10:53.157" v="246" actId="700"/>
          <ac:spMkLst>
            <pc:docMk/>
            <pc:sldMk cId="1700309848" sldId="355"/>
            <ac:spMk id="3" creationId="{B544EA58-1E7A-4A18-BCB6-B000D12F67C9}"/>
          </ac:spMkLst>
        </pc:spChg>
        <pc:spChg chg="mod ord">
          <ac:chgData name="Anita Lykke Clemmensen" userId="2bfa0220-6de4-49af-a894-a5dcfbef3421" providerId="ADAL" clId="{18656543-4361-4B5F-BDA3-1579EFDCDAD6}" dt="2019-09-06T13:10:53.157" v="246" actId="700"/>
          <ac:spMkLst>
            <pc:docMk/>
            <pc:sldMk cId="1700309848" sldId="355"/>
            <ac:spMk id="4" creationId="{DEF54295-0DBF-46D1-BFC8-DE80CF174E07}"/>
          </ac:spMkLst>
        </pc:spChg>
      </pc:sldChg>
      <pc:sldChg chg="modSp add mod chgLayout">
        <pc:chgData name="Anita Lykke Clemmensen" userId="2bfa0220-6de4-49af-a894-a5dcfbef3421" providerId="ADAL" clId="{18656543-4361-4B5F-BDA3-1579EFDCDAD6}" dt="2019-09-06T13:18:57.939" v="378" actId="20577"/>
        <pc:sldMkLst>
          <pc:docMk/>
          <pc:sldMk cId="1649725946" sldId="356"/>
        </pc:sldMkLst>
        <pc:spChg chg="mod ord">
          <ac:chgData name="Anita Lykke Clemmensen" userId="2bfa0220-6de4-49af-a894-a5dcfbef3421" providerId="ADAL" clId="{18656543-4361-4B5F-BDA3-1579EFDCDAD6}" dt="2019-09-06T13:10:53.157" v="246" actId="700"/>
          <ac:spMkLst>
            <pc:docMk/>
            <pc:sldMk cId="1649725946" sldId="356"/>
            <ac:spMk id="2" creationId="{6D6C7938-83A7-4352-ABB2-608EBB7B0307}"/>
          </ac:spMkLst>
        </pc:spChg>
        <pc:spChg chg="mod ord">
          <ac:chgData name="Anita Lykke Clemmensen" userId="2bfa0220-6de4-49af-a894-a5dcfbef3421" providerId="ADAL" clId="{18656543-4361-4B5F-BDA3-1579EFDCDAD6}" dt="2019-09-06T13:10:53.157" v="246" actId="700"/>
          <ac:spMkLst>
            <pc:docMk/>
            <pc:sldMk cId="1649725946" sldId="356"/>
            <ac:spMk id="3" creationId="{7FC2110C-7B3A-4EFB-B608-C62C100A81AD}"/>
          </ac:spMkLst>
        </pc:spChg>
        <pc:spChg chg="mod ord">
          <ac:chgData name="Anita Lykke Clemmensen" userId="2bfa0220-6de4-49af-a894-a5dcfbef3421" providerId="ADAL" clId="{18656543-4361-4B5F-BDA3-1579EFDCDAD6}" dt="2019-09-06T13:18:57.939" v="378" actId="20577"/>
          <ac:spMkLst>
            <pc:docMk/>
            <pc:sldMk cId="1649725946" sldId="356"/>
            <ac:spMk id="4" creationId="{E7CB47A1-857E-467E-961A-C7C0E35B9F53}"/>
          </ac:spMkLst>
        </pc:spChg>
      </pc:sldChg>
      <pc:sldChg chg="addSp delSp modSp add mod chgLayout">
        <pc:chgData name="Anita Lykke Clemmensen" userId="2bfa0220-6de4-49af-a894-a5dcfbef3421" providerId="ADAL" clId="{18656543-4361-4B5F-BDA3-1579EFDCDAD6}" dt="2019-09-09T03:31:34.519" v="538" actId="478"/>
        <pc:sldMkLst>
          <pc:docMk/>
          <pc:sldMk cId="3023904835" sldId="357"/>
        </pc:sldMkLst>
        <pc:spChg chg="mod ord">
          <ac:chgData name="Anita Lykke Clemmensen" userId="2bfa0220-6de4-49af-a894-a5dcfbef3421" providerId="ADAL" clId="{18656543-4361-4B5F-BDA3-1579EFDCDAD6}" dt="2019-09-06T13:10:53.157" v="246" actId="700"/>
          <ac:spMkLst>
            <pc:docMk/>
            <pc:sldMk cId="3023904835" sldId="357"/>
            <ac:spMk id="2" creationId="{2723C4F0-B8FB-4156-9A51-DB675050A462}"/>
          </ac:spMkLst>
        </pc:spChg>
        <pc:spChg chg="mod ord">
          <ac:chgData name="Anita Lykke Clemmensen" userId="2bfa0220-6de4-49af-a894-a5dcfbef3421" providerId="ADAL" clId="{18656543-4361-4B5F-BDA3-1579EFDCDAD6}" dt="2019-09-06T13:10:53.157" v="246" actId="700"/>
          <ac:spMkLst>
            <pc:docMk/>
            <pc:sldMk cId="3023904835" sldId="357"/>
            <ac:spMk id="3" creationId="{2D9DDE91-CD62-4B5F-AB2D-102FFCB8128D}"/>
          </ac:spMkLst>
        </pc:spChg>
        <pc:spChg chg="mod ord">
          <ac:chgData name="Anita Lykke Clemmensen" userId="2bfa0220-6de4-49af-a894-a5dcfbef3421" providerId="ADAL" clId="{18656543-4361-4B5F-BDA3-1579EFDCDAD6}" dt="2019-09-09T03:30:34.089" v="534" actId="20577"/>
          <ac:spMkLst>
            <pc:docMk/>
            <pc:sldMk cId="3023904835" sldId="357"/>
            <ac:spMk id="4" creationId="{146325C0-7625-4038-A7E3-04075EC55CF5}"/>
          </ac:spMkLst>
        </pc:spChg>
        <pc:picChg chg="add del mod">
          <ac:chgData name="Anita Lykke Clemmensen" userId="2bfa0220-6de4-49af-a894-a5dcfbef3421" providerId="ADAL" clId="{18656543-4361-4B5F-BDA3-1579EFDCDAD6}" dt="2019-09-09T03:31:34.519" v="538" actId="478"/>
          <ac:picMkLst>
            <pc:docMk/>
            <pc:sldMk cId="3023904835" sldId="357"/>
            <ac:picMk id="5" creationId="{E7A8BFA8-FE86-4EE1-A284-41D7853CFB7D}"/>
          </ac:picMkLst>
        </pc:picChg>
        <pc:picChg chg="mod modCrop">
          <ac:chgData name="Anita Lykke Clemmensen" userId="2bfa0220-6de4-49af-a894-a5dcfbef3421" providerId="ADAL" clId="{18656543-4361-4B5F-BDA3-1579EFDCDAD6}" dt="2019-09-09T03:27:38.967" v="523" actId="1076"/>
          <ac:picMkLst>
            <pc:docMk/>
            <pc:sldMk cId="3023904835" sldId="357"/>
            <ac:picMk id="8" creationId="{5363BA19-A4F5-44C0-A865-2A4A0ADBD484}"/>
          </ac:picMkLst>
        </pc:picChg>
      </pc:sldChg>
      <pc:sldChg chg="modSp new ord">
        <pc:chgData name="Anita Lykke Clemmensen" userId="2bfa0220-6de4-49af-a894-a5dcfbef3421" providerId="ADAL" clId="{18656543-4361-4B5F-BDA3-1579EFDCDAD6}" dt="2019-09-06T13:09:44.726" v="240"/>
        <pc:sldMkLst>
          <pc:docMk/>
          <pc:sldMk cId="1511469238" sldId="358"/>
        </pc:sldMkLst>
        <pc:spChg chg="mod">
          <ac:chgData name="Anita Lykke Clemmensen" userId="2bfa0220-6de4-49af-a894-a5dcfbef3421" providerId="ADAL" clId="{18656543-4361-4B5F-BDA3-1579EFDCDAD6}" dt="2019-09-06T13:09:18.135" v="239" actId="20577"/>
          <ac:spMkLst>
            <pc:docMk/>
            <pc:sldMk cId="1511469238" sldId="358"/>
            <ac:spMk id="2" creationId="{77576DAE-FE85-4DA8-A185-1CCB3719817A}"/>
          </ac:spMkLst>
        </pc:spChg>
      </pc:sldChg>
      <pc:sldChg chg="addSp delSp modSp add">
        <pc:chgData name="Anita Lykke Clemmensen" userId="2bfa0220-6de4-49af-a894-a5dcfbef3421" providerId="ADAL" clId="{18656543-4361-4B5F-BDA3-1579EFDCDAD6}" dt="2019-09-09T04:13:16.498" v="1803"/>
        <pc:sldMkLst>
          <pc:docMk/>
          <pc:sldMk cId="1437959381" sldId="359"/>
        </pc:sldMkLst>
        <pc:spChg chg="mod">
          <ac:chgData name="Anita Lykke Clemmensen" userId="2bfa0220-6de4-49af-a894-a5dcfbef3421" providerId="ADAL" clId="{18656543-4361-4B5F-BDA3-1579EFDCDAD6}" dt="2019-09-06T13:27:15.580" v="431" actId="20577"/>
          <ac:spMkLst>
            <pc:docMk/>
            <pc:sldMk cId="1437959381" sldId="359"/>
            <ac:spMk id="3" creationId="{F52F1A78-68F2-4ADB-AFCB-313A76D4E6BC}"/>
          </ac:spMkLst>
        </pc:spChg>
        <pc:spChg chg="add del">
          <ac:chgData name="Anita Lykke Clemmensen" userId="2bfa0220-6de4-49af-a894-a5dcfbef3421" providerId="ADAL" clId="{18656543-4361-4B5F-BDA3-1579EFDCDAD6}" dt="2019-09-09T04:13:16.498" v="1803"/>
          <ac:spMkLst>
            <pc:docMk/>
            <pc:sldMk cId="1437959381" sldId="359"/>
            <ac:spMk id="4" creationId="{1CEE3A78-CD41-4797-BF58-937AE31EB442}"/>
          </ac:spMkLst>
        </pc:spChg>
      </pc:sldChg>
      <pc:sldChg chg="modSp add">
        <pc:chgData name="Anita Lykke Clemmensen" userId="2bfa0220-6de4-49af-a894-a5dcfbef3421" providerId="ADAL" clId="{18656543-4361-4B5F-BDA3-1579EFDCDAD6}" dt="2019-09-09T03:31:53.402" v="540" actId="208"/>
        <pc:sldMkLst>
          <pc:docMk/>
          <pc:sldMk cId="44722582" sldId="360"/>
        </pc:sldMkLst>
        <pc:picChg chg="mod">
          <ac:chgData name="Anita Lykke Clemmensen" userId="2bfa0220-6de4-49af-a894-a5dcfbef3421" providerId="ADAL" clId="{18656543-4361-4B5F-BDA3-1579EFDCDAD6}" dt="2019-09-09T03:31:53.402" v="540" actId="208"/>
          <ac:picMkLst>
            <pc:docMk/>
            <pc:sldMk cId="44722582" sldId="360"/>
            <ac:picMk id="5" creationId="{E7A8BFA8-FE86-4EE1-A284-41D7853CFB7D}"/>
          </ac:picMkLst>
        </pc:picChg>
      </pc:sldChg>
      <pc:sldChg chg="addSp delSp modSp add mod setBg modClrScheme chgLayout">
        <pc:chgData name="Anita Lykke Clemmensen" userId="2bfa0220-6de4-49af-a894-a5dcfbef3421" providerId="ADAL" clId="{18656543-4361-4B5F-BDA3-1579EFDCDAD6}" dt="2019-09-09T03:39:37.016" v="921" actId="20577"/>
        <pc:sldMkLst>
          <pc:docMk/>
          <pc:sldMk cId="1234216682" sldId="562"/>
        </pc:sldMkLst>
        <pc:spChg chg="mod ord">
          <ac:chgData name="Anita Lykke Clemmensen" userId="2bfa0220-6de4-49af-a894-a5dcfbef3421" providerId="ADAL" clId="{18656543-4361-4B5F-BDA3-1579EFDCDAD6}" dt="2019-09-09T03:36:02.863" v="553" actId="20577"/>
          <ac:spMkLst>
            <pc:docMk/>
            <pc:sldMk cId="1234216682" sldId="562"/>
            <ac:spMk id="2" creationId="{00000000-0000-0000-0000-000000000000}"/>
          </ac:spMkLst>
        </pc:spChg>
        <pc:spChg chg="mod ord">
          <ac:chgData name="Anita Lykke Clemmensen" userId="2bfa0220-6de4-49af-a894-a5dcfbef3421" providerId="ADAL" clId="{18656543-4361-4B5F-BDA3-1579EFDCDAD6}" dt="2019-09-09T03:39:37.016" v="921" actId="20577"/>
          <ac:spMkLst>
            <pc:docMk/>
            <pc:sldMk cId="1234216682" sldId="562"/>
            <ac:spMk id="3" creationId="{00000000-0000-0000-0000-000000000000}"/>
          </ac:spMkLst>
        </pc:spChg>
        <pc:spChg chg="del">
          <ac:chgData name="Anita Lykke Clemmensen" userId="2bfa0220-6de4-49af-a894-a5dcfbef3421" providerId="ADAL" clId="{18656543-4361-4B5F-BDA3-1579EFDCDAD6}" dt="2019-09-09T03:34:43.553" v="542" actId="700"/>
          <ac:spMkLst>
            <pc:docMk/>
            <pc:sldMk cId="1234216682" sldId="562"/>
            <ac:spMk id="4" creationId="{00000000-0000-0000-0000-000000000000}"/>
          </ac:spMkLst>
        </pc:spChg>
        <pc:spChg chg="add del mod">
          <ac:chgData name="Anita Lykke Clemmensen" userId="2bfa0220-6de4-49af-a894-a5dcfbef3421" providerId="ADAL" clId="{18656543-4361-4B5F-BDA3-1579EFDCDAD6}" dt="2019-09-09T03:34:58.454" v="544" actId="26606"/>
          <ac:spMkLst>
            <pc:docMk/>
            <pc:sldMk cId="1234216682" sldId="562"/>
            <ac:spMk id="71" creationId="{FF2CBDAC-B05E-4D19-870B-DC2159DA39A3}"/>
          </ac:spMkLst>
        </pc:spChg>
        <pc:spChg chg="add del mod">
          <ac:chgData name="Anita Lykke Clemmensen" userId="2bfa0220-6de4-49af-a894-a5dcfbef3421" providerId="ADAL" clId="{18656543-4361-4B5F-BDA3-1579EFDCDAD6}" dt="2019-09-09T03:34:58.454" v="544" actId="26606"/>
          <ac:spMkLst>
            <pc:docMk/>
            <pc:sldMk cId="1234216682" sldId="562"/>
            <ac:spMk id="73" creationId="{19553A32-2F7B-44AB-A367-676E61AC2EAD}"/>
          </ac:spMkLst>
        </pc:spChg>
        <pc:spChg chg="add mod">
          <ac:chgData name="Anita Lykke Clemmensen" userId="2bfa0220-6de4-49af-a894-a5dcfbef3421" providerId="ADAL" clId="{18656543-4361-4B5F-BDA3-1579EFDCDAD6}" dt="2019-09-09T03:35:04.360" v="545" actId="26606"/>
          <ac:spMkLst>
            <pc:docMk/>
            <pc:sldMk cId="1234216682" sldId="562"/>
            <ac:spMk id="3076" creationId="{FF2CBDAC-B05E-4D19-870B-DC2159DA39A3}"/>
          </ac:spMkLst>
        </pc:spChg>
        <pc:spChg chg="add mod">
          <ac:chgData name="Anita Lykke Clemmensen" userId="2bfa0220-6de4-49af-a894-a5dcfbef3421" providerId="ADAL" clId="{18656543-4361-4B5F-BDA3-1579EFDCDAD6}" dt="2019-09-09T03:35:04.360" v="545" actId="26606"/>
          <ac:spMkLst>
            <pc:docMk/>
            <pc:sldMk cId="1234216682" sldId="562"/>
            <ac:spMk id="3077" creationId="{19553A32-2F7B-44AB-A367-676E61AC2EAD}"/>
          </ac:spMkLst>
        </pc:spChg>
        <pc:picChg chg="mod ord">
          <ac:chgData name="Anita Lykke Clemmensen" userId="2bfa0220-6de4-49af-a894-a5dcfbef3421" providerId="ADAL" clId="{18656543-4361-4B5F-BDA3-1579EFDCDAD6}" dt="2019-09-09T03:35:04.360" v="545" actId="26606"/>
          <ac:picMkLst>
            <pc:docMk/>
            <pc:sldMk cId="1234216682" sldId="562"/>
            <ac:picMk id="3074" creationId="{C1399D9B-ADD6-479A-B031-43E6F18EB0AF}"/>
          </ac:picMkLst>
        </pc:picChg>
      </pc:sldChg>
      <pc:sldChg chg="delSp modSp add mod modClrScheme chgLayout">
        <pc:chgData name="Anita Lykke Clemmensen" userId="2bfa0220-6de4-49af-a894-a5dcfbef3421" providerId="ADAL" clId="{18656543-4361-4B5F-BDA3-1579EFDCDAD6}" dt="2019-09-09T04:18:07.394" v="1835" actId="700"/>
        <pc:sldMkLst>
          <pc:docMk/>
          <pc:sldMk cId="3674218919" sldId="565"/>
        </pc:sldMkLst>
        <pc:spChg chg="mod ord">
          <ac:chgData name="Anita Lykke Clemmensen" userId="2bfa0220-6de4-49af-a894-a5dcfbef3421" providerId="ADAL" clId="{18656543-4361-4B5F-BDA3-1579EFDCDAD6}" dt="2019-09-09T04:18:07.394" v="1835" actId="700"/>
          <ac:spMkLst>
            <pc:docMk/>
            <pc:sldMk cId="3674218919" sldId="565"/>
            <ac:spMk id="2" creationId="{00000000-0000-0000-0000-000000000000}"/>
          </ac:spMkLst>
        </pc:spChg>
        <pc:spChg chg="mod ord">
          <ac:chgData name="Anita Lykke Clemmensen" userId="2bfa0220-6de4-49af-a894-a5dcfbef3421" providerId="ADAL" clId="{18656543-4361-4B5F-BDA3-1579EFDCDAD6}" dt="2019-09-09T04:18:07.394" v="1835" actId="700"/>
          <ac:spMkLst>
            <pc:docMk/>
            <pc:sldMk cId="3674218919" sldId="565"/>
            <ac:spMk id="3" creationId="{00000000-0000-0000-0000-000000000000}"/>
          </ac:spMkLst>
        </pc:spChg>
        <pc:spChg chg="del">
          <ac:chgData name="Anita Lykke Clemmensen" userId="2bfa0220-6de4-49af-a894-a5dcfbef3421" providerId="ADAL" clId="{18656543-4361-4B5F-BDA3-1579EFDCDAD6}" dt="2019-09-09T04:18:07.394" v="1835" actId="700"/>
          <ac:spMkLst>
            <pc:docMk/>
            <pc:sldMk cId="3674218919" sldId="565"/>
            <ac:spMk id="4" creationId="{00000000-0000-0000-0000-000000000000}"/>
          </ac:spMkLst>
        </pc:spChg>
      </pc:sldChg>
      <pc:sldChg chg="addSp delSp modSp add mod modClrScheme chgLayout">
        <pc:chgData name="Anita Lykke Clemmensen" userId="2bfa0220-6de4-49af-a894-a5dcfbef3421" providerId="ADAL" clId="{18656543-4361-4B5F-BDA3-1579EFDCDAD6}" dt="2019-09-09T04:23:14.662" v="1882" actId="20577"/>
        <pc:sldMkLst>
          <pc:docMk/>
          <pc:sldMk cId="314461654" sldId="567"/>
        </pc:sldMkLst>
        <pc:spChg chg="mod ord">
          <ac:chgData name="Anita Lykke Clemmensen" userId="2bfa0220-6de4-49af-a894-a5dcfbef3421" providerId="ADAL" clId="{18656543-4361-4B5F-BDA3-1579EFDCDAD6}" dt="2019-09-09T04:21:26.782" v="1853" actId="700"/>
          <ac:spMkLst>
            <pc:docMk/>
            <pc:sldMk cId="314461654" sldId="567"/>
            <ac:spMk id="2" creationId="{00000000-0000-0000-0000-000000000000}"/>
          </ac:spMkLst>
        </pc:spChg>
        <pc:spChg chg="mod ord">
          <ac:chgData name="Anita Lykke Clemmensen" userId="2bfa0220-6de4-49af-a894-a5dcfbef3421" providerId="ADAL" clId="{18656543-4361-4B5F-BDA3-1579EFDCDAD6}" dt="2019-09-09T04:23:14.662" v="1882" actId="20577"/>
          <ac:spMkLst>
            <pc:docMk/>
            <pc:sldMk cId="314461654" sldId="567"/>
            <ac:spMk id="3" creationId="{00000000-0000-0000-0000-000000000000}"/>
          </ac:spMkLst>
        </pc:spChg>
        <pc:spChg chg="del">
          <ac:chgData name="Anita Lykke Clemmensen" userId="2bfa0220-6de4-49af-a894-a5dcfbef3421" providerId="ADAL" clId="{18656543-4361-4B5F-BDA3-1579EFDCDAD6}" dt="2019-09-09T04:21:20.552" v="1847" actId="700"/>
          <ac:spMkLst>
            <pc:docMk/>
            <pc:sldMk cId="314461654" sldId="567"/>
            <ac:spMk id="4" creationId="{00000000-0000-0000-0000-000000000000}"/>
          </ac:spMkLst>
        </pc:spChg>
        <pc:spChg chg="del">
          <ac:chgData name="Anita Lykke Clemmensen" userId="2bfa0220-6de4-49af-a894-a5dcfbef3421" providerId="ADAL" clId="{18656543-4361-4B5F-BDA3-1579EFDCDAD6}" dt="2019-09-09T04:22:10.987" v="1864" actId="478"/>
          <ac:spMkLst>
            <pc:docMk/>
            <pc:sldMk cId="314461654" sldId="567"/>
            <ac:spMk id="6" creationId="{00000000-0000-0000-0000-000000000000}"/>
          </ac:spMkLst>
        </pc:spChg>
        <pc:spChg chg="add del mod ord">
          <ac:chgData name="Anita Lykke Clemmensen" userId="2bfa0220-6de4-49af-a894-a5dcfbef3421" providerId="ADAL" clId="{18656543-4361-4B5F-BDA3-1579EFDCDAD6}" dt="2019-09-09T04:21:26.782" v="1853" actId="700"/>
          <ac:spMkLst>
            <pc:docMk/>
            <pc:sldMk cId="314461654" sldId="567"/>
            <ac:spMk id="7" creationId="{89EB2AC7-EC24-4BE3-9485-1B2AF8F3470D}"/>
          </ac:spMkLst>
        </pc:spChg>
        <pc:picChg chg="mod">
          <ac:chgData name="Anita Lykke Clemmensen" userId="2bfa0220-6de4-49af-a894-a5dcfbef3421" providerId="ADAL" clId="{18656543-4361-4B5F-BDA3-1579EFDCDAD6}" dt="2019-09-09T04:22:02.343" v="1862" actId="1076"/>
          <ac:picMkLst>
            <pc:docMk/>
            <pc:sldMk cId="314461654" sldId="567"/>
            <ac:picMk id="5" creationId="{00000000-0000-0000-0000-000000000000}"/>
          </ac:picMkLst>
        </pc:picChg>
      </pc:sldChg>
      <pc:sldChg chg="addSp delSp modSp add mod modClrScheme chgLayout">
        <pc:chgData name="Anita Lykke Clemmensen" userId="2bfa0220-6de4-49af-a894-a5dcfbef3421" providerId="ADAL" clId="{18656543-4361-4B5F-BDA3-1579EFDCDAD6}" dt="2019-09-09T04:21:26.982" v="1856" actId="27636"/>
        <pc:sldMkLst>
          <pc:docMk/>
          <pc:sldMk cId="3483336176" sldId="568"/>
        </pc:sldMkLst>
        <pc:spChg chg="mod ord">
          <ac:chgData name="Anita Lykke Clemmensen" userId="2bfa0220-6de4-49af-a894-a5dcfbef3421" providerId="ADAL" clId="{18656543-4361-4B5F-BDA3-1579EFDCDAD6}" dt="2019-09-09T04:21:26.782" v="1853" actId="700"/>
          <ac:spMkLst>
            <pc:docMk/>
            <pc:sldMk cId="3483336176" sldId="568"/>
            <ac:spMk id="2" creationId="{00000000-0000-0000-0000-000000000000}"/>
          </ac:spMkLst>
        </pc:spChg>
        <pc:spChg chg="mod ord">
          <ac:chgData name="Anita Lykke Clemmensen" userId="2bfa0220-6de4-49af-a894-a5dcfbef3421" providerId="ADAL" clId="{18656543-4361-4B5F-BDA3-1579EFDCDAD6}" dt="2019-09-09T04:21:26.982" v="1856" actId="27636"/>
          <ac:spMkLst>
            <pc:docMk/>
            <pc:sldMk cId="3483336176" sldId="568"/>
            <ac:spMk id="3" creationId="{00000000-0000-0000-0000-000000000000}"/>
          </ac:spMkLst>
        </pc:spChg>
        <pc:spChg chg="del">
          <ac:chgData name="Anita Lykke Clemmensen" userId="2bfa0220-6de4-49af-a894-a5dcfbef3421" providerId="ADAL" clId="{18656543-4361-4B5F-BDA3-1579EFDCDAD6}" dt="2019-09-09T04:21:20.552" v="1847" actId="700"/>
          <ac:spMkLst>
            <pc:docMk/>
            <pc:sldMk cId="3483336176" sldId="568"/>
            <ac:spMk id="4" creationId="{00000000-0000-0000-0000-000000000000}"/>
          </ac:spMkLst>
        </pc:spChg>
        <pc:spChg chg="add del mod ord">
          <ac:chgData name="Anita Lykke Clemmensen" userId="2bfa0220-6de4-49af-a894-a5dcfbef3421" providerId="ADAL" clId="{18656543-4361-4B5F-BDA3-1579EFDCDAD6}" dt="2019-09-09T04:21:26.782" v="1853" actId="700"/>
          <ac:spMkLst>
            <pc:docMk/>
            <pc:sldMk cId="3483336176" sldId="568"/>
            <ac:spMk id="5" creationId="{6326D785-B9BA-4017-8BB9-C1594E8E5EAF}"/>
          </ac:spMkLst>
        </pc:spChg>
      </pc:sldChg>
      <pc:sldChg chg="addSp delSp modSp add del mod ord modClrScheme chgLayout">
        <pc:chgData name="Anita Lykke Clemmensen" userId="2bfa0220-6de4-49af-a894-a5dcfbef3421" providerId="ADAL" clId="{18656543-4361-4B5F-BDA3-1579EFDCDAD6}" dt="2019-09-09T05:53:03.896" v="2171" actId="47"/>
        <pc:sldMkLst>
          <pc:docMk/>
          <pc:sldMk cId="75195482" sldId="572"/>
        </pc:sldMkLst>
        <pc:spChg chg="mod ord">
          <ac:chgData name="Anita Lykke Clemmensen" userId="2bfa0220-6de4-49af-a894-a5dcfbef3421" providerId="ADAL" clId="{18656543-4361-4B5F-BDA3-1579EFDCDAD6}" dt="2019-09-09T04:32:41.752" v="1974" actId="20577"/>
          <ac:spMkLst>
            <pc:docMk/>
            <pc:sldMk cId="75195482" sldId="572"/>
            <ac:spMk id="2" creationId="{00000000-0000-0000-0000-000000000000}"/>
          </ac:spMkLst>
        </pc:spChg>
        <pc:spChg chg="mod ord">
          <ac:chgData name="Anita Lykke Clemmensen" userId="2bfa0220-6de4-49af-a894-a5dcfbef3421" providerId="ADAL" clId="{18656543-4361-4B5F-BDA3-1579EFDCDAD6}" dt="2019-09-09T04:33:08.432" v="1975"/>
          <ac:spMkLst>
            <pc:docMk/>
            <pc:sldMk cId="75195482" sldId="572"/>
            <ac:spMk id="3" creationId="{00000000-0000-0000-0000-000000000000}"/>
          </ac:spMkLst>
        </pc:spChg>
        <pc:spChg chg="del">
          <ac:chgData name="Anita Lykke Clemmensen" userId="2bfa0220-6de4-49af-a894-a5dcfbef3421" providerId="ADAL" clId="{18656543-4361-4B5F-BDA3-1579EFDCDAD6}" dt="2019-09-09T04:21:20.552" v="1847" actId="700"/>
          <ac:spMkLst>
            <pc:docMk/>
            <pc:sldMk cId="75195482" sldId="572"/>
            <ac:spMk id="4" creationId="{00000000-0000-0000-0000-000000000000}"/>
          </ac:spMkLst>
        </pc:spChg>
        <pc:spChg chg="add del mod ord">
          <ac:chgData name="Anita Lykke Clemmensen" userId="2bfa0220-6de4-49af-a894-a5dcfbef3421" providerId="ADAL" clId="{18656543-4361-4B5F-BDA3-1579EFDCDAD6}" dt="2019-09-09T04:21:26.782" v="1853" actId="700"/>
          <ac:spMkLst>
            <pc:docMk/>
            <pc:sldMk cId="75195482" sldId="572"/>
            <ac:spMk id="5" creationId="{DBAA6870-E528-4DCA-ADA0-E4D93B3324EE}"/>
          </ac:spMkLst>
        </pc:spChg>
      </pc:sldChg>
      <pc:sldChg chg="addSp delSp modSp add mod modClrScheme chgLayout">
        <pc:chgData name="Anita Lykke Clemmensen" userId="2bfa0220-6de4-49af-a894-a5dcfbef3421" providerId="ADAL" clId="{18656543-4361-4B5F-BDA3-1579EFDCDAD6}" dt="2019-09-09T04:19:08.070" v="1842" actId="20577"/>
        <pc:sldMkLst>
          <pc:docMk/>
          <pc:sldMk cId="4233772769" sldId="581"/>
        </pc:sldMkLst>
        <pc:spChg chg="mod ord">
          <ac:chgData name="Anita Lykke Clemmensen" userId="2bfa0220-6de4-49af-a894-a5dcfbef3421" providerId="ADAL" clId="{18656543-4361-4B5F-BDA3-1579EFDCDAD6}" dt="2019-09-09T04:18:59.146" v="1840" actId="14100"/>
          <ac:spMkLst>
            <pc:docMk/>
            <pc:sldMk cId="4233772769" sldId="581"/>
            <ac:spMk id="2" creationId="{00000000-0000-0000-0000-000000000000}"/>
          </ac:spMkLst>
        </pc:spChg>
        <pc:spChg chg="add del mod ord">
          <ac:chgData name="Anita Lykke Clemmensen" userId="2bfa0220-6de4-49af-a894-a5dcfbef3421" providerId="ADAL" clId="{18656543-4361-4B5F-BDA3-1579EFDCDAD6}" dt="2019-09-09T04:19:03.945" v="1841" actId="478"/>
          <ac:spMkLst>
            <pc:docMk/>
            <pc:sldMk cId="4233772769" sldId="581"/>
            <ac:spMk id="3" creationId="{3647BD45-586C-4115-828A-2FAC24E1BFAE}"/>
          </ac:spMkLst>
        </pc:spChg>
        <pc:spChg chg="del">
          <ac:chgData name="Anita Lykke Clemmensen" userId="2bfa0220-6de4-49af-a894-a5dcfbef3421" providerId="ADAL" clId="{18656543-4361-4B5F-BDA3-1579EFDCDAD6}" dt="2019-09-09T04:18:07.394" v="1835" actId="700"/>
          <ac:spMkLst>
            <pc:docMk/>
            <pc:sldMk cId="4233772769" sldId="581"/>
            <ac:spMk id="4" creationId="{00000000-0000-0000-0000-000000000000}"/>
          </ac:spMkLst>
        </pc:spChg>
        <pc:spChg chg="mod">
          <ac:chgData name="Anita Lykke Clemmensen" userId="2bfa0220-6de4-49af-a894-a5dcfbef3421" providerId="ADAL" clId="{18656543-4361-4B5F-BDA3-1579EFDCDAD6}" dt="2019-09-09T04:19:08.070" v="1842" actId="20577"/>
          <ac:spMkLst>
            <pc:docMk/>
            <pc:sldMk cId="4233772769" sldId="581"/>
            <ac:spMk id="6" creationId="{00000000-0000-0000-0000-000000000000}"/>
          </ac:spMkLst>
        </pc:spChg>
        <pc:picChg chg="mod ord">
          <ac:chgData name="Anita Lykke Clemmensen" userId="2bfa0220-6de4-49af-a894-a5dcfbef3421" providerId="ADAL" clId="{18656543-4361-4B5F-BDA3-1579EFDCDAD6}" dt="2019-09-09T04:18:42.999" v="1838" actId="14100"/>
          <ac:picMkLst>
            <pc:docMk/>
            <pc:sldMk cId="4233772769" sldId="581"/>
            <ac:picMk id="5" creationId="{00000000-0000-0000-0000-000000000000}"/>
          </ac:picMkLst>
        </pc:picChg>
        <pc:picChg chg="mod ord">
          <ac:chgData name="Anita Lykke Clemmensen" userId="2bfa0220-6de4-49af-a894-a5dcfbef3421" providerId="ADAL" clId="{18656543-4361-4B5F-BDA3-1579EFDCDAD6}" dt="2019-09-09T04:18:52.296" v="1839" actId="167"/>
          <ac:picMkLst>
            <pc:docMk/>
            <pc:sldMk cId="4233772769" sldId="581"/>
            <ac:picMk id="7" creationId="{00000000-0000-0000-0000-000000000000}"/>
          </ac:picMkLst>
        </pc:picChg>
      </pc:sldChg>
      <pc:sldChg chg="addSp delSp modSp add mod modClrScheme chgLayout">
        <pc:chgData name="Anita Lykke Clemmensen" userId="2bfa0220-6de4-49af-a894-a5dcfbef3421" providerId="ADAL" clId="{18656543-4361-4B5F-BDA3-1579EFDCDAD6}" dt="2019-09-09T06:01:55.039" v="2202" actId="20577"/>
        <pc:sldMkLst>
          <pc:docMk/>
          <pc:sldMk cId="1132756656" sldId="582"/>
        </pc:sldMkLst>
        <pc:spChg chg="mod ord">
          <ac:chgData name="Anita Lykke Clemmensen" userId="2bfa0220-6de4-49af-a894-a5dcfbef3421" providerId="ADAL" clId="{18656543-4361-4B5F-BDA3-1579EFDCDAD6}" dt="2019-09-09T06:01:55.039" v="2202" actId="20577"/>
          <ac:spMkLst>
            <pc:docMk/>
            <pc:sldMk cId="1132756656" sldId="582"/>
            <ac:spMk id="2" creationId="{00000000-0000-0000-0000-000000000000}"/>
          </ac:spMkLst>
        </pc:spChg>
        <pc:spChg chg="mod ord">
          <ac:chgData name="Anita Lykke Clemmensen" userId="2bfa0220-6de4-49af-a894-a5dcfbef3421" providerId="ADAL" clId="{18656543-4361-4B5F-BDA3-1579EFDCDAD6}" dt="2019-09-09T04:21:26.880" v="1854" actId="27636"/>
          <ac:spMkLst>
            <pc:docMk/>
            <pc:sldMk cId="1132756656" sldId="582"/>
            <ac:spMk id="3" creationId="{00000000-0000-0000-0000-000000000000}"/>
          </ac:spMkLst>
        </pc:spChg>
        <pc:spChg chg="del">
          <ac:chgData name="Anita Lykke Clemmensen" userId="2bfa0220-6de4-49af-a894-a5dcfbef3421" providerId="ADAL" clId="{18656543-4361-4B5F-BDA3-1579EFDCDAD6}" dt="2019-09-09T04:21:20.552" v="1847" actId="700"/>
          <ac:spMkLst>
            <pc:docMk/>
            <pc:sldMk cId="1132756656" sldId="582"/>
            <ac:spMk id="4" creationId="{00000000-0000-0000-0000-000000000000}"/>
          </ac:spMkLst>
        </pc:spChg>
        <pc:spChg chg="add del mod ord">
          <ac:chgData name="Anita Lykke Clemmensen" userId="2bfa0220-6de4-49af-a894-a5dcfbef3421" providerId="ADAL" clId="{18656543-4361-4B5F-BDA3-1579EFDCDAD6}" dt="2019-09-09T04:21:26.782" v="1853" actId="700"/>
          <ac:spMkLst>
            <pc:docMk/>
            <pc:sldMk cId="1132756656" sldId="582"/>
            <ac:spMk id="5" creationId="{38B4BE12-2471-4B00-8B80-496D46DA41FC}"/>
          </ac:spMkLst>
        </pc:spChg>
      </pc:sldChg>
      <pc:sldChg chg="addSp delSp modSp add del mod modClrScheme chgLayout">
        <pc:chgData name="Anita Lykke Clemmensen" userId="2bfa0220-6de4-49af-a894-a5dcfbef3421" providerId="ADAL" clId="{18656543-4361-4B5F-BDA3-1579EFDCDAD6}" dt="2019-09-09T04:38:30.178" v="2040" actId="47"/>
        <pc:sldMkLst>
          <pc:docMk/>
          <pc:sldMk cId="3188424014" sldId="586"/>
        </pc:sldMkLst>
        <pc:spChg chg="mod ord">
          <ac:chgData name="Anita Lykke Clemmensen" userId="2bfa0220-6de4-49af-a894-a5dcfbef3421" providerId="ADAL" clId="{18656543-4361-4B5F-BDA3-1579EFDCDAD6}" dt="2019-09-09T04:21:26.782" v="1853" actId="700"/>
          <ac:spMkLst>
            <pc:docMk/>
            <pc:sldMk cId="3188424014" sldId="586"/>
            <ac:spMk id="2" creationId="{00000000-0000-0000-0000-000000000000}"/>
          </ac:spMkLst>
        </pc:spChg>
        <pc:spChg chg="mod ord">
          <ac:chgData name="Anita Lykke Clemmensen" userId="2bfa0220-6de4-49af-a894-a5dcfbef3421" providerId="ADAL" clId="{18656543-4361-4B5F-BDA3-1579EFDCDAD6}" dt="2019-09-09T04:21:26.782" v="1853" actId="700"/>
          <ac:spMkLst>
            <pc:docMk/>
            <pc:sldMk cId="3188424014" sldId="586"/>
            <ac:spMk id="3" creationId="{00000000-0000-0000-0000-000000000000}"/>
          </ac:spMkLst>
        </pc:spChg>
        <pc:spChg chg="del">
          <ac:chgData name="Anita Lykke Clemmensen" userId="2bfa0220-6de4-49af-a894-a5dcfbef3421" providerId="ADAL" clId="{18656543-4361-4B5F-BDA3-1579EFDCDAD6}" dt="2019-09-09T04:21:20.552" v="1847" actId="700"/>
          <ac:spMkLst>
            <pc:docMk/>
            <pc:sldMk cId="3188424014" sldId="586"/>
            <ac:spMk id="4" creationId="{00000000-0000-0000-0000-000000000000}"/>
          </ac:spMkLst>
        </pc:spChg>
        <pc:spChg chg="add del mod ord">
          <ac:chgData name="Anita Lykke Clemmensen" userId="2bfa0220-6de4-49af-a894-a5dcfbef3421" providerId="ADAL" clId="{18656543-4361-4B5F-BDA3-1579EFDCDAD6}" dt="2019-09-09T04:21:26.782" v="1853" actId="700"/>
          <ac:spMkLst>
            <pc:docMk/>
            <pc:sldMk cId="3188424014" sldId="586"/>
            <ac:spMk id="7" creationId="{F42B14B9-7AF2-4E2D-958D-50E19DF0ED59}"/>
          </ac:spMkLst>
        </pc:spChg>
        <pc:picChg chg="mod">
          <ac:chgData name="Anita Lykke Clemmensen" userId="2bfa0220-6de4-49af-a894-a5dcfbef3421" providerId="ADAL" clId="{18656543-4361-4B5F-BDA3-1579EFDCDAD6}" dt="2019-09-09T04:25:09.228" v="1893" actId="1035"/>
          <ac:picMkLst>
            <pc:docMk/>
            <pc:sldMk cId="3188424014" sldId="586"/>
            <ac:picMk id="5" creationId="{00000000-0000-0000-0000-000000000000}"/>
          </ac:picMkLst>
        </pc:picChg>
        <pc:picChg chg="mod">
          <ac:chgData name="Anita Lykke Clemmensen" userId="2bfa0220-6de4-49af-a894-a5dcfbef3421" providerId="ADAL" clId="{18656543-4361-4B5F-BDA3-1579EFDCDAD6}" dt="2019-09-09T04:24:55.886" v="1889" actId="1076"/>
          <ac:picMkLst>
            <pc:docMk/>
            <pc:sldMk cId="3188424014" sldId="586"/>
            <ac:picMk id="6" creationId="{00000000-0000-0000-0000-000000000000}"/>
          </ac:picMkLst>
        </pc:picChg>
      </pc:sldChg>
      <pc:sldChg chg="addSp delSp modSp add del mod modClrScheme chgLayout">
        <pc:chgData name="Anita Lykke Clemmensen" userId="2bfa0220-6de4-49af-a894-a5dcfbef3421" providerId="ADAL" clId="{18656543-4361-4B5F-BDA3-1579EFDCDAD6}" dt="2019-09-09T04:34:44.652" v="1978" actId="47"/>
        <pc:sldMkLst>
          <pc:docMk/>
          <pc:sldMk cId="742422039" sldId="587"/>
        </pc:sldMkLst>
        <pc:spChg chg="mod ord">
          <ac:chgData name="Anita Lykke Clemmensen" userId="2bfa0220-6de4-49af-a894-a5dcfbef3421" providerId="ADAL" clId="{18656543-4361-4B5F-BDA3-1579EFDCDAD6}" dt="2019-09-09T04:21:26.782" v="1853" actId="700"/>
          <ac:spMkLst>
            <pc:docMk/>
            <pc:sldMk cId="742422039" sldId="587"/>
            <ac:spMk id="2" creationId="{00000000-0000-0000-0000-000000000000}"/>
          </ac:spMkLst>
        </pc:spChg>
        <pc:spChg chg="mod ord">
          <ac:chgData name="Anita Lykke Clemmensen" userId="2bfa0220-6de4-49af-a894-a5dcfbef3421" providerId="ADAL" clId="{18656543-4361-4B5F-BDA3-1579EFDCDAD6}" dt="2019-09-09T04:21:27.040" v="1857" actId="27636"/>
          <ac:spMkLst>
            <pc:docMk/>
            <pc:sldMk cId="742422039" sldId="587"/>
            <ac:spMk id="3" creationId="{00000000-0000-0000-0000-000000000000}"/>
          </ac:spMkLst>
        </pc:spChg>
        <pc:spChg chg="del">
          <ac:chgData name="Anita Lykke Clemmensen" userId="2bfa0220-6de4-49af-a894-a5dcfbef3421" providerId="ADAL" clId="{18656543-4361-4B5F-BDA3-1579EFDCDAD6}" dt="2019-09-09T04:21:20.552" v="1847" actId="700"/>
          <ac:spMkLst>
            <pc:docMk/>
            <pc:sldMk cId="742422039" sldId="587"/>
            <ac:spMk id="4" creationId="{00000000-0000-0000-0000-000000000000}"/>
          </ac:spMkLst>
        </pc:spChg>
        <pc:spChg chg="add del mod ord">
          <ac:chgData name="Anita Lykke Clemmensen" userId="2bfa0220-6de4-49af-a894-a5dcfbef3421" providerId="ADAL" clId="{18656543-4361-4B5F-BDA3-1579EFDCDAD6}" dt="2019-09-09T04:21:26.782" v="1853" actId="700"/>
          <ac:spMkLst>
            <pc:docMk/>
            <pc:sldMk cId="742422039" sldId="587"/>
            <ac:spMk id="5" creationId="{051D3782-68E3-4F25-B5AB-1DD2DC699BC8}"/>
          </ac:spMkLst>
        </pc:spChg>
      </pc:sldChg>
      <pc:sldChg chg="addSp delSp modSp add del mod modClrScheme chgLayout">
        <pc:chgData name="Anita Lykke Clemmensen" userId="2bfa0220-6de4-49af-a894-a5dcfbef3421" providerId="ADAL" clId="{18656543-4361-4B5F-BDA3-1579EFDCDAD6}" dt="2019-09-09T04:35:02.927" v="1980" actId="47"/>
        <pc:sldMkLst>
          <pc:docMk/>
          <pc:sldMk cId="912578701" sldId="588"/>
        </pc:sldMkLst>
        <pc:spChg chg="mod ord">
          <ac:chgData name="Anita Lykke Clemmensen" userId="2bfa0220-6de4-49af-a894-a5dcfbef3421" providerId="ADAL" clId="{18656543-4361-4B5F-BDA3-1579EFDCDAD6}" dt="2019-09-09T04:21:26.782" v="1853" actId="700"/>
          <ac:spMkLst>
            <pc:docMk/>
            <pc:sldMk cId="912578701" sldId="588"/>
            <ac:spMk id="2" creationId="{00000000-0000-0000-0000-000000000000}"/>
          </ac:spMkLst>
        </pc:spChg>
        <pc:spChg chg="mod ord">
          <ac:chgData name="Anita Lykke Clemmensen" userId="2bfa0220-6de4-49af-a894-a5dcfbef3421" providerId="ADAL" clId="{18656543-4361-4B5F-BDA3-1579EFDCDAD6}" dt="2019-09-09T04:21:26.782" v="1853" actId="700"/>
          <ac:spMkLst>
            <pc:docMk/>
            <pc:sldMk cId="912578701" sldId="588"/>
            <ac:spMk id="3" creationId="{00000000-0000-0000-0000-000000000000}"/>
          </ac:spMkLst>
        </pc:spChg>
        <pc:spChg chg="del">
          <ac:chgData name="Anita Lykke Clemmensen" userId="2bfa0220-6de4-49af-a894-a5dcfbef3421" providerId="ADAL" clId="{18656543-4361-4B5F-BDA3-1579EFDCDAD6}" dt="2019-09-09T04:21:20.552" v="1847" actId="700"/>
          <ac:spMkLst>
            <pc:docMk/>
            <pc:sldMk cId="912578701" sldId="588"/>
            <ac:spMk id="4" creationId="{00000000-0000-0000-0000-000000000000}"/>
          </ac:spMkLst>
        </pc:spChg>
        <pc:spChg chg="add del mod ord">
          <ac:chgData name="Anita Lykke Clemmensen" userId="2bfa0220-6de4-49af-a894-a5dcfbef3421" providerId="ADAL" clId="{18656543-4361-4B5F-BDA3-1579EFDCDAD6}" dt="2019-09-09T04:21:26.782" v="1853" actId="700"/>
          <ac:spMkLst>
            <pc:docMk/>
            <pc:sldMk cId="912578701" sldId="588"/>
            <ac:spMk id="5" creationId="{4B173BDF-B5B9-474D-B928-EF783DE5C04B}"/>
          </ac:spMkLst>
        </pc:spChg>
      </pc:sldChg>
      <pc:sldChg chg="addSp delSp modSp add del mod modClrScheme chgLayout">
        <pc:chgData name="Anita Lykke Clemmensen" userId="2bfa0220-6de4-49af-a894-a5dcfbef3421" providerId="ADAL" clId="{18656543-4361-4B5F-BDA3-1579EFDCDAD6}" dt="2019-09-09T04:41:29.979" v="2070" actId="47"/>
        <pc:sldMkLst>
          <pc:docMk/>
          <pc:sldMk cId="2682862365" sldId="589"/>
        </pc:sldMkLst>
        <pc:spChg chg="mod ord">
          <ac:chgData name="Anita Lykke Clemmensen" userId="2bfa0220-6de4-49af-a894-a5dcfbef3421" providerId="ADAL" clId="{18656543-4361-4B5F-BDA3-1579EFDCDAD6}" dt="2019-09-09T04:21:26.782" v="1853" actId="700"/>
          <ac:spMkLst>
            <pc:docMk/>
            <pc:sldMk cId="2682862365" sldId="589"/>
            <ac:spMk id="2" creationId="{00000000-0000-0000-0000-000000000000}"/>
          </ac:spMkLst>
        </pc:spChg>
        <pc:spChg chg="mod ord">
          <ac:chgData name="Anita Lykke Clemmensen" userId="2bfa0220-6de4-49af-a894-a5dcfbef3421" providerId="ADAL" clId="{18656543-4361-4B5F-BDA3-1579EFDCDAD6}" dt="2019-09-09T04:29:09.971" v="1954" actId="1076"/>
          <ac:spMkLst>
            <pc:docMk/>
            <pc:sldMk cId="2682862365" sldId="589"/>
            <ac:spMk id="3" creationId="{00000000-0000-0000-0000-000000000000}"/>
          </ac:spMkLst>
        </pc:spChg>
        <pc:spChg chg="del">
          <ac:chgData name="Anita Lykke Clemmensen" userId="2bfa0220-6de4-49af-a894-a5dcfbef3421" providerId="ADAL" clId="{18656543-4361-4B5F-BDA3-1579EFDCDAD6}" dt="2019-09-09T04:21:20.552" v="1847" actId="700"/>
          <ac:spMkLst>
            <pc:docMk/>
            <pc:sldMk cId="2682862365" sldId="589"/>
            <ac:spMk id="4" creationId="{00000000-0000-0000-0000-000000000000}"/>
          </ac:spMkLst>
        </pc:spChg>
        <pc:spChg chg="add del mod ord">
          <ac:chgData name="Anita Lykke Clemmensen" userId="2bfa0220-6de4-49af-a894-a5dcfbef3421" providerId="ADAL" clId="{18656543-4361-4B5F-BDA3-1579EFDCDAD6}" dt="2019-09-09T04:21:26.782" v="1853" actId="700"/>
          <ac:spMkLst>
            <pc:docMk/>
            <pc:sldMk cId="2682862365" sldId="589"/>
            <ac:spMk id="7" creationId="{70F11C8F-4FAB-4C82-9B37-D8C2B47D5977}"/>
          </ac:spMkLst>
        </pc:spChg>
        <pc:picChg chg="mod ord">
          <ac:chgData name="Anita Lykke Clemmensen" userId="2bfa0220-6de4-49af-a894-a5dcfbef3421" providerId="ADAL" clId="{18656543-4361-4B5F-BDA3-1579EFDCDAD6}" dt="2019-09-09T04:29:18.875" v="1956" actId="1036"/>
          <ac:picMkLst>
            <pc:docMk/>
            <pc:sldMk cId="2682862365" sldId="589"/>
            <ac:picMk id="5" creationId="{00000000-0000-0000-0000-000000000000}"/>
          </ac:picMkLst>
        </pc:picChg>
        <pc:picChg chg="mod ord">
          <ac:chgData name="Anita Lykke Clemmensen" userId="2bfa0220-6de4-49af-a894-a5dcfbef3421" providerId="ADAL" clId="{18656543-4361-4B5F-BDA3-1579EFDCDAD6}" dt="2019-09-09T04:29:18.875" v="1956" actId="1036"/>
          <ac:picMkLst>
            <pc:docMk/>
            <pc:sldMk cId="2682862365" sldId="589"/>
            <ac:picMk id="6" creationId="{00000000-0000-0000-0000-000000000000}"/>
          </ac:picMkLst>
        </pc:picChg>
      </pc:sldChg>
      <pc:sldChg chg="addSp delSp modSp add del mod modClrScheme chgLayout">
        <pc:chgData name="Anita Lykke Clemmensen" userId="2bfa0220-6de4-49af-a894-a5dcfbef3421" providerId="ADAL" clId="{18656543-4361-4B5F-BDA3-1579EFDCDAD6}" dt="2019-09-09T04:40:50.792" v="2067" actId="47"/>
        <pc:sldMkLst>
          <pc:docMk/>
          <pc:sldMk cId="3324952281" sldId="590"/>
        </pc:sldMkLst>
        <pc:spChg chg="mod ord">
          <ac:chgData name="Anita Lykke Clemmensen" userId="2bfa0220-6de4-49af-a894-a5dcfbef3421" providerId="ADAL" clId="{18656543-4361-4B5F-BDA3-1579EFDCDAD6}" dt="2019-09-09T04:21:26.782" v="1853" actId="700"/>
          <ac:spMkLst>
            <pc:docMk/>
            <pc:sldMk cId="3324952281" sldId="590"/>
            <ac:spMk id="2" creationId="{00000000-0000-0000-0000-000000000000}"/>
          </ac:spMkLst>
        </pc:spChg>
        <pc:spChg chg="mod ord">
          <ac:chgData name="Anita Lykke Clemmensen" userId="2bfa0220-6de4-49af-a894-a5dcfbef3421" providerId="ADAL" clId="{18656543-4361-4B5F-BDA3-1579EFDCDAD6}" dt="2019-09-09T04:21:26.782" v="1853" actId="700"/>
          <ac:spMkLst>
            <pc:docMk/>
            <pc:sldMk cId="3324952281" sldId="590"/>
            <ac:spMk id="3" creationId="{00000000-0000-0000-0000-000000000000}"/>
          </ac:spMkLst>
        </pc:spChg>
        <pc:spChg chg="del">
          <ac:chgData name="Anita Lykke Clemmensen" userId="2bfa0220-6de4-49af-a894-a5dcfbef3421" providerId="ADAL" clId="{18656543-4361-4B5F-BDA3-1579EFDCDAD6}" dt="2019-09-09T04:21:20.552" v="1847" actId="700"/>
          <ac:spMkLst>
            <pc:docMk/>
            <pc:sldMk cId="3324952281" sldId="590"/>
            <ac:spMk id="4" creationId="{00000000-0000-0000-0000-000000000000}"/>
          </ac:spMkLst>
        </pc:spChg>
        <pc:spChg chg="add del mod ord">
          <ac:chgData name="Anita Lykke Clemmensen" userId="2bfa0220-6de4-49af-a894-a5dcfbef3421" providerId="ADAL" clId="{18656543-4361-4B5F-BDA3-1579EFDCDAD6}" dt="2019-09-09T04:21:26.782" v="1853" actId="700"/>
          <ac:spMkLst>
            <pc:docMk/>
            <pc:sldMk cId="3324952281" sldId="590"/>
            <ac:spMk id="6" creationId="{5A154056-6DA3-4289-B41C-7E938C4FE151}"/>
          </ac:spMkLst>
        </pc:spChg>
        <pc:picChg chg="mod">
          <ac:chgData name="Anita Lykke Clemmensen" userId="2bfa0220-6de4-49af-a894-a5dcfbef3421" providerId="ADAL" clId="{18656543-4361-4B5F-BDA3-1579EFDCDAD6}" dt="2019-09-09T04:29:31.032" v="1958" actId="14100"/>
          <ac:picMkLst>
            <pc:docMk/>
            <pc:sldMk cId="3324952281" sldId="590"/>
            <ac:picMk id="5" creationId="{00000000-0000-0000-0000-000000000000}"/>
          </ac:picMkLst>
        </pc:picChg>
      </pc:sldChg>
      <pc:sldChg chg="delSp modSp add mod modClrScheme chgLayout">
        <pc:chgData name="Anita Lykke Clemmensen" userId="2bfa0220-6de4-49af-a894-a5dcfbef3421" providerId="ADAL" clId="{18656543-4361-4B5F-BDA3-1579EFDCDAD6}" dt="2019-09-09T04:10:58.919" v="1801"/>
        <pc:sldMkLst>
          <pc:docMk/>
          <pc:sldMk cId="1865497212" sldId="594"/>
        </pc:sldMkLst>
        <pc:spChg chg="mod ord">
          <ac:chgData name="Anita Lykke Clemmensen" userId="2bfa0220-6de4-49af-a894-a5dcfbef3421" providerId="ADAL" clId="{18656543-4361-4B5F-BDA3-1579EFDCDAD6}" dt="2019-09-09T03:57:42.830" v="1064" actId="20577"/>
          <ac:spMkLst>
            <pc:docMk/>
            <pc:sldMk cId="1865497212" sldId="594"/>
            <ac:spMk id="2" creationId="{00000000-0000-0000-0000-000000000000}"/>
          </ac:spMkLst>
        </pc:spChg>
        <pc:spChg chg="mod ord">
          <ac:chgData name="Anita Lykke Clemmensen" userId="2bfa0220-6de4-49af-a894-a5dcfbef3421" providerId="ADAL" clId="{18656543-4361-4B5F-BDA3-1579EFDCDAD6}" dt="2019-09-09T04:10:58.919" v="1801"/>
          <ac:spMkLst>
            <pc:docMk/>
            <pc:sldMk cId="1865497212" sldId="594"/>
            <ac:spMk id="3" creationId="{00000000-0000-0000-0000-000000000000}"/>
          </ac:spMkLst>
        </pc:spChg>
        <pc:spChg chg="del">
          <ac:chgData name="Anita Lykke Clemmensen" userId="2bfa0220-6de4-49af-a894-a5dcfbef3421" providerId="ADAL" clId="{18656543-4361-4B5F-BDA3-1579EFDCDAD6}" dt="2019-09-09T03:53:22.565" v="1016" actId="700"/>
          <ac:spMkLst>
            <pc:docMk/>
            <pc:sldMk cId="1865497212" sldId="594"/>
            <ac:spMk id="4" creationId="{00000000-0000-0000-0000-000000000000}"/>
          </ac:spMkLst>
        </pc:spChg>
      </pc:sldChg>
      <pc:sldChg chg="modSp add ord">
        <pc:chgData name="Anita Lykke Clemmensen" userId="2bfa0220-6de4-49af-a894-a5dcfbef3421" providerId="ADAL" clId="{18656543-4361-4B5F-BDA3-1579EFDCDAD6}" dt="2019-09-09T06:01:06.501" v="2196"/>
        <pc:sldMkLst>
          <pc:docMk/>
          <pc:sldMk cId="3980135258" sldId="595"/>
        </pc:sldMkLst>
        <pc:spChg chg="mod">
          <ac:chgData name="Anita Lykke Clemmensen" userId="2bfa0220-6de4-49af-a894-a5dcfbef3421" providerId="ADAL" clId="{18656543-4361-4B5F-BDA3-1579EFDCDAD6}" dt="2019-09-09T05:59:04.341" v="2193" actId="15"/>
          <ac:spMkLst>
            <pc:docMk/>
            <pc:sldMk cId="3980135258" sldId="595"/>
            <ac:spMk id="3" creationId="{00000000-0000-0000-0000-000000000000}"/>
          </ac:spMkLst>
        </pc:spChg>
      </pc:sldChg>
      <pc:sldChg chg="addSp delSp modSp add del mod modClrScheme chgLayout">
        <pc:chgData name="Anita Lykke Clemmensen" userId="2bfa0220-6de4-49af-a894-a5dcfbef3421" providerId="ADAL" clId="{18656543-4361-4B5F-BDA3-1579EFDCDAD6}" dt="2019-09-09T04:41:04.052" v="2068" actId="47"/>
        <pc:sldMkLst>
          <pc:docMk/>
          <pc:sldMk cId="1999287428" sldId="596"/>
        </pc:sldMkLst>
        <pc:spChg chg="del">
          <ac:chgData name="Anita Lykke Clemmensen" userId="2bfa0220-6de4-49af-a894-a5dcfbef3421" providerId="ADAL" clId="{18656543-4361-4B5F-BDA3-1579EFDCDAD6}" dt="2019-09-09T04:21:20.552" v="1847" actId="700"/>
          <ac:spMkLst>
            <pc:docMk/>
            <pc:sldMk cId="1999287428" sldId="596"/>
            <ac:spMk id="2" creationId="{99754DCF-5B83-44D9-9447-DAB196116FF8}"/>
          </ac:spMkLst>
        </pc:spChg>
        <pc:spChg chg="mod ord">
          <ac:chgData name="Anita Lykke Clemmensen" userId="2bfa0220-6de4-49af-a894-a5dcfbef3421" providerId="ADAL" clId="{18656543-4361-4B5F-BDA3-1579EFDCDAD6}" dt="2019-09-09T04:21:26.782" v="1853" actId="700"/>
          <ac:spMkLst>
            <pc:docMk/>
            <pc:sldMk cId="1999287428" sldId="596"/>
            <ac:spMk id="3" creationId="{13856765-5AF7-45B4-8687-5E6514FD48EE}"/>
          </ac:spMkLst>
        </pc:spChg>
        <pc:spChg chg="del">
          <ac:chgData name="Anita Lykke Clemmensen" userId="2bfa0220-6de4-49af-a894-a5dcfbef3421" providerId="ADAL" clId="{18656543-4361-4B5F-BDA3-1579EFDCDAD6}" dt="2019-09-09T04:21:20.552" v="1847" actId="700"/>
          <ac:spMkLst>
            <pc:docMk/>
            <pc:sldMk cId="1999287428" sldId="596"/>
            <ac:spMk id="4" creationId="{46934B11-9AE0-4DE0-BFBC-D34D88E13907}"/>
          </ac:spMkLst>
        </pc:spChg>
        <pc:spChg chg="add del mod ord">
          <ac:chgData name="Anita Lykke Clemmensen" userId="2bfa0220-6de4-49af-a894-a5dcfbef3421" providerId="ADAL" clId="{18656543-4361-4B5F-BDA3-1579EFDCDAD6}" dt="2019-09-09T04:21:26.782" v="1853" actId="700"/>
          <ac:spMkLst>
            <pc:docMk/>
            <pc:sldMk cId="1999287428" sldId="596"/>
            <ac:spMk id="5" creationId="{DC963FAB-8664-40B9-AAE3-21240B94B5A2}"/>
          </ac:spMkLst>
        </pc:spChg>
        <pc:spChg chg="add mod ord">
          <ac:chgData name="Anita Lykke Clemmensen" userId="2bfa0220-6de4-49af-a894-a5dcfbef3421" providerId="ADAL" clId="{18656543-4361-4B5F-BDA3-1579EFDCDAD6}" dt="2019-09-09T04:29:42.921" v="1962" actId="20577"/>
          <ac:spMkLst>
            <pc:docMk/>
            <pc:sldMk cId="1999287428" sldId="596"/>
            <ac:spMk id="6" creationId="{88884734-81F0-440D-B0F4-FE59E54ED006}"/>
          </ac:spMkLst>
        </pc:spChg>
      </pc:sldChg>
      <pc:sldChg chg="delSp modSp add mod modClrScheme chgLayout">
        <pc:chgData name="Anita Lykke Clemmensen" userId="2bfa0220-6de4-49af-a894-a5dcfbef3421" providerId="ADAL" clId="{18656543-4361-4B5F-BDA3-1579EFDCDAD6}" dt="2019-09-09T04:13:42.466" v="1810" actId="27636"/>
        <pc:sldMkLst>
          <pc:docMk/>
          <pc:sldMk cId="3920265754" sldId="597"/>
        </pc:sldMkLst>
        <pc:spChg chg="mod ord">
          <ac:chgData name="Anita Lykke Clemmensen" userId="2bfa0220-6de4-49af-a894-a5dcfbef3421" providerId="ADAL" clId="{18656543-4361-4B5F-BDA3-1579EFDCDAD6}" dt="2019-09-09T04:13:42.386" v="1809" actId="700"/>
          <ac:spMkLst>
            <pc:docMk/>
            <pc:sldMk cId="3920265754" sldId="597"/>
            <ac:spMk id="2" creationId="{4020B2CD-969D-4E2A-A1B5-F139606E39A2}"/>
          </ac:spMkLst>
        </pc:spChg>
        <pc:spChg chg="mod ord">
          <ac:chgData name="Anita Lykke Clemmensen" userId="2bfa0220-6de4-49af-a894-a5dcfbef3421" providerId="ADAL" clId="{18656543-4361-4B5F-BDA3-1579EFDCDAD6}" dt="2019-09-09T04:13:42.466" v="1810" actId="27636"/>
          <ac:spMkLst>
            <pc:docMk/>
            <pc:sldMk cId="3920265754" sldId="597"/>
            <ac:spMk id="3" creationId="{15E8FA33-4D08-4589-8A02-33BB0192C9FA}"/>
          </ac:spMkLst>
        </pc:spChg>
        <pc:spChg chg="del">
          <ac:chgData name="Anita Lykke Clemmensen" userId="2bfa0220-6de4-49af-a894-a5dcfbef3421" providerId="ADAL" clId="{18656543-4361-4B5F-BDA3-1579EFDCDAD6}" dt="2019-09-09T04:13:42.386" v="1809" actId="700"/>
          <ac:spMkLst>
            <pc:docMk/>
            <pc:sldMk cId="3920265754" sldId="597"/>
            <ac:spMk id="4" creationId="{86EC0A12-1E4A-4C86-AF9D-689ECFE56E3E}"/>
          </ac:spMkLst>
        </pc:spChg>
      </pc:sldChg>
      <pc:sldChg chg="delSp modSp add mod modClrScheme chgLayout">
        <pc:chgData name="Anita Lykke Clemmensen" userId="2bfa0220-6de4-49af-a894-a5dcfbef3421" providerId="ADAL" clId="{18656543-4361-4B5F-BDA3-1579EFDCDAD6}" dt="2019-09-09T04:13:42.544" v="1811" actId="27636"/>
        <pc:sldMkLst>
          <pc:docMk/>
          <pc:sldMk cId="1499811291" sldId="598"/>
        </pc:sldMkLst>
        <pc:spChg chg="mod ord">
          <ac:chgData name="Anita Lykke Clemmensen" userId="2bfa0220-6de4-49af-a894-a5dcfbef3421" providerId="ADAL" clId="{18656543-4361-4B5F-BDA3-1579EFDCDAD6}" dt="2019-09-09T04:13:42.386" v="1809" actId="700"/>
          <ac:spMkLst>
            <pc:docMk/>
            <pc:sldMk cId="1499811291" sldId="598"/>
            <ac:spMk id="2" creationId="{1E257914-F78E-4E05-9D50-7A4E688D3530}"/>
          </ac:spMkLst>
        </pc:spChg>
        <pc:spChg chg="mod ord">
          <ac:chgData name="Anita Lykke Clemmensen" userId="2bfa0220-6de4-49af-a894-a5dcfbef3421" providerId="ADAL" clId="{18656543-4361-4B5F-BDA3-1579EFDCDAD6}" dt="2019-09-09T04:13:42.544" v="1811" actId="27636"/>
          <ac:spMkLst>
            <pc:docMk/>
            <pc:sldMk cId="1499811291" sldId="598"/>
            <ac:spMk id="3" creationId="{4E4F5350-CD7D-469F-9EF0-C153642D34FF}"/>
          </ac:spMkLst>
        </pc:spChg>
        <pc:spChg chg="del">
          <ac:chgData name="Anita Lykke Clemmensen" userId="2bfa0220-6de4-49af-a894-a5dcfbef3421" providerId="ADAL" clId="{18656543-4361-4B5F-BDA3-1579EFDCDAD6}" dt="2019-09-09T04:13:42.386" v="1809" actId="700"/>
          <ac:spMkLst>
            <pc:docMk/>
            <pc:sldMk cId="1499811291" sldId="598"/>
            <ac:spMk id="4" creationId="{CF42BCA3-F06B-45A2-B1C7-BFCC287EF330}"/>
          </ac:spMkLst>
        </pc:spChg>
      </pc:sldChg>
      <pc:sldChg chg="addSp delSp modSp add mod modClrScheme chgLayout">
        <pc:chgData name="Anita Lykke Clemmensen" userId="2bfa0220-6de4-49af-a894-a5dcfbef3421" providerId="ADAL" clId="{18656543-4361-4B5F-BDA3-1579EFDCDAD6}" dt="2019-09-09T03:56:10.438" v="1061" actId="14100"/>
        <pc:sldMkLst>
          <pc:docMk/>
          <pc:sldMk cId="2022522779" sldId="599"/>
        </pc:sldMkLst>
        <pc:spChg chg="mod ord">
          <ac:chgData name="Anita Lykke Clemmensen" userId="2bfa0220-6de4-49af-a894-a5dcfbef3421" providerId="ADAL" clId="{18656543-4361-4B5F-BDA3-1579EFDCDAD6}" dt="2019-09-09T03:54:26.483" v="1038" actId="20577"/>
          <ac:spMkLst>
            <pc:docMk/>
            <pc:sldMk cId="2022522779" sldId="599"/>
            <ac:spMk id="2" creationId="{E3F8D48B-ECD5-4EBD-A353-91874D3B2950}"/>
          </ac:spMkLst>
        </pc:spChg>
        <pc:spChg chg="add del mod ord">
          <ac:chgData name="Anita Lykke Clemmensen" userId="2bfa0220-6de4-49af-a894-a5dcfbef3421" providerId="ADAL" clId="{18656543-4361-4B5F-BDA3-1579EFDCDAD6}" dt="2019-09-09T03:53:49.492" v="1021" actId="478"/>
          <ac:spMkLst>
            <pc:docMk/>
            <pc:sldMk cId="2022522779" sldId="599"/>
            <ac:spMk id="3" creationId="{23753BD9-B79B-4ED1-BB08-A007C072ED41}"/>
          </ac:spMkLst>
        </pc:spChg>
        <pc:spChg chg="del">
          <ac:chgData name="Anita Lykke Clemmensen" userId="2bfa0220-6de4-49af-a894-a5dcfbef3421" providerId="ADAL" clId="{18656543-4361-4B5F-BDA3-1579EFDCDAD6}" dt="2019-09-09T03:53:22.565" v="1016" actId="700"/>
          <ac:spMkLst>
            <pc:docMk/>
            <pc:sldMk cId="2022522779" sldId="599"/>
            <ac:spMk id="4" creationId="{59BA2BFB-95BD-4D2E-8D3B-49D021ED652E}"/>
          </ac:spMkLst>
        </pc:spChg>
        <pc:picChg chg="mod">
          <ac:chgData name="Anita Lykke Clemmensen" userId="2bfa0220-6de4-49af-a894-a5dcfbef3421" providerId="ADAL" clId="{18656543-4361-4B5F-BDA3-1579EFDCDAD6}" dt="2019-09-09T03:56:10.438" v="1061" actId="14100"/>
          <ac:picMkLst>
            <pc:docMk/>
            <pc:sldMk cId="2022522779" sldId="599"/>
            <ac:picMk id="4098" creationId="{793DD655-7CCC-4EB0-9BEC-39C46BF7D302}"/>
          </ac:picMkLst>
        </pc:picChg>
      </pc:sldChg>
      <pc:sldChg chg="delSp modSp add mod modClrScheme chgLayout">
        <pc:chgData name="Anita Lykke Clemmensen" userId="2bfa0220-6de4-49af-a894-a5dcfbef3421" providerId="ADAL" clId="{18656543-4361-4B5F-BDA3-1579EFDCDAD6}" dt="2019-09-09T04:13:42.386" v="1809" actId="700"/>
        <pc:sldMkLst>
          <pc:docMk/>
          <pc:sldMk cId="3497041045" sldId="600"/>
        </pc:sldMkLst>
        <pc:spChg chg="mod ord">
          <ac:chgData name="Anita Lykke Clemmensen" userId="2bfa0220-6de4-49af-a894-a5dcfbef3421" providerId="ADAL" clId="{18656543-4361-4B5F-BDA3-1579EFDCDAD6}" dt="2019-09-09T04:13:42.386" v="1809" actId="700"/>
          <ac:spMkLst>
            <pc:docMk/>
            <pc:sldMk cId="3497041045" sldId="600"/>
            <ac:spMk id="2" creationId="{745F0A0A-04BE-46CE-801B-8DE92D932342}"/>
          </ac:spMkLst>
        </pc:spChg>
        <pc:spChg chg="mod ord">
          <ac:chgData name="Anita Lykke Clemmensen" userId="2bfa0220-6de4-49af-a894-a5dcfbef3421" providerId="ADAL" clId="{18656543-4361-4B5F-BDA3-1579EFDCDAD6}" dt="2019-09-09T04:13:42.386" v="1809" actId="700"/>
          <ac:spMkLst>
            <pc:docMk/>
            <pc:sldMk cId="3497041045" sldId="600"/>
            <ac:spMk id="3" creationId="{D81FB4F8-8CA1-41C4-A089-606DA44ED61E}"/>
          </ac:spMkLst>
        </pc:spChg>
        <pc:spChg chg="del">
          <ac:chgData name="Anita Lykke Clemmensen" userId="2bfa0220-6de4-49af-a894-a5dcfbef3421" providerId="ADAL" clId="{18656543-4361-4B5F-BDA3-1579EFDCDAD6}" dt="2019-09-09T04:13:42.386" v="1809" actId="700"/>
          <ac:spMkLst>
            <pc:docMk/>
            <pc:sldMk cId="3497041045" sldId="600"/>
            <ac:spMk id="4" creationId="{FBF3289E-94D5-4AC8-97C4-6303490CBD0D}"/>
          </ac:spMkLst>
        </pc:spChg>
      </pc:sldChg>
      <pc:sldChg chg="addSp delSp modSp add mod modClrScheme chgLayout">
        <pc:chgData name="Anita Lykke Clemmensen" userId="2bfa0220-6de4-49af-a894-a5dcfbef3421" providerId="ADAL" clId="{18656543-4361-4B5F-BDA3-1579EFDCDAD6}" dt="2019-09-09T03:43:34.581" v="968" actId="14100"/>
        <pc:sldMkLst>
          <pc:docMk/>
          <pc:sldMk cId="1435028339" sldId="601"/>
        </pc:sldMkLst>
        <pc:spChg chg="mod ord">
          <ac:chgData name="Anita Lykke Clemmensen" userId="2bfa0220-6de4-49af-a894-a5dcfbef3421" providerId="ADAL" clId="{18656543-4361-4B5F-BDA3-1579EFDCDAD6}" dt="2019-09-09T03:41:22.173" v="926" actId="700"/>
          <ac:spMkLst>
            <pc:docMk/>
            <pc:sldMk cId="1435028339" sldId="601"/>
            <ac:spMk id="2" creationId="{00000000-0000-0000-0000-000000000000}"/>
          </ac:spMkLst>
        </pc:spChg>
        <pc:spChg chg="add mod ord">
          <ac:chgData name="Anita Lykke Clemmensen" userId="2bfa0220-6de4-49af-a894-a5dcfbef3421" providerId="ADAL" clId="{18656543-4361-4B5F-BDA3-1579EFDCDAD6}" dt="2019-09-09T03:43:28.017" v="967" actId="14100"/>
          <ac:spMkLst>
            <pc:docMk/>
            <pc:sldMk cId="1435028339" sldId="601"/>
            <ac:spMk id="3" creationId="{D639C023-6610-460F-916A-82E1DCBDD564}"/>
          </ac:spMkLst>
        </pc:spChg>
        <pc:spChg chg="del mod">
          <ac:chgData name="Anita Lykke Clemmensen" userId="2bfa0220-6de4-49af-a894-a5dcfbef3421" providerId="ADAL" clId="{18656543-4361-4B5F-BDA3-1579EFDCDAD6}" dt="2019-09-09T03:42:43.898" v="960" actId="478"/>
          <ac:spMkLst>
            <pc:docMk/>
            <pc:sldMk cId="1435028339" sldId="601"/>
            <ac:spMk id="5" creationId="{00000000-0000-0000-0000-000000000000}"/>
          </ac:spMkLst>
        </pc:spChg>
        <pc:spChg chg="mod ord">
          <ac:chgData name="Anita Lykke Clemmensen" userId="2bfa0220-6de4-49af-a894-a5dcfbef3421" providerId="ADAL" clId="{18656543-4361-4B5F-BDA3-1579EFDCDAD6}" dt="2019-09-09T03:41:22.192" v="927" actId="27636"/>
          <ac:spMkLst>
            <pc:docMk/>
            <pc:sldMk cId="1435028339" sldId="601"/>
            <ac:spMk id="16386" creationId="{00000000-0000-0000-0000-000000000000}"/>
          </ac:spMkLst>
        </pc:spChg>
        <pc:picChg chg="mod ord">
          <ac:chgData name="Anita Lykke Clemmensen" userId="2bfa0220-6de4-49af-a894-a5dcfbef3421" providerId="ADAL" clId="{18656543-4361-4B5F-BDA3-1579EFDCDAD6}" dt="2019-09-09T03:43:34.581" v="968" actId="14100"/>
          <ac:picMkLst>
            <pc:docMk/>
            <pc:sldMk cId="1435028339" sldId="601"/>
            <ac:picMk id="21507" creationId="{00000000-0000-0000-0000-000000000000}"/>
          </ac:picMkLst>
        </pc:picChg>
      </pc:sldChg>
      <pc:sldChg chg="addSp delSp modSp add mod modClrScheme chgLayout">
        <pc:chgData name="Anita Lykke Clemmensen" userId="2bfa0220-6de4-49af-a894-a5dcfbef3421" providerId="ADAL" clId="{18656543-4361-4B5F-BDA3-1579EFDCDAD6}" dt="2019-09-09T03:45:29.990" v="979" actId="14100"/>
        <pc:sldMkLst>
          <pc:docMk/>
          <pc:sldMk cId="663074824" sldId="602"/>
        </pc:sldMkLst>
        <pc:spChg chg="mod ord">
          <ac:chgData name="Anita Lykke Clemmensen" userId="2bfa0220-6de4-49af-a894-a5dcfbef3421" providerId="ADAL" clId="{18656543-4361-4B5F-BDA3-1579EFDCDAD6}" dt="2019-09-09T03:41:22.173" v="926" actId="700"/>
          <ac:spMkLst>
            <pc:docMk/>
            <pc:sldMk cId="663074824" sldId="602"/>
            <ac:spMk id="2" creationId="{00000000-0000-0000-0000-000000000000}"/>
          </ac:spMkLst>
        </pc:spChg>
        <pc:spChg chg="add del mod ord">
          <ac:chgData name="Anita Lykke Clemmensen" userId="2bfa0220-6de4-49af-a894-a5dcfbef3421" providerId="ADAL" clId="{18656543-4361-4B5F-BDA3-1579EFDCDAD6}" dt="2019-09-09T03:45:21.197" v="976" actId="478"/>
          <ac:spMkLst>
            <pc:docMk/>
            <pc:sldMk cId="663074824" sldId="602"/>
            <ac:spMk id="3" creationId="{04B37134-34F0-42BE-94D4-B0828E49729B}"/>
          </ac:spMkLst>
        </pc:spChg>
        <pc:spChg chg="mod ord">
          <ac:chgData name="Anita Lykke Clemmensen" userId="2bfa0220-6de4-49af-a894-a5dcfbef3421" providerId="ADAL" clId="{18656543-4361-4B5F-BDA3-1579EFDCDAD6}" dt="2019-09-09T03:41:22.173" v="926" actId="700"/>
          <ac:spMkLst>
            <pc:docMk/>
            <pc:sldMk cId="663074824" sldId="602"/>
            <ac:spMk id="19458" creationId="{00000000-0000-0000-0000-000000000000}"/>
          </ac:spMkLst>
        </pc:spChg>
        <pc:graphicFrameChg chg="mod">
          <ac:chgData name="Anita Lykke Clemmensen" userId="2bfa0220-6de4-49af-a894-a5dcfbef3421" providerId="ADAL" clId="{18656543-4361-4B5F-BDA3-1579EFDCDAD6}" dt="2019-09-09T03:45:29.990" v="979" actId="14100"/>
          <ac:graphicFrameMkLst>
            <pc:docMk/>
            <pc:sldMk cId="663074824" sldId="602"/>
            <ac:graphicFrameMk id="7" creationId="{00000000-0000-0000-0000-000000000000}"/>
          </ac:graphicFrameMkLst>
        </pc:graphicFrameChg>
      </pc:sldChg>
      <pc:sldChg chg="addSp delSp modSp add mod modClrScheme chgLayout">
        <pc:chgData name="Anita Lykke Clemmensen" userId="2bfa0220-6de4-49af-a894-a5dcfbef3421" providerId="ADAL" clId="{18656543-4361-4B5F-BDA3-1579EFDCDAD6}" dt="2019-09-09T05:50:51.667" v="2115" actId="1076"/>
        <pc:sldMkLst>
          <pc:docMk/>
          <pc:sldMk cId="582400211" sldId="603"/>
        </pc:sldMkLst>
        <pc:spChg chg="mod ord">
          <ac:chgData name="Anita Lykke Clemmensen" userId="2bfa0220-6de4-49af-a894-a5dcfbef3421" providerId="ADAL" clId="{18656543-4361-4B5F-BDA3-1579EFDCDAD6}" dt="2019-09-09T03:53:22.565" v="1016" actId="700"/>
          <ac:spMkLst>
            <pc:docMk/>
            <pc:sldMk cId="582400211" sldId="603"/>
            <ac:spMk id="3" creationId="{00000000-0000-0000-0000-000000000000}"/>
          </ac:spMkLst>
        </pc:spChg>
        <pc:spChg chg="add mod ord">
          <ac:chgData name="Anita Lykke Clemmensen" userId="2bfa0220-6de4-49af-a894-a5dcfbef3421" providerId="ADAL" clId="{18656543-4361-4B5F-BDA3-1579EFDCDAD6}" dt="2019-09-09T03:53:22.565" v="1016" actId="700"/>
          <ac:spMkLst>
            <pc:docMk/>
            <pc:sldMk cId="582400211" sldId="603"/>
            <ac:spMk id="4" creationId="{6498BA96-8A56-438C-9A93-D34E2848460C}"/>
          </ac:spMkLst>
        </pc:spChg>
        <pc:spChg chg="add del mod">
          <ac:chgData name="Anita Lykke Clemmensen" userId="2bfa0220-6de4-49af-a894-a5dcfbef3421" providerId="ADAL" clId="{18656543-4361-4B5F-BDA3-1579EFDCDAD6}" dt="2019-09-09T03:55:43.524" v="1053" actId="478"/>
          <ac:spMkLst>
            <pc:docMk/>
            <pc:sldMk cId="582400211" sldId="603"/>
            <ac:spMk id="44" creationId="{D7B9187C-2EF7-426F-906B-5BFA9183A108}"/>
          </ac:spMkLst>
        </pc:spChg>
        <pc:spChg chg="del">
          <ac:chgData name="Anita Lykke Clemmensen" userId="2bfa0220-6de4-49af-a894-a5dcfbef3421" providerId="ADAL" clId="{18656543-4361-4B5F-BDA3-1579EFDCDAD6}" dt="2019-09-09T03:55:59.538" v="1059" actId="478"/>
          <ac:spMkLst>
            <pc:docMk/>
            <pc:sldMk cId="582400211" sldId="603"/>
            <ac:spMk id="10243" creationId="{00000000-0000-0000-0000-000000000000}"/>
          </ac:spMkLst>
        </pc:spChg>
        <pc:spChg chg="mod ord">
          <ac:chgData name="Anita Lykke Clemmensen" userId="2bfa0220-6de4-49af-a894-a5dcfbef3421" providerId="ADAL" clId="{18656543-4361-4B5F-BDA3-1579EFDCDAD6}" dt="2019-09-09T03:54:46.945" v="1044" actId="20577"/>
          <ac:spMkLst>
            <pc:docMk/>
            <pc:sldMk cId="582400211" sldId="603"/>
            <ac:spMk id="39938" creationId="{00000000-0000-0000-0000-000000000000}"/>
          </ac:spMkLst>
        </pc:spChg>
        <pc:spChg chg="mod">
          <ac:chgData name="Anita Lykke Clemmensen" userId="2bfa0220-6de4-49af-a894-a5dcfbef3421" providerId="ADAL" clId="{18656543-4361-4B5F-BDA3-1579EFDCDAD6}" dt="2019-09-09T05:50:51.667" v="2115" actId="1076"/>
          <ac:spMkLst>
            <pc:docMk/>
            <pc:sldMk cId="582400211" sldId="603"/>
            <ac:spMk id="39944" creationId="{00000000-0000-0000-0000-000000000000}"/>
          </ac:spMkLst>
        </pc:spChg>
        <pc:spChg chg="mod">
          <ac:chgData name="Anita Lykke Clemmensen" userId="2bfa0220-6de4-49af-a894-a5dcfbef3421" providerId="ADAL" clId="{18656543-4361-4B5F-BDA3-1579EFDCDAD6}" dt="2019-09-09T05:50:17.826" v="2109" actId="1076"/>
          <ac:spMkLst>
            <pc:docMk/>
            <pc:sldMk cId="582400211" sldId="603"/>
            <ac:spMk id="39967" creationId="{00000000-0000-0000-0000-000000000000}"/>
          </ac:spMkLst>
        </pc:spChg>
        <pc:spChg chg="mod">
          <ac:chgData name="Anita Lykke Clemmensen" userId="2bfa0220-6de4-49af-a894-a5dcfbef3421" providerId="ADAL" clId="{18656543-4361-4B5F-BDA3-1579EFDCDAD6}" dt="2019-09-09T05:49:51.559" v="2106" actId="14100"/>
          <ac:spMkLst>
            <pc:docMk/>
            <pc:sldMk cId="582400211" sldId="603"/>
            <ac:spMk id="39969" creationId="{00000000-0000-0000-0000-000000000000}"/>
          </ac:spMkLst>
        </pc:spChg>
        <pc:spChg chg="mod">
          <ac:chgData name="Anita Lykke Clemmensen" userId="2bfa0220-6de4-49af-a894-a5dcfbef3421" providerId="ADAL" clId="{18656543-4361-4B5F-BDA3-1579EFDCDAD6}" dt="2019-09-09T05:49:56.486" v="2107" actId="14100"/>
          <ac:spMkLst>
            <pc:docMk/>
            <pc:sldMk cId="582400211" sldId="603"/>
            <ac:spMk id="39971" creationId="{00000000-0000-0000-0000-000000000000}"/>
          </ac:spMkLst>
        </pc:spChg>
        <pc:grpChg chg="mod">
          <ac:chgData name="Anita Lykke Clemmensen" userId="2bfa0220-6de4-49af-a894-a5dcfbef3421" providerId="ADAL" clId="{18656543-4361-4B5F-BDA3-1579EFDCDAD6}" dt="2019-09-09T03:55:30.237" v="1050" actId="14100"/>
          <ac:grpSpMkLst>
            <pc:docMk/>
            <pc:sldMk cId="582400211" sldId="603"/>
            <ac:grpSpMk id="2" creationId="{00000000-0000-0000-0000-000000000000}"/>
          </ac:grpSpMkLst>
        </pc:grpChg>
        <pc:cxnChg chg="mod">
          <ac:chgData name="Anita Lykke Clemmensen" userId="2bfa0220-6de4-49af-a894-a5dcfbef3421" providerId="ADAL" clId="{18656543-4361-4B5F-BDA3-1579EFDCDAD6}" dt="2019-09-09T03:55:30.237" v="1050" actId="14100"/>
          <ac:cxnSpMkLst>
            <pc:docMk/>
            <pc:sldMk cId="582400211" sldId="603"/>
            <ac:cxnSpMk id="39" creationId="{00000000-0000-0000-0000-000000000000}"/>
          </ac:cxnSpMkLst>
        </pc:cxnChg>
        <pc:cxnChg chg="mod">
          <ac:chgData name="Anita Lykke Clemmensen" userId="2bfa0220-6de4-49af-a894-a5dcfbef3421" providerId="ADAL" clId="{18656543-4361-4B5F-BDA3-1579EFDCDAD6}" dt="2019-09-09T03:55:53.184" v="1058" actId="14100"/>
          <ac:cxnSpMkLst>
            <pc:docMk/>
            <pc:sldMk cId="582400211" sldId="603"/>
            <ac:cxnSpMk id="42" creationId="{00000000-0000-0000-0000-000000000000}"/>
          </ac:cxnSpMkLst>
        </pc:cxnChg>
        <pc:cxnChg chg="add del mod">
          <ac:chgData name="Anita Lykke Clemmensen" userId="2bfa0220-6de4-49af-a894-a5dcfbef3421" providerId="ADAL" clId="{18656543-4361-4B5F-BDA3-1579EFDCDAD6}" dt="2019-09-09T03:55:43.524" v="1053" actId="478"/>
          <ac:cxnSpMkLst>
            <pc:docMk/>
            <pc:sldMk cId="582400211" sldId="603"/>
            <ac:cxnSpMk id="43" creationId="{26902717-2403-4AA5-8AA8-E82332E8314D}"/>
          </ac:cxnSpMkLst>
        </pc:cxnChg>
        <pc:cxnChg chg="mod">
          <ac:chgData name="Anita Lykke Clemmensen" userId="2bfa0220-6de4-49af-a894-a5dcfbef3421" providerId="ADAL" clId="{18656543-4361-4B5F-BDA3-1579EFDCDAD6}" dt="2019-09-09T05:49:43.341" v="2105" actId="1076"/>
          <ac:cxnSpMkLst>
            <pc:docMk/>
            <pc:sldMk cId="582400211" sldId="603"/>
            <ac:cxnSpMk id="49" creationId="{00000000-0000-0000-0000-000000000000}"/>
          </ac:cxnSpMkLst>
        </pc:cxnChg>
      </pc:sldChg>
      <pc:sldChg chg="delSp modSp add mod modClrScheme chgLayout">
        <pc:chgData name="Anita Lykke Clemmensen" userId="2bfa0220-6de4-49af-a894-a5dcfbef3421" providerId="ADAL" clId="{18656543-4361-4B5F-BDA3-1579EFDCDAD6}" dt="2019-09-09T03:48:00.501" v="992" actId="20577"/>
        <pc:sldMkLst>
          <pc:docMk/>
          <pc:sldMk cId="3013038030" sldId="604"/>
        </pc:sldMkLst>
        <pc:spChg chg="mod ord">
          <ac:chgData name="Anita Lykke Clemmensen" userId="2bfa0220-6de4-49af-a894-a5dcfbef3421" providerId="ADAL" clId="{18656543-4361-4B5F-BDA3-1579EFDCDAD6}" dt="2019-09-09T03:41:22.173" v="926" actId="700"/>
          <ac:spMkLst>
            <pc:docMk/>
            <pc:sldMk cId="3013038030" sldId="604"/>
            <ac:spMk id="2" creationId="{8CF08A62-825F-487E-97D7-6AAEF766E22B}"/>
          </ac:spMkLst>
        </pc:spChg>
        <pc:spChg chg="mod ord">
          <ac:chgData name="Anita Lykke Clemmensen" userId="2bfa0220-6de4-49af-a894-a5dcfbef3421" providerId="ADAL" clId="{18656543-4361-4B5F-BDA3-1579EFDCDAD6}" dt="2019-09-09T03:48:00.501" v="992" actId="20577"/>
          <ac:spMkLst>
            <pc:docMk/>
            <pc:sldMk cId="3013038030" sldId="604"/>
            <ac:spMk id="3" creationId="{1C367C96-598C-48AF-ABFB-4DDC78F3471E}"/>
          </ac:spMkLst>
        </pc:spChg>
        <pc:spChg chg="del">
          <ac:chgData name="Anita Lykke Clemmensen" userId="2bfa0220-6de4-49af-a894-a5dcfbef3421" providerId="ADAL" clId="{18656543-4361-4B5F-BDA3-1579EFDCDAD6}" dt="2019-09-09T03:41:22.173" v="926" actId="700"/>
          <ac:spMkLst>
            <pc:docMk/>
            <pc:sldMk cId="3013038030" sldId="604"/>
            <ac:spMk id="4" creationId="{F35940E6-91FF-4E41-BC11-F2043916AECC}"/>
          </ac:spMkLst>
        </pc:spChg>
      </pc:sldChg>
      <pc:sldChg chg="modSp add del">
        <pc:chgData name="Anita Lykke Clemmensen" userId="2bfa0220-6de4-49af-a894-a5dcfbef3421" providerId="ADAL" clId="{18656543-4361-4B5F-BDA3-1579EFDCDAD6}" dt="2019-09-09T03:49:24.847" v="1002"/>
        <pc:sldMkLst>
          <pc:docMk/>
          <pc:sldMk cId="3272742936" sldId="605"/>
        </pc:sldMkLst>
        <pc:spChg chg="mod">
          <ac:chgData name="Anita Lykke Clemmensen" userId="2bfa0220-6de4-49af-a894-a5dcfbef3421" providerId="ADAL" clId="{18656543-4361-4B5F-BDA3-1579EFDCDAD6}" dt="2019-09-09T03:49:24.847" v="1002"/>
          <ac:spMkLst>
            <pc:docMk/>
            <pc:sldMk cId="3272742936" sldId="605"/>
            <ac:spMk id="16386" creationId="{00000000-0000-0000-0000-000000000000}"/>
          </ac:spMkLst>
        </pc:spChg>
      </pc:sldChg>
      <pc:sldChg chg="delSp modSp add mod modClrScheme chgLayout">
        <pc:chgData name="Anita Lykke Clemmensen" userId="2bfa0220-6de4-49af-a894-a5dcfbef3421" providerId="ADAL" clId="{18656543-4361-4B5F-BDA3-1579EFDCDAD6}" dt="2019-09-09T04:09:58.139" v="1797" actId="313"/>
        <pc:sldMkLst>
          <pc:docMk/>
          <pc:sldMk cId="3492230540" sldId="605"/>
        </pc:sldMkLst>
        <pc:spChg chg="mod ord">
          <ac:chgData name="Anita Lykke Clemmensen" userId="2bfa0220-6de4-49af-a894-a5dcfbef3421" providerId="ADAL" clId="{18656543-4361-4B5F-BDA3-1579EFDCDAD6}" dt="2019-09-09T03:53:22.565" v="1016" actId="700"/>
          <ac:spMkLst>
            <pc:docMk/>
            <pc:sldMk cId="3492230540" sldId="605"/>
            <ac:spMk id="2" creationId="{00000000-0000-0000-0000-000000000000}"/>
          </ac:spMkLst>
        </pc:spChg>
        <pc:spChg chg="mod ord">
          <ac:chgData name="Anita Lykke Clemmensen" userId="2bfa0220-6de4-49af-a894-a5dcfbef3421" providerId="ADAL" clId="{18656543-4361-4B5F-BDA3-1579EFDCDAD6}" dt="2019-09-09T04:09:58.139" v="1797" actId="313"/>
          <ac:spMkLst>
            <pc:docMk/>
            <pc:sldMk cId="3492230540" sldId="605"/>
            <ac:spMk id="3" creationId="{00000000-0000-0000-0000-000000000000}"/>
          </ac:spMkLst>
        </pc:spChg>
        <pc:spChg chg="del">
          <ac:chgData name="Anita Lykke Clemmensen" userId="2bfa0220-6de4-49af-a894-a5dcfbef3421" providerId="ADAL" clId="{18656543-4361-4B5F-BDA3-1579EFDCDAD6}" dt="2019-09-09T03:53:22.565" v="1016" actId="700"/>
          <ac:spMkLst>
            <pc:docMk/>
            <pc:sldMk cId="3492230540" sldId="605"/>
            <ac:spMk id="4" creationId="{00000000-0000-0000-0000-000000000000}"/>
          </ac:spMkLst>
        </pc:spChg>
      </pc:sldChg>
      <pc:sldChg chg="delSp modSp new">
        <pc:chgData name="Anita Lykke Clemmensen" userId="2bfa0220-6de4-49af-a894-a5dcfbef3421" providerId="ADAL" clId="{18656543-4361-4B5F-BDA3-1579EFDCDAD6}" dt="2019-09-09T04:41:52.737" v="2078" actId="478"/>
        <pc:sldMkLst>
          <pc:docMk/>
          <pc:sldMk cId="1113365508" sldId="606"/>
        </pc:sldMkLst>
        <pc:spChg chg="mod">
          <ac:chgData name="Anita Lykke Clemmensen" userId="2bfa0220-6de4-49af-a894-a5dcfbef3421" providerId="ADAL" clId="{18656543-4361-4B5F-BDA3-1579EFDCDAD6}" dt="2019-09-09T04:41:48.224" v="2077" actId="20577"/>
          <ac:spMkLst>
            <pc:docMk/>
            <pc:sldMk cId="1113365508" sldId="606"/>
            <ac:spMk id="2" creationId="{2D6A6E14-FDAD-4A81-826A-C60DCCA45879}"/>
          </ac:spMkLst>
        </pc:spChg>
        <pc:spChg chg="del">
          <ac:chgData name="Anita Lykke Clemmensen" userId="2bfa0220-6de4-49af-a894-a5dcfbef3421" providerId="ADAL" clId="{18656543-4361-4B5F-BDA3-1579EFDCDAD6}" dt="2019-09-09T04:41:52.737" v="2078" actId="478"/>
          <ac:spMkLst>
            <pc:docMk/>
            <pc:sldMk cId="1113365508" sldId="606"/>
            <ac:spMk id="3" creationId="{A23716B7-261A-4989-92C3-3BC790FDE67E}"/>
          </ac:spMkLst>
        </pc:spChg>
      </pc:sldChg>
      <pc:sldChg chg="add del">
        <pc:chgData name="Anita Lykke Clemmensen" userId="2bfa0220-6de4-49af-a894-a5dcfbef3421" providerId="ADAL" clId="{18656543-4361-4B5F-BDA3-1579EFDCDAD6}" dt="2019-09-09T03:49:24.847" v="1002"/>
        <pc:sldMkLst>
          <pc:docMk/>
          <pc:sldMk cId="1888945829" sldId="606"/>
        </pc:sldMkLst>
      </pc:sldChg>
      <pc:sldChg chg="modSp add del">
        <pc:chgData name="Anita Lykke Clemmensen" userId="2bfa0220-6de4-49af-a894-a5dcfbef3421" providerId="ADAL" clId="{18656543-4361-4B5F-BDA3-1579EFDCDAD6}" dt="2019-09-09T03:49:24.847" v="1002"/>
        <pc:sldMkLst>
          <pc:docMk/>
          <pc:sldMk cId="733934842" sldId="607"/>
        </pc:sldMkLst>
        <pc:spChg chg="mod">
          <ac:chgData name="Anita Lykke Clemmensen" userId="2bfa0220-6de4-49af-a894-a5dcfbef3421" providerId="ADAL" clId="{18656543-4361-4B5F-BDA3-1579EFDCDAD6}" dt="2019-09-09T03:49:24.847" v="1002"/>
          <ac:spMkLst>
            <pc:docMk/>
            <pc:sldMk cId="733934842" sldId="607"/>
            <ac:spMk id="3" creationId="{1C367C96-598C-48AF-ABFB-4DDC78F3471E}"/>
          </ac:spMkLst>
        </pc:spChg>
      </pc:sldChg>
      <pc:sldChg chg="modSp add">
        <pc:chgData name="Anita Lykke Clemmensen" userId="2bfa0220-6de4-49af-a894-a5dcfbef3421" providerId="ADAL" clId="{18656543-4361-4B5F-BDA3-1579EFDCDAD6}" dt="2019-09-09T05:54:08.326" v="2179" actId="20577"/>
        <pc:sldMkLst>
          <pc:docMk/>
          <pc:sldMk cId="3661197656" sldId="607"/>
        </pc:sldMkLst>
        <pc:spChg chg="mod">
          <ac:chgData name="Anita Lykke Clemmensen" userId="2bfa0220-6de4-49af-a894-a5dcfbef3421" providerId="ADAL" clId="{18656543-4361-4B5F-BDA3-1579EFDCDAD6}" dt="2019-09-09T05:54:08.326" v="2179" actId="20577"/>
          <ac:spMkLst>
            <pc:docMk/>
            <pc:sldMk cId="3661197656" sldId="607"/>
            <ac:spMk id="3" creationId="{F52F1A78-68F2-4ADB-AFCB-313A76D4E6BC}"/>
          </ac:spMkLst>
        </pc:spChg>
      </pc:sldChg>
      <pc:sldChg chg="modSp add">
        <pc:chgData name="Anita Lykke Clemmensen" userId="2bfa0220-6de4-49af-a894-a5dcfbef3421" providerId="ADAL" clId="{18656543-4361-4B5F-BDA3-1579EFDCDAD6}" dt="2019-09-09T05:54:49.192" v="2188" actId="20577"/>
        <pc:sldMkLst>
          <pc:docMk/>
          <pc:sldMk cId="1490078814" sldId="608"/>
        </pc:sldMkLst>
        <pc:spChg chg="mod">
          <ac:chgData name="Anita Lykke Clemmensen" userId="2bfa0220-6de4-49af-a894-a5dcfbef3421" providerId="ADAL" clId="{18656543-4361-4B5F-BDA3-1579EFDCDAD6}" dt="2019-09-09T05:54:49.192" v="2188" actId="20577"/>
          <ac:spMkLst>
            <pc:docMk/>
            <pc:sldMk cId="1490078814" sldId="608"/>
            <ac:spMk id="3" creationId="{F52F1A78-68F2-4ADB-AFCB-313A76D4E6BC}"/>
          </ac:spMkLst>
        </pc:spChg>
      </pc:sldChg>
    </pc:docChg>
  </pc:docChgLst>
  <pc:docChgLst>
    <pc:chgData name="Bodil Nørgaard" userId="2558ed56-3eb1-4768-b591-d86224f5464c" providerId="ADAL" clId="{2EB7B49A-BB57-4AA0-9BE9-52F42168125A}"/>
    <pc:docChg chg="undo custSel addSld delSld modSld">
      <pc:chgData name="Bodil Nørgaard" userId="2558ed56-3eb1-4768-b591-d86224f5464c" providerId="ADAL" clId="{2EB7B49A-BB57-4AA0-9BE9-52F42168125A}" dt="2021-02-08T11:17:21.838" v="558" actId="47"/>
      <pc:docMkLst>
        <pc:docMk/>
      </pc:docMkLst>
      <pc:sldChg chg="del">
        <pc:chgData name="Bodil Nørgaard" userId="2558ed56-3eb1-4768-b591-d86224f5464c" providerId="ADAL" clId="{2EB7B49A-BB57-4AA0-9BE9-52F42168125A}" dt="2021-02-08T08:16:03.054" v="40" actId="2696"/>
        <pc:sldMkLst>
          <pc:docMk/>
          <pc:sldMk cId="2067271573" sldId="267"/>
        </pc:sldMkLst>
      </pc:sldChg>
      <pc:sldChg chg="addSp delSp modSp">
        <pc:chgData name="Bodil Nørgaard" userId="2558ed56-3eb1-4768-b591-d86224f5464c" providerId="ADAL" clId="{2EB7B49A-BB57-4AA0-9BE9-52F42168125A}" dt="2021-02-08T08:19:24.082" v="42"/>
        <pc:sldMkLst>
          <pc:docMk/>
          <pc:sldMk cId="506919104" sldId="268"/>
        </pc:sldMkLst>
        <pc:picChg chg="add del mod">
          <ac:chgData name="Bodil Nørgaard" userId="2558ed56-3eb1-4768-b591-d86224f5464c" providerId="ADAL" clId="{2EB7B49A-BB57-4AA0-9BE9-52F42168125A}" dt="2021-02-08T08:19:24.082" v="42"/>
          <ac:picMkLst>
            <pc:docMk/>
            <pc:sldMk cId="506919104" sldId="268"/>
            <ac:picMk id="6" creationId="{BA958D4C-8D89-406D-965A-D598674DFC65}"/>
          </ac:picMkLst>
        </pc:picChg>
      </pc:sldChg>
      <pc:sldChg chg="del">
        <pc:chgData name="Bodil Nørgaard" userId="2558ed56-3eb1-4768-b591-d86224f5464c" providerId="ADAL" clId="{2EB7B49A-BB57-4AA0-9BE9-52F42168125A}" dt="2021-02-08T10:22:43.084" v="537" actId="47"/>
        <pc:sldMkLst>
          <pc:docMk/>
          <pc:sldMk cId="4274081357" sldId="269"/>
        </pc:sldMkLst>
      </pc:sldChg>
      <pc:sldChg chg="del">
        <pc:chgData name="Bodil Nørgaard" userId="2558ed56-3eb1-4768-b591-d86224f5464c" providerId="ADAL" clId="{2EB7B49A-BB57-4AA0-9BE9-52F42168125A}" dt="2021-02-08T10:30:42.668" v="541" actId="47"/>
        <pc:sldMkLst>
          <pc:docMk/>
          <pc:sldMk cId="2330925903" sldId="271"/>
        </pc:sldMkLst>
      </pc:sldChg>
      <pc:sldChg chg="del">
        <pc:chgData name="Bodil Nørgaard" userId="2558ed56-3eb1-4768-b591-d86224f5464c" providerId="ADAL" clId="{2EB7B49A-BB57-4AA0-9BE9-52F42168125A}" dt="2021-02-08T10:30:49.927" v="542" actId="47"/>
        <pc:sldMkLst>
          <pc:docMk/>
          <pc:sldMk cId="1079494505" sldId="272"/>
        </pc:sldMkLst>
      </pc:sldChg>
      <pc:sldChg chg="del">
        <pc:chgData name="Bodil Nørgaard" userId="2558ed56-3eb1-4768-b591-d86224f5464c" providerId="ADAL" clId="{2EB7B49A-BB57-4AA0-9BE9-52F42168125A}" dt="2021-02-08T10:20:57.420" v="533" actId="47"/>
        <pc:sldMkLst>
          <pc:docMk/>
          <pc:sldMk cId="3643795053" sldId="273"/>
        </pc:sldMkLst>
      </pc:sldChg>
      <pc:sldChg chg="del">
        <pc:chgData name="Bodil Nørgaard" userId="2558ed56-3eb1-4768-b591-d86224f5464c" providerId="ADAL" clId="{2EB7B49A-BB57-4AA0-9BE9-52F42168125A}" dt="2021-02-08T10:21:32.166" v="535" actId="47"/>
        <pc:sldMkLst>
          <pc:docMk/>
          <pc:sldMk cId="1722691472" sldId="274"/>
        </pc:sldMkLst>
      </pc:sldChg>
      <pc:sldChg chg="del">
        <pc:chgData name="Bodil Nørgaard" userId="2558ed56-3eb1-4768-b591-d86224f5464c" providerId="ADAL" clId="{2EB7B49A-BB57-4AA0-9BE9-52F42168125A}" dt="2021-02-08T10:32:10.632" v="545" actId="47"/>
        <pc:sldMkLst>
          <pc:docMk/>
          <pc:sldMk cId="3058193061" sldId="277"/>
        </pc:sldMkLst>
      </pc:sldChg>
      <pc:sldChg chg="del">
        <pc:chgData name="Bodil Nørgaard" userId="2558ed56-3eb1-4768-b591-d86224f5464c" providerId="ADAL" clId="{2EB7B49A-BB57-4AA0-9BE9-52F42168125A}" dt="2021-02-08T10:29:28.512" v="539" actId="47"/>
        <pc:sldMkLst>
          <pc:docMk/>
          <pc:sldMk cId="1974876667" sldId="278"/>
        </pc:sldMkLst>
      </pc:sldChg>
      <pc:sldChg chg="del">
        <pc:chgData name="Bodil Nørgaard" userId="2558ed56-3eb1-4768-b591-d86224f5464c" providerId="ADAL" clId="{2EB7B49A-BB57-4AA0-9BE9-52F42168125A}" dt="2021-02-08T11:17:21.838" v="558" actId="47"/>
        <pc:sldMkLst>
          <pc:docMk/>
          <pc:sldMk cId="3252836640" sldId="279"/>
        </pc:sldMkLst>
      </pc:sldChg>
      <pc:sldChg chg="del">
        <pc:chgData name="Bodil Nørgaard" userId="2558ed56-3eb1-4768-b591-d86224f5464c" providerId="ADAL" clId="{2EB7B49A-BB57-4AA0-9BE9-52F42168125A}" dt="2021-02-08T11:14:50.335" v="548" actId="47"/>
        <pc:sldMkLst>
          <pc:docMk/>
          <pc:sldMk cId="2916271122" sldId="281"/>
        </pc:sldMkLst>
      </pc:sldChg>
      <pc:sldChg chg="del">
        <pc:chgData name="Bodil Nørgaard" userId="2558ed56-3eb1-4768-b591-d86224f5464c" providerId="ADAL" clId="{2EB7B49A-BB57-4AA0-9BE9-52F42168125A}" dt="2021-02-08T11:15:06.165" v="550" actId="47"/>
        <pc:sldMkLst>
          <pc:docMk/>
          <pc:sldMk cId="2140899544" sldId="282"/>
        </pc:sldMkLst>
      </pc:sldChg>
      <pc:sldChg chg="del">
        <pc:chgData name="Bodil Nørgaard" userId="2558ed56-3eb1-4768-b591-d86224f5464c" providerId="ADAL" clId="{2EB7B49A-BB57-4AA0-9BE9-52F42168125A}" dt="2021-02-08T11:15:57.861" v="552" actId="47"/>
        <pc:sldMkLst>
          <pc:docMk/>
          <pc:sldMk cId="3659034929" sldId="283"/>
        </pc:sldMkLst>
      </pc:sldChg>
      <pc:sldChg chg="del">
        <pc:chgData name="Bodil Nørgaard" userId="2558ed56-3eb1-4768-b591-d86224f5464c" providerId="ADAL" clId="{2EB7B49A-BB57-4AA0-9BE9-52F42168125A}" dt="2021-02-08T11:16:27.708" v="555" actId="47"/>
        <pc:sldMkLst>
          <pc:docMk/>
          <pc:sldMk cId="698275233" sldId="284"/>
        </pc:sldMkLst>
      </pc:sldChg>
      <pc:sldChg chg="del">
        <pc:chgData name="Bodil Nørgaard" userId="2558ed56-3eb1-4768-b591-d86224f5464c" providerId="ADAL" clId="{2EB7B49A-BB57-4AA0-9BE9-52F42168125A}" dt="2021-02-08T11:16:52.177" v="556" actId="47"/>
        <pc:sldMkLst>
          <pc:docMk/>
          <pc:sldMk cId="1562399367" sldId="285"/>
        </pc:sldMkLst>
      </pc:sldChg>
      <pc:sldChg chg="add mod modShow">
        <pc:chgData name="Bodil Nørgaard" userId="2558ed56-3eb1-4768-b591-d86224f5464c" providerId="ADAL" clId="{2EB7B49A-BB57-4AA0-9BE9-52F42168125A}" dt="2021-02-08T08:20:04.591" v="44" actId="729"/>
        <pc:sldMkLst>
          <pc:docMk/>
          <pc:sldMk cId="1323722445" sldId="293"/>
        </pc:sldMkLst>
      </pc:sldChg>
      <pc:sldChg chg="addSp modSp mod modAnim">
        <pc:chgData name="Bodil Nørgaard" userId="2558ed56-3eb1-4768-b591-d86224f5464c" providerId="ADAL" clId="{2EB7B49A-BB57-4AA0-9BE9-52F42168125A}" dt="2021-02-08T08:03:45.281" v="37" actId="1076"/>
        <pc:sldMkLst>
          <pc:docMk/>
          <pc:sldMk cId="1247977643" sldId="354"/>
        </pc:sldMkLst>
        <pc:spChg chg="mod">
          <ac:chgData name="Bodil Nørgaard" userId="2558ed56-3eb1-4768-b591-d86224f5464c" providerId="ADAL" clId="{2EB7B49A-BB57-4AA0-9BE9-52F42168125A}" dt="2021-02-08T07:53:58.872" v="1" actId="5793"/>
          <ac:spMkLst>
            <pc:docMk/>
            <pc:sldMk cId="1247977643" sldId="354"/>
            <ac:spMk id="4" creationId="{5668F83A-2515-4F85-ABC5-434E9481E182}"/>
          </ac:spMkLst>
        </pc:spChg>
        <pc:spChg chg="mod">
          <ac:chgData name="Bodil Nørgaard" userId="2558ed56-3eb1-4768-b591-d86224f5464c" providerId="ADAL" clId="{2EB7B49A-BB57-4AA0-9BE9-52F42168125A}" dt="2021-02-08T08:01:48.927" v="19" actId="1076"/>
          <ac:spMkLst>
            <pc:docMk/>
            <pc:sldMk cId="1247977643" sldId="354"/>
            <ac:spMk id="5" creationId="{F7C42FFB-099D-48A2-A147-EFE3232F58C4}"/>
          </ac:spMkLst>
        </pc:spChg>
        <pc:picChg chg="add mod">
          <ac:chgData name="Bodil Nørgaard" userId="2558ed56-3eb1-4768-b591-d86224f5464c" providerId="ADAL" clId="{2EB7B49A-BB57-4AA0-9BE9-52F42168125A}" dt="2021-02-08T08:00:55.845" v="7" actId="1076"/>
          <ac:picMkLst>
            <pc:docMk/>
            <pc:sldMk cId="1247977643" sldId="354"/>
            <ac:picMk id="7" creationId="{5261A63F-F715-4CA5-B56B-847645EE2397}"/>
          </ac:picMkLst>
        </pc:picChg>
        <pc:picChg chg="add mod">
          <ac:chgData name="Bodil Nørgaard" userId="2558ed56-3eb1-4768-b591-d86224f5464c" providerId="ADAL" clId="{2EB7B49A-BB57-4AA0-9BE9-52F42168125A}" dt="2021-02-08T08:02:38.454" v="20" actId="1076"/>
          <ac:picMkLst>
            <pc:docMk/>
            <pc:sldMk cId="1247977643" sldId="354"/>
            <ac:picMk id="9" creationId="{A5AF040D-927A-419B-A7DD-AEF8418D4D94}"/>
          </ac:picMkLst>
        </pc:picChg>
        <pc:picChg chg="add mod">
          <ac:chgData name="Bodil Nørgaard" userId="2558ed56-3eb1-4768-b591-d86224f5464c" providerId="ADAL" clId="{2EB7B49A-BB57-4AA0-9BE9-52F42168125A}" dt="2021-02-08T08:02:42.586" v="21" actId="1076"/>
          <ac:picMkLst>
            <pc:docMk/>
            <pc:sldMk cId="1247977643" sldId="354"/>
            <ac:picMk id="11" creationId="{ED3F95CD-FFA8-4D86-8AC6-701F88B05493}"/>
          </ac:picMkLst>
        </pc:picChg>
        <pc:picChg chg="add mod">
          <ac:chgData name="Bodil Nørgaard" userId="2558ed56-3eb1-4768-b591-d86224f5464c" providerId="ADAL" clId="{2EB7B49A-BB57-4AA0-9BE9-52F42168125A}" dt="2021-02-08T08:02:56.417" v="25" actId="1076"/>
          <ac:picMkLst>
            <pc:docMk/>
            <pc:sldMk cId="1247977643" sldId="354"/>
            <ac:picMk id="13" creationId="{0EF96A11-C59D-411C-A453-27109247A732}"/>
          </ac:picMkLst>
        </pc:picChg>
        <pc:picChg chg="add mod">
          <ac:chgData name="Bodil Nørgaard" userId="2558ed56-3eb1-4768-b591-d86224f5464c" providerId="ADAL" clId="{2EB7B49A-BB57-4AA0-9BE9-52F42168125A}" dt="2021-02-08T08:03:45.281" v="37" actId="1076"/>
          <ac:picMkLst>
            <pc:docMk/>
            <pc:sldMk cId="1247977643" sldId="354"/>
            <ac:picMk id="14" creationId="{97293F0D-9DDF-4FA4-AAAD-FFFF8E2A684E}"/>
          </ac:picMkLst>
        </pc:picChg>
      </pc:sldChg>
      <pc:sldChg chg="del">
        <pc:chgData name="Bodil Nørgaard" userId="2558ed56-3eb1-4768-b591-d86224f5464c" providerId="ADAL" clId="{2EB7B49A-BB57-4AA0-9BE9-52F42168125A}" dt="2021-02-08T08:00:49.936" v="6" actId="47"/>
        <pc:sldMkLst>
          <pc:docMk/>
          <pc:sldMk cId="1700309848" sldId="355"/>
        </pc:sldMkLst>
      </pc:sldChg>
      <pc:sldChg chg="delSp modSp del mod">
        <pc:chgData name="Bodil Nørgaard" userId="2558ed56-3eb1-4768-b591-d86224f5464c" providerId="ADAL" clId="{2EB7B49A-BB57-4AA0-9BE9-52F42168125A}" dt="2021-02-08T08:04:25.498" v="38" actId="47"/>
        <pc:sldMkLst>
          <pc:docMk/>
          <pc:sldMk cId="1649725946" sldId="356"/>
        </pc:sldMkLst>
        <pc:spChg chg="mod">
          <ac:chgData name="Bodil Nørgaard" userId="2558ed56-3eb1-4768-b591-d86224f5464c" providerId="ADAL" clId="{2EB7B49A-BB57-4AA0-9BE9-52F42168125A}" dt="2021-02-08T08:03:21.609" v="27" actId="21"/>
          <ac:spMkLst>
            <pc:docMk/>
            <pc:sldMk cId="1649725946" sldId="356"/>
            <ac:spMk id="4" creationId="{E7CB47A1-857E-467E-961A-C7C0E35B9F53}"/>
          </ac:spMkLst>
        </pc:spChg>
        <pc:picChg chg="del">
          <ac:chgData name="Bodil Nørgaard" userId="2558ed56-3eb1-4768-b591-d86224f5464c" providerId="ADAL" clId="{2EB7B49A-BB57-4AA0-9BE9-52F42168125A}" dt="2021-02-08T08:03:33.534" v="33" actId="21"/>
          <ac:picMkLst>
            <pc:docMk/>
            <pc:sldMk cId="1649725946" sldId="356"/>
            <ac:picMk id="6" creationId="{1F662A6D-69E5-4DA3-A076-595C3B95401B}"/>
          </ac:picMkLst>
        </pc:picChg>
      </pc:sldChg>
      <pc:sldChg chg="modSp mod">
        <pc:chgData name="Bodil Nørgaard" userId="2558ed56-3eb1-4768-b591-d86224f5464c" providerId="ADAL" clId="{2EB7B49A-BB57-4AA0-9BE9-52F42168125A}" dt="2021-02-08T10:19:18.408" v="531" actId="20577"/>
        <pc:sldMkLst>
          <pc:docMk/>
          <pc:sldMk cId="1437959381" sldId="359"/>
        </pc:sldMkLst>
        <pc:spChg chg="mod">
          <ac:chgData name="Bodil Nørgaard" userId="2558ed56-3eb1-4768-b591-d86224f5464c" providerId="ADAL" clId="{2EB7B49A-BB57-4AA0-9BE9-52F42168125A}" dt="2021-02-08T10:19:18.408" v="531" actId="20577"/>
          <ac:spMkLst>
            <pc:docMk/>
            <pc:sldMk cId="1437959381" sldId="359"/>
            <ac:spMk id="2" creationId="{77576DAE-FE85-4DA8-A185-1CCB3719817A}"/>
          </ac:spMkLst>
        </pc:spChg>
        <pc:spChg chg="mod">
          <ac:chgData name="Bodil Nørgaard" userId="2558ed56-3eb1-4768-b591-d86224f5464c" providerId="ADAL" clId="{2EB7B49A-BB57-4AA0-9BE9-52F42168125A}" dt="2021-02-08T10:19:14.736" v="522" actId="20577"/>
          <ac:spMkLst>
            <pc:docMk/>
            <pc:sldMk cId="1437959381" sldId="359"/>
            <ac:spMk id="3" creationId="{F52F1A78-68F2-4ADB-AFCB-313A76D4E6BC}"/>
          </ac:spMkLst>
        </pc:spChg>
      </pc:sldChg>
      <pc:sldChg chg="del">
        <pc:chgData name="Bodil Nørgaard" userId="2558ed56-3eb1-4768-b591-d86224f5464c" providerId="ADAL" clId="{2EB7B49A-BB57-4AA0-9BE9-52F42168125A}" dt="2021-02-08T08:12:07.900" v="39" actId="47"/>
        <pc:sldMkLst>
          <pc:docMk/>
          <pc:sldMk cId="44722582" sldId="360"/>
        </pc:sldMkLst>
      </pc:sldChg>
      <pc:sldChg chg="modSp mod">
        <pc:chgData name="Bodil Nørgaard" userId="2558ed56-3eb1-4768-b591-d86224f5464c" providerId="ADAL" clId="{2EB7B49A-BB57-4AA0-9BE9-52F42168125A}" dt="2021-02-08T08:03:25.965" v="32" actId="27636"/>
        <pc:sldMkLst>
          <pc:docMk/>
          <pc:sldMk cId="1234216682" sldId="562"/>
        </pc:sldMkLst>
        <pc:spChg chg="mod">
          <ac:chgData name="Bodil Nørgaard" userId="2558ed56-3eb1-4768-b591-d86224f5464c" providerId="ADAL" clId="{2EB7B49A-BB57-4AA0-9BE9-52F42168125A}" dt="2021-02-08T08:03:25.965" v="32" actId="27636"/>
          <ac:spMkLst>
            <pc:docMk/>
            <pc:sldMk cId="1234216682" sldId="562"/>
            <ac:spMk id="3" creationId="{00000000-0000-0000-0000-000000000000}"/>
          </ac:spMkLst>
        </pc:spChg>
      </pc:sldChg>
      <pc:sldChg chg="add">
        <pc:chgData name="Bodil Nørgaard" userId="2558ed56-3eb1-4768-b591-d86224f5464c" providerId="ADAL" clId="{2EB7B49A-BB57-4AA0-9BE9-52F42168125A}" dt="2021-02-08T10:29:01.251" v="538"/>
        <pc:sldMkLst>
          <pc:docMk/>
          <pc:sldMk cId="1072280012" sldId="566"/>
        </pc:sldMkLst>
      </pc:sldChg>
      <pc:sldChg chg="add">
        <pc:chgData name="Bodil Nørgaard" userId="2558ed56-3eb1-4768-b591-d86224f5464c" providerId="ADAL" clId="{2EB7B49A-BB57-4AA0-9BE9-52F42168125A}" dt="2021-02-08T10:22:34.456" v="536"/>
        <pc:sldMkLst>
          <pc:docMk/>
          <pc:sldMk cId="4106608083" sldId="579"/>
        </pc:sldMkLst>
      </pc:sldChg>
      <pc:sldChg chg="del">
        <pc:chgData name="Bodil Nørgaard" userId="2558ed56-3eb1-4768-b591-d86224f5464c" providerId="ADAL" clId="{2EB7B49A-BB57-4AA0-9BE9-52F42168125A}" dt="2021-02-08T10:31:05.109" v="543" actId="47"/>
        <pc:sldMkLst>
          <pc:docMk/>
          <pc:sldMk cId="1132756656" sldId="582"/>
        </pc:sldMkLst>
      </pc:sldChg>
      <pc:sldChg chg="add">
        <pc:chgData name="Bodil Nørgaard" userId="2558ed56-3eb1-4768-b591-d86224f5464c" providerId="ADAL" clId="{2EB7B49A-BB57-4AA0-9BE9-52F42168125A}" dt="2021-02-08T10:20:37.539" v="532"/>
        <pc:sldMkLst>
          <pc:docMk/>
          <pc:sldMk cId="3828309514" sldId="583"/>
        </pc:sldMkLst>
      </pc:sldChg>
      <pc:sldChg chg="add">
        <pc:chgData name="Bodil Nørgaard" userId="2558ed56-3eb1-4768-b591-d86224f5464c" providerId="ADAL" clId="{2EB7B49A-BB57-4AA0-9BE9-52F42168125A}" dt="2021-02-08T10:21:14.315" v="534"/>
        <pc:sldMkLst>
          <pc:docMk/>
          <pc:sldMk cId="219798066" sldId="584"/>
        </pc:sldMkLst>
      </pc:sldChg>
      <pc:sldChg chg="add">
        <pc:chgData name="Bodil Nørgaard" userId="2558ed56-3eb1-4768-b591-d86224f5464c" providerId="ADAL" clId="{2EB7B49A-BB57-4AA0-9BE9-52F42168125A}" dt="2021-02-08T11:16:06.292" v="553"/>
        <pc:sldMkLst>
          <pc:docMk/>
          <pc:sldMk cId="3188424014" sldId="586"/>
        </pc:sldMkLst>
      </pc:sldChg>
      <pc:sldChg chg="add">
        <pc:chgData name="Bodil Nørgaard" userId="2558ed56-3eb1-4768-b591-d86224f5464c" providerId="ADAL" clId="{2EB7B49A-BB57-4AA0-9BE9-52F42168125A}" dt="2021-02-08T11:14:40.732" v="547"/>
        <pc:sldMkLst>
          <pc:docMk/>
          <pc:sldMk cId="742422039" sldId="587"/>
        </pc:sldMkLst>
      </pc:sldChg>
      <pc:sldChg chg="add">
        <pc:chgData name="Bodil Nørgaard" userId="2558ed56-3eb1-4768-b591-d86224f5464c" providerId="ADAL" clId="{2EB7B49A-BB57-4AA0-9BE9-52F42168125A}" dt="2021-02-08T11:14:58.545" v="549"/>
        <pc:sldMkLst>
          <pc:docMk/>
          <pc:sldMk cId="912578701" sldId="588"/>
        </pc:sldMkLst>
      </pc:sldChg>
      <pc:sldChg chg="add">
        <pc:chgData name="Bodil Nørgaard" userId="2558ed56-3eb1-4768-b591-d86224f5464c" providerId="ADAL" clId="{2EB7B49A-BB57-4AA0-9BE9-52F42168125A}" dt="2021-02-08T11:16:22.865" v="554"/>
        <pc:sldMkLst>
          <pc:docMk/>
          <pc:sldMk cId="2682862365" sldId="589"/>
        </pc:sldMkLst>
      </pc:sldChg>
      <pc:sldChg chg="add">
        <pc:chgData name="Bodil Nørgaard" userId="2558ed56-3eb1-4768-b591-d86224f5464c" providerId="ADAL" clId="{2EB7B49A-BB57-4AA0-9BE9-52F42168125A}" dt="2021-02-08T11:16:59.390" v="557"/>
        <pc:sldMkLst>
          <pc:docMk/>
          <pc:sldMk cId="3324952281" sldId="590"/>
        </pc:sldMkLst>
      </pc:sldChg>
      <pc:sldChg chg="modSp mod">
        <pc:chgData name="Bodil Nørgaard" userId="2558ed56-3eb1-4768-b591-d86224f5464c" providerId="ADAL" clId="{2EB7B49A-BB57-4AA0-9BE9-52F42168125A}" dt="2021-02-08T08:25:10.560" v="463" actId="20577"/>
        <pc:sldMkLst>
          <pc:docMk/>
          <pc:sldMk cId="1865497212" sldId="594"/>
        </pc:sldMkLst>
        <pc:spChg chg="mod">
          <ac:chgData name="Bodil Nørgaard" userId="2558ed56-3eb1-4768-b591-d86224f5464c" providerId="ADAL" clId="{2EB7B49A-BB57-4AA0-9BE9-52F42168125A}" dt="2021-02-08T08:25:10.560" v="463" actId="20577"/>
          <ac:spMkLst>
            <pc:docMk/>
            <pc:sldMk cId="1865497212" sldId="594"/>
            <ac:spMk id="3" creationId="{00000000-0000-0000-0000-000000000000}"/>
          </ac:spMkLst>
        </pc:spChg>
      </pc:sldChg>
      <pc:sldChg chg="del">
        <pc:chgData name="Bodil Nørgaard" userId="2558ed56-3eb1-4768-b591-d86224f5464c" providerId="ADAL" clId="{2EB7B49A-BB57-4AA0-9BE9-52F42168125A}" dt="2021-02-08T10:31:59.026" v="544" actId="47"/>
        <pc:sldMkLst>
          <pc:docMk/>
          <pc:sldMk cId="3980135258" sldId="595"/>
        </pc:sldMkLst>
      </pc:sldChg>
      <pc:sldChg chg="add">
        <pc:chgData name="Bodil Nørgaard" userId="2558ed56-3eb1-4768-b591-d86224f5464c" providerId="ADAL" clId="{2EB7B49A-BB57-4AA0-9BE9-52F42168125A}" dt="2021-02-08T11:15:44.441" v="551"/>
        <pc:sldMkLst>
          <pc:docMk/>
          <pc:sldMk cId="1999287428" sldId="596"/>
        </pc:sldMkLst>
      </pc:sldChg>
      <pc:sldChg chg="modSp mod">
        <pc:chgData name="Bodil Nørgaard" userId="2558ed56-3eb1-4768-b591-d86224f5464c" providerId="ADAL" clId="{2EB7B49A-BB57-4AA0-9BE9-52F42168125A}" dt="2021-02-08T10:18:29.879" v="509" actId="1076"/>
        <pc:sldMkLst>
          <pc:docMk/>
          <pc:sldMk cId="3497041045" sldId="600"/>
        </pc:sldMkLst>
        <pc:spChg chg="mod">
          <ac:chgData name="Bodil Nørgaard" userId="2558ed56-3eb1-4768-b591-d86224f5464c" providerId="ADAL" clId="{2EB7B49A-BB57-4AA0-9BE9-52F42168125A}" dt="2021-02-08T10:18:29.879" v="509" actId="1076"/>
          <ac:spMkLst>
            <pc:docMk/>
            <pc:sldMk cId="3497041045" sldId="600"/>
            <ac:spMk id="3" creationId="{D81FB4F8-8CA1-41C4-A089-606DA44ED61E}"/>
          </ac:spMkLst>
        </pc:spChg>
      </pc:sldChg>
      <pc:sldChg chg="add">
        <pc:chgData name="Bodil Nørgaard" userId="2558ed56-3eb1-4768-b591-d86224f5464c" providerId="ADAL" clId="{2EB7B49A-BB57-4AA0-9BE9-52F42168125A}" dt="2021-02-08T10:30:33.728" v="540"/>
        <pc:sldMkLst>
          <pc:docMk/>
          <pc:sldMk cId="3600107189" sldId="609"/>
        </pc:sldMkLst>
      </pc:sldChg>
      <pc:sldChg chg="add">
        <pc:chgData name="Bodil Nørgaard" userId="2558ed56-3eb1-4768-b591-d86224f5464c" providerId="ADAL" clId="{2EB7B49A-BB57-4AA0-9BE9-52F42168125A}" dt="2021-02-08T10:32:19.667" v="546"/>
        <pc:sldMkLst>
          <pc:docMk/>
          <pc:sldMk cId="1191782513" sldId="610"/>
        </pc:sldMkLst>
      </pc:sldChg>
    </pc:docChg>
  </pc:docChgLst>
</pc:chgInfo>
</file>

<file path=ppt/diagrams/colors1.xml><?xml version="1.0" encoding="utf-8"?>
<dgm:colorsDef xmlns:dgm="http://schemas.openxmlformats.org/drawingml/2006/diagram" xmlns:a="http://schemas.openxmlformats.org/drawingml/2006/main" uniqueId="urn:microsoft.com/office/officeart/2005/8/colors/colorful4">
  <dgm:title val=""/>
  <dgm:desc val=""/>
  <dgm:catLst>
    <dgm:cat type="colorful" pri="10400"/>
  </dgm:catLst>
  <dgm:styleLbl name="node0">
    <dgm:fillClrLst meth="repeat">
      <a:schemeClr val="accent3"/>
    </dgm:fillClrLst>
    <dgm:linClrLst meth="repeat">
      <a:schemeClr val="lt1"/>
    </dgm:linClrLst>
    <dgm:effectClrLst/>
    <dgm:txLinClrLst/>
    <dgm:txFillClrLst/>
    <dgm:txEffectClrLst/>
  </dgm:styleLbl>
  <dgm:styleLbl name="node1">
    <dgm:fillClrLst>
      <a:schemeClr val="accent4"/>
      <a:schemeClr val="accent5"/>
    </dgm:fillClrLst>
    <dgm:linClrLst meth="repeat">
      <a:schemeClr val="lt1"/>
    </dgm:linClrLst>
    <dgm:effectClrLst/>
    <dgm:txLinClrLst/>
    <dgm:txFillClrLst/>
    <dgm:txEffectClrLst/>
  </dgm:styleLbl>
  <dgm:styleLbl name="alignNode1">
    <dgm:fillClrLst>
      <a:schemeClr val="accent4"/>
      <a:schemeClr val="accent5"/>
    </dgm:fillClrLst>
    <dgm:linClrLst>
      <a:schemeClr val="accent4"/>
      <a:schemeClr val="accent5"/>
    </dgm:linClrLst>
    <dgm:effectClrLst/>
    <dgm:txLinClrLst/>
    <dgm:txFillClrLst/>
    <dgm:txEffectClrLst/>
  </dgm:styleLbl>
  <dgm:styleLbl name="lnNode1">
    <dgm:fillClrLst>
      <a:schemeClr val="accent4"/>
      <a:schemeClr val="accent5"/>
    </dgm:fillClrLst>
    <dgm:linClrLst meth="repeat">
      <a:schemeClr val="lt1"/>
    </dgm:linClrLst>
    <dgm:effectClrLst/>
    <dgm:txLinClrLst/>
    <dgm:txFillClrLst/>
    <dgm:txEffectClrLst/>
  </dgm:styleLbl>
  <dgm:styleLbl name="vennNode1">
    <dgm:fillClrLst>
      <a:schemeClr val="accent4">
        <a:alpha val="50000"/>
      </a:schemeClr>
      <a:schemeClr val="accent5">
        <a:alpha val="50000"/>
      </a:schemeClr>
    </dgm:fillClrLst>
    <dgm:linClrLst meth="repeat">
      <a:schemeClr val="lt1"/>
    </dgm:linClrLst>
    <dgm:effectClrLst/>
    <dgm:txLinClrLst/>
    <dgm:txFillClrLst/>
    <dgm:txEffectClrLst/>
  </dgm:styleLbl>
  <dgm:styleLbl name="node2">
    <dgm:fillClrLst>
      <a:schemeClr val="accent5"/>
    </dgm:fillClrLst>
    <dgm:linClrLst meth="repeat">
      <a:schemeClr val="lt1"/>
    </dgm:linClrLst>
    <dgm:effectClrLst/>
    <dgm:txLinClrLst/>
    <dgm:txFillClrLst/>
    <dgm:txEffectClrLst/>
  </dgm:styleLbl>
  <dgm:styleLbl name="node3">
    <dgm:fillClrLst>
      <a:schemeClr val="accent6"/>
    </dgm:fillClrLst>
    <dgm:linClrLst meth="repeat">
      <a:schemeClr val="lt1"/>
    </dgm:linClrLst>
    <dgm:effectClrLst/>
    <dgm:txLinClrLst/>
    <dgm:txFillClrLst/>
    <dgm:txEffectClrLst/>
  </dgm:styleLbl>
  <dgm:styleLbl name="node4">
    <dgm:fillClrLst>
      <a:schemeClr val="accent1"/>
    </dgm:fillClrLst>
    <dgm:linClrLst meth="repeat">
      <a:schemeClr val="lt1"/>
    </dgm:linClrLst>
    <dgm:effectClrLst/>
    <dgm:txLinClrLst/>
    <dgm:txFillClrLst/>
    <dgm:txEffectClrLst/>
  </dgm:styleLbl>
  <dgm:styleLbl name="fgImgPlace1">
    <dgm:fillClrLst>
      <a:schemeClr val="accent4">
        <a:tint val="50000"/>
      </a:schemeClr>
      <a:schemeClr val="accent5">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4">
        <a:tint val="50000"/>
      </a:schemeClr>
      <a:schemeClr val="accent5">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4">
        <a:tint val="50000"/>
      </a:schemeClr>
      <a:schemeClr val="accent5">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4"/>
      <a:schemeClr val="accent5"/>
    </dgm:fillClrLst>
    <dgm:linClrLst meth="repeat">
      <a:schemeClr val="lt1"/>
    </dgm:linClrLst>
    <dgm:effectClrLst/>
    <dgm:txLinClrLst/>
    <dgm:txFillClrLst/>
    <dgm:txEffectClrLst/>
  </dgm:styleLbl>
  <dgm:styleLbl name="fgSibTrans2D1">
    <dgm:fillClrLst>
      <a:schemeClr val="accent4"/>
      <a:schemeClr val="accent5"/>
    </dgm:fillClrLst>
    <dgm:linClrLst meth="repeat">
      <a:schemeClr val="lt1"/>
    </dgm:linClrLst>
    <dgm:effectClrLst/>
    <dgm:txLinClrLst/>
    <dgm:txFillClrLst meth="repeat">
      <a:schemeClr val="lt1"/>
    </dgm:txFillClrLst>
    <dgm:txEffectClrLst/>
  </dgm:styleLbl>
  <dgm:styleLbl name="bgSibTrans2D1">
    <dgm:fillClrLst>
      <a:schemeClr val="accent4"/>
      <a:schemeClr val="accent5"/>
    </dgm:fillClrLst>
    <dgm:linClrLst meth="repeat">
      <a:schemeClr val="lt1"/>
    </dgm:linClrLst>
    <dgm:effectClrLst/>
    <dgm:txLinClrLst/>
    <dgm:txFillClrLst meth="repeat">
      <a:schemeClr val="lt1"/>
    </dgm:txFillClrLst>
    <dgm:txEffectClrLst/>
  </dgm:styleLbl>
  <dgm:styleLbl name="sibTrans1D1">
    <dgm:fillClrLst/>
    <dgm:linClrLst>
      <a:schemeClr val="accent4"/>
      <a:schemeClr val="accent5"/>
    </dgm:linClrLst>
    <dgm:effectClrLst/>
    <dgm:txLinClrLst/>
    <dgm:txFillClrLst meth="repeat">
      <a:schemeClr val="tx1"/>
    </dgm:txFillClrLst>
    <dgm:txEffectClrLst/>
  </dgm:styleLbl>
  <dgm:styleLbl name="callout">
    <dgm:fillClrLst meth="repeat">
      <a:schemeClr val="accent4"/>
    </dgm:fillClrLst>
    <dgm:linClrLst meth="repeat">
      <a:schemeClr val="accent4">
        <a:tint val="50000"/>
      </a:schemeClr>
    </dgm:linClrLst>
    <dgm:effectClrLst/>
    <dgm:txLinClrLst/>
    <dgm:txFillClrLst meth="repeat">
      <a:schemeClr val="tx1"/>
    </dgm:txFillClrLst>
    <dgm:txEffectClrLst/>
  </dgm:styleLbl>
  <dgm:styleLbl name="asst0">
    <dgm:fillClrLst meth="repeat">
      <a:schemeClr val="accent4"/>
    </dgm:fillClrLst>
    <dgm:linClrLst meth="repeat">
      <a:schemeClr val="lt1">
        <a:shade val="80000"/>
      </a:schemeClr>
    </dgm:linClrLst>
    <dgm:effectClrLst/>
    <dgm:txLinClrLst/>
    <dgm:txFillClrLst/>
    <dgm:txEffectClrLst/>
  </dgm:styleLbl>
  <dgm:styleLbl name="asst1">
    <dgm:fillClrLst meth="repeat">
      <a:schemeClr val="accent5"/>
    </dgm:fillClrLst>
    <dgm:linClrLst meth="repeat">
      <a:schemeClr val="lt1">
        <a:shade val="80000"/>
      </a:schemeClr>
    </dgm:linClrLst>
    <dgm:effectClrLst/>
    <dgm:txLinClrLst/>
    <dgm:txFillClrLst/>
    <dgm:txEffectClrLst/>
  </dgm:styleLbl>
  <dgm:styleLbl name="asst2">
    <dgm:fillClrLst>
      <a:schemeClr val="accent6"/>
    </dgm:fillClrLst>
    <dgm:linClrLst meth="repeat">
      <a:schemeClr val="lt1"/>
    </dgm:linClrLst>
    <dgm:effectClrLst/>
    <dgm:txLinClrLst/>
    <dgm:txFillClrLst/>
    <dgm:txEffectClrLst/>
  </dgm:styleLbl>
  <dgm:styleLbl name="asst3">
    <dgm:fillClrLst>
      <a:schemeClr val="accent1"/>
    </dgm:fillClrLst>
    <dgm:linClrLst meth="repeat">
      <a:schemeClr val="lt1"/>
    </dgm:linClrLst>
    <dgm:effectClrLst/>
    <dgm:txLinClrLst/>
    <dgm:txFillClrLst/>
    <dgm:txEffectClrLst/>
  </dgm:styleLbl>
  <dgm:styleLbl name="asst4">
    <dgm:fillClrLst>
      <a:schemeClr val="accent2"/>
    </dgm:fillClrLst>
    <dgm:linClrLst meth="repeat">
      <a:schemeClr val="lt1"/>
    </dgm:linClrLst>
    <dgm:effectClrLst/>
    <dgm:txLinClrLst/>
    <dgm:txFillClrLst/>
    <dgm:txEffectClrLst/>
  </dgm:styleLbl>
  <dgm:styleLbl name="parChTrans2D1">
    <dgm:fillClrLst meth="repeat">
      <a:schemeClr val="accent4"/>
    </dgm:fillClrLst>
    <dgm:linClrLst meth="repeat">
      <a:schemeClr val="lt1"/>
    </dgm:linClrLst>
    <dgm:effectClrLst/>
    <dgm:txLinClrLst/>
    <dgm:txFillClrLst meth="repeat">
      <a:schemeClr val="lt1"/>
    </dgm:txFillClrLst>
    <dgm:txEffectClrLst/>
  </dgm:styleLbl>
  <dgm:styleLbl name="parChTrans2D2">
    <dgm:fillClrLst meth="repeat">
      <a:schemeClr val="accent5"/>
    </dgm:fillClrLst>
    <dgm:linClrLst meth="repeat">
      <a:schemeClr val="lt1"/>
    </dgm:linClrLst>
    <dgm:effectClrLst/>
    <dgm:txLinClrLst/>
    <dgm:txFillClrLst/>
    <dgm:txEffectClrLst/>
  </dgm:styleLbl>
  <dgm:styleLbl name="parChTrans2D3">
    <dgm:fillClrLst meth="repeat">
      <a:schemeClr val="accent5"/>
    </dgm:fillClrLst>
    <dgm:linClrLst meth="repeat">
      <a:schemeClr val="lt1"/>
    </dgm:linClrLst>
    <dgm:effectClrLst/>
    <dgm:txLinClrLst/>
    <dgm:txFillClrLst/>
    <dgm:txEffectClrLst/>
  </dgm:styleLbl>
  <dgm:styleLbl name="parChTrans2D4">
    <dgm:fillClrLst meth="repeat">
      <a:schemeClr val="accent6"/>
    </dgm:fillClrLst>
    <dgm:linClrLst meth="repeat">
      <a:schemeClr val="lt1"/>
    </dgm:linClrLst>
    <dgm:effectClrLst/>
    <dgm:txLinClrLst/>
    <dgm:txFillClrLst meth="repeat">
      <a:schemeClr val="lt1"/>
    </dgm:txFillClrLst>
    <dgm:txEffectClrLst/>
  </dgm:styleLbl>
  <dgm:styleLbl name="parChTrans1D1">
    <dgm:fillClrLst meth="repeat">
      <a:schemeClr val="accent4"/>
    </dgm:fillClrLst>
    <dgm:linClrLst meth="repeat">
      <a:schemeClr val="accent4"/>
    </dgm:linClrLst>
    <dgm:effectClrLst/>
    <dgm:txLinClrLst/>
    <dgm:txFillClrLst meth="repeat">
      <a:schemeClr val="tx1"/>
    </dgm:txFillClrLst>
    <dgm:txEffectClrLst/>
  </dgm:styleLbl>
  <dgm:styleLbl name="parChTrans1D2">
    <dgm:fillClrLst meth="repeat">
      <a:schemeClr val="accent4">
        <a:tint val="90000"/>
      </a:schemeClr>
    </dgm:fillClrLst>
    <dgm:linClrLst meth="repeat">
      <a:schemeClr val="accent5"/>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6"/>
    </dgm:linClrLst>
    <dgm:effectClrLst/>
    <dgm:txLinClrLst/>
    <dgm:txFillClrLst meth="repeat">
      <a:schemeClr val="tx1"/>
    </dgm:txFillClrLst>
    <dgm:txEffectClrLst/>
  </dgm:styleLbl>
  <dgm:styleLbl name="parChTrans1D4">
    <dgm:fillClrLst meth="repeat">
      <a:schemeClr val="accent4">
        <a:tint val="50000"/>
      </a:schemeClr>
    </dgm:fillClrLst>
    <dgm:linClrLst meth="repeat">
      <a:schemeClr val="accent1"/>
    </dgm:linClrLst>
    <dgm:effectClrLst/>
    <dgm:txLinClrLst/>
    <dgm:txFillClrLst meth="repeat">
      <a:schemeClr val="tx1"/>
    </dgm:txFillClrLst>
    <dgm:txEffectClrLst/>
  </dgm:styleLbl>
  <dgm:styleLbl name="fg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conFg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align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4"/>
    </dgm:linClrLst>
    <dgm:effectClrLst/>
    <dgm:txLinClrLst/>
    <dgm:txFillClrLst meth="repeat">
      <a:schemeClr val="dk1"/>
    </dgm:txFillClrLst>
    <dgm:txEffectClrLst/>
  </dgm:styleLbl>
  <dgm:styleLbl name="bg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solidFgAcc1">
    <dgm:fillClrLst meth="repeat">
      <a:schemeClr val="lt1"/>
    </dgm:fillClrLst>
    <dgm:linClrLst>
      <a:schemeClr val="accent4"/>
      <a:schemeClr val="accent5"/>
    </dgm:linClrLst>
    <dgm:effectClrLst/>
    <dgm:txLinClrLst/>
    <dgm:txFillClrLst meth="repeat">
      <a:schemeClr val="dk1"/>
    </dgm:txFillClrLst>
    <dgm:txEffectClrLst/>
  </dgm:styleLbl>
  <dgm:styleLbl name="solidAlignAcc1">
    <dgm:fillClrLst meth="repeat">
      <a:schemeClr val="lt1"/>
    </dgm:fillClrLst>
    <dgm:linClrLst>
      <a:schemeClr val="accent4"/>
      <a:schemeClr val="accent5"/>
    </dgm:linClrLst>
    <dgm:effectClrLst/>
    <dgm:txLinClrLst/>
    <dgm:txFillClrLst meth="repeat">
      <a:schemeClr val="dk1"/>
    </dgm:txFillClrLst>
    <dgm:txEffectClrLst/>
  </dgm:styleLbl>
  <dgm:styleLbl name="solidBgAcc1">
    <dgm:fillClrLst meth="repeat">
      <a:schemeClr val="lt1"/>
    </dgm:fillClrLst>
    <dgm:linClrLst>
      <a:schemeClr val="accent4"/>
      <a:schemeClr val="accent5"/>
    </dgm:linClrLst>
    <dgm:effectClrLst/>
    <dgm:txLinClrLst/>
    <dgm:txFillClrLst meth="repeat">
      <a:schemeClr val="dk1"/>
    </dgm:txFillClrLst>
    <dgm:txEffectClrLst/>
  </dgm:styleLbl>
  <dgm:styleLbl name="fgAccFollowNode1">
    <dgm:fillClrLst>
      <a:schemeClr val="accent4">
        <a:tint val="40000"/>
        <a:alpha val="90000"/>
      </a:schemeClr>
      <a:schemeClr val="accent5">
        <a:tint val="40000"/>
        <a:alpha val="90000"/>
      </a:schemeClr>
    </dgm:fillClrLst>
    <dgm:linClrLst>
      <a:schemeClr val="accent4">
        <a:tint val="40000"/>
        <a:alpha val="90000"/>
      </a:schemeClr>
      <a:schemeClr val="accent5">
        <a:tint val="40000"/>
        <a:alpha val="90000"/>
      </a:schemeClr>
    </dgm:linClrLst>
    <dgm:effectClrLst/>
    <dgm:txLinClrLst/>
    <dgm:txFillClrLst meth="repeat">
      <a:schemeClr val="dk1"/>
    </dgm:txFillClrLst>
    <dgm:txEffectClrLst/>
  </dgm:styleLbl>
  <dgm:styleLbl name="alignAccFollowNode1">
    <dgm:fillClrLst>
      <a:schemeClr val="accent4">
        <a:tint val="40000"/>
        <a:alpha val="90000"/>
      </a:schemeClr>
      <a:schemeClr val="accent5">
        <a:tint val="40000"/>
        <a:alpha val="90000"/>
      </a:schemeClr>
    </dgm:fillClrLst>
    <dgm:linClrLst>
      <a:schemeClr val="accent4">
        <a:tint val="40000"/>
        <a:alpha val="90000"/>
      </a:schemeClr>
      <a:schemeClr val="accent5">
        <a:tint val="40000"/>
        <a:alpha val="90000"/>
      </a:schemeClr>
    </dgm:linClrLst>
    <dgm:effectClrLst/>
    <dgm:txLinClrLst/>
    <dgm:txFillClrLst meth="repeat">
      <a:schemeClr val="dk1"/>
    </dgm:txFillClrLst>
    <dgm:txEffectClrLst/>
  </dgm:styleLbl>
  <dgm:styleLbl name="bgAccFollowNode1">
    <dgm:fillClrLst>
      <a:schemeClr val="accent4">
        <a:tint val="40000"/>
        <a:alpha val="90000"/>
      </a:schemeClr>
      <a:schemeClr val="accent5">
        <a:tint val="40000"/>
        <a:alpha val="90000"/>
      </a:schemeClr>
    </dgm:fillClrLst>
    <dgm:linClrLst>
      <a:schemeClr val="accent4">
        <a:tint val="40000"/>
        <a:alpha val="90000"/>
      </a:schemeClr>
      <a:schemeClr val="accent5">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3"/>
    </dgm:linClrLst>
    <dgm:effectClrLst/>
    <dgm:txLinClrLst/>
    <dgm:txFillClrLst meth="repeat">
      <a:schemeClr val="dk1"/>
    </dgm:txFillClrLst>
    <dgm:txEffectClrLst/>
  </dgm:styleLbl>
  <dgm:styleLbl name="fgAcc2">
    <dgm:fillClrLst meth="repeat">
      <a:schemeClr val="lt1">
        <a:alpha val="90000"/>
      </a:schemeClr>
    </dgm:fillClrLst>
    <dgm:linClrLst>
      <a:schemeClr val="accent5"/>
    </dgm:linClrLst>
    <dgm:effectClrLst/>
    <dgm:txLinClrLst/>
    <dgm:txFillClrLst meth="repeat">
      <a:schemeClr val="dk1"/>
    </dgm:txFillClrLst>
    <dgm:txEffectClrLst/>
  </dgm:styleLbl>
  <dgm:styleLbl name="fgAcc3">
    <dgm:fillClrLst meth="repeat">
      <a:schemeClr val="lt1">
        <a:alpha val="90000"/>
      </a:schemeClr>
    </dgm:fillClrLst>
    <dgm:linClrLst>
      <a:schemeClr val="accent6"/>
    </dgm:linClrLst>
    <dgm:effectClrLst/>
    <dgm:txLinClrLst/>
    <dgm:txFillClrLst meth="repeat">
      <a:schemeClr val="dk1"/>
    </dgm:txFillClrLst>
    <dgm:txEffectClrLst/>
  </dgm:styleLbl>
  <dgm:styleLbl name="fgAcc4">
    <dgm:fillClrLst meth="repeat">
      <a:schemeClr val="lt1">
        <a:alpha val="90000"/>
      </a:schemeClr>
    </dgm:fillClrLst>
    <dgm:linClrLst>
      <a:schemeClr val="accent1"/>
    </dgm:linClrLst>
    <dgm:effectClrLst/>
    <dgm:txLinClrLst/>
    <dgm:txFillClrLst meth="repeat">
      <a:schemeClr val="dk1"/>
    </dgm:txFillClrLst>
    <dgm:txEffectClrLst/>
  </dgm:styleLbl>
  <dgm:styleLbl name="bgShp">
    <dgm:fillClrLst meth="repeat">
      <a:schemeClr val="accent4">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4">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4">
        <a:tint val="50000"/>
        <a:alpha val="40000"/>
      </a:schemeClr>
    </dgm:fillClrLst>
    <dgm:linClrLst meth="repeat">
      <a:schemeClr val="accent4"/>
    </dgm:linClrLst>
    <dgm:effectClrLst/>
    <dgm:txLinClrLst/>
    <dgm:txFillClrLst meth="repeat">
      <a:schemeClr val="lt1"/>
    </dgm:txFillClrLst>
    <dgm:txEffectClrLst/>
  </dgm:styleLbl>
  <dgm:styleLbl name="fgShp">
    <dgm:fillClrLst meth="repeat">
      <a:schemeClr val="accent4">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2_3">
  <dgm:title val=""/>
  <dgm:desc val=""/>
  <dgm:catLst>
    <dgm:cat type="accent2" pri="11300"/>
  </dgm:catLst>
  <dgm:styleLbl name="node0">
    <dgm:fillClrLst meth="repeat">
      <a:schemeClr val="accent2">
        <a:shade val="80000"/>
      </a:schemeClr>
    </dgm:fillClrLst>
    <dgm:linClrLst meth="repeat">
      <a:schemeClr val="lt1"/>
    </dgm:linClrLst>
    <dgm:effectClrLst/>
    <dgm:txLinClrLst/>
    <dgm:txFillClrLst/>
    <dgm:txEffectClrLst/>
  </dgm:styleLbl>
  <dgm:styleLbl name="node1">
    <dgm:fillClrLst>
      <a:schemeClr val="accent2">
        <a:shade val="80000"/>
      </a:schemeClr>
      <a:schemeClr val="accent2">
        <a:tint val="70000"/>
      </a:schemeClr>
    </dgm:fillClrLst>
    <dgm:linClrLst meth="repeat">
      <a:schemeClr val="lt1"/>
    </dgm:linClrLst>
    <dgm:effectClrLst/>
    <dgm:txLinClrLst/>
    <dgm:txFillClrLst/>
    <dgm:txEffectClrLst/>
  </dgm:styleLbl>
  <dgm:styleLbl name="alignNode1">
    <dgm:fillClrLst>
      <a:schemeClr val="accent2">
        <a:shade val="80000"/>
      </a:schemeClr>
      <a:schemeClr val="accent2">
        <a:tint val="70000"/>
      </a:schemeClr>
    </dgm:fillClrLst>
    <dgm:linClrLst>
      <a:schemeClr val="accent2">
        <a:shade val="80000"/>
      </a:schemeClr>
      <a:schemeClr val="accent2">
        <a:tint val="70000"/>
      </a:schemeClr>
    </dgm:linClrLst>
    <dgm:effectClrLst/>
    <dgm:txLinClrLst/>
    <dgm:txFillClrLst/>
    <dgm:txEffectClrLst/>
  </dgm:styleLbl>
  <dgm:styleLbl name="lnNode1">
    <dgm:fillClrLst>
      <a:schemeClr val="accent2">
        <a:shade val="80000"/>
      </a:schemeClr>
      <a:schemeClr val="accent2">
        <a:tint val="70000"/>
      </a:schemeClr>
    </dgm:fillClrLst>
    <dgm:linClrLst meth="repeat">
      <a:schemeClr val="lt1"/>
    </dgm:linClrLst>
    <dgm:effectClrLst/>
    <dgm:txLinClrLst/>
    <dgm:txFillClrLst/>
    <dgm:txEffectClrLst/>
  </dgm:styleLbl>
  <dgm:styleLbl name="vennNode1">
    <dgm:fillClrLst>
      <a:schemeClr val="accent2">
        <a:shade val="80000"/>
        <a:alpha val="50000"/>
      </a:schemeClr>
      <a:schemeClr val="accent2">
        <a:tint val="70000"/>
        <a:alpha val="50000"/>
      </a:schemeClr>
    </dgm:fillClrLst>
    <dgm:linClrLst meth="repeat">
      <a:schemeClr val="lt1"/>
    </dgm:linClrLst>
    <dgm:effectClrLst/>
    <dgm:txLinClrLst/>
    <dgm:txFillClrLst/>
    <dgm:txEffectClrLst/>
  </dgm:styleLbl>
  <dgm:styleLbl name="node2">
    <dgm:fillClrLst>
      <a:schemeClr val="accent2">
        <a:tint val="99000"/>
      </a:schemeClr>
    </dgm:fillClrLst>
    <dgm:linClrLst meth="repeat">
      <a:schemeClr val="lt1"/>
    </dgm:linClrLst>
    <dgm:effectClrLst/>
    <dgm:txLinClrLst/>
    <dgm:txFillClrLst/>
    <dgm:txEffectClrLst/>
  </dgm:styleLbl>
  <dgm:styleLbl name="node3">
    <dgm:fillClrLst>
      <a:schemeClr val="accent2">
        <a:tint val="80000"/>
      </a:schemeClr>
    </dgm:fillClrLst>
    <dgm:linClrLst meth="repeat">
      <a:schemeClr val="lt1"/>
    </dgm:linClrLst>
    <dgm:effectClrLst/>
    <dgm:txLinClrLst/>
    <dgm:txFillClrLst/>
    <dgm:txEffectClrLst/>
  </dgm:styleLbl>
  <dgm:styleLbl name="node4">
    <dgm:fillClrLst>
      <a:schemeClr val="accent2">
        <a:tint val="70000"/>
      </a:schemeClr>
    </dgm:fillClrLst>
    <dgm:linClrLst meth="repeat">
      <a:schemeClr val="lt1"/>
    </dgm:linClrLst>
    <dgm:effectClrLst/>
    <dgm:txLinClrLst/>
    <dgm:txFillClrLst/>
    <dgm:txEffectClrLst/>
  </dgm:styleLbl>
  <dgm:styleLbl name="fgImgPlace1">
    <dgm:fillClrLst>
      <a:schemeClr val="accent2">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hade val="90000"/>
      </a:schemeClr>
      <a:schemeClr val="accent2">
        <a:tint val="70000"/>
      </a:schemeClr>
    </dgm:fillClrLst>
    <dgm:linClrLst>
      <a:schemeClr val="accent2">
        <a:shade val="90000"/>
      </a:schemeClr>
      <a:schemeClr val="accent2">
        <a:tint val="70000"/>
      </a:schemeClr>
    </dgm:linClrLst>
    <dgm:effectClrLst/>
    <dgm:txLinClrLst/>
    <dgm:txFillClrLst/>
    <dgm:txEffectClrLst/>
  </dgm:styleLbl>
  <dgm:styleLbl name="fgSibTrans2D1">
    <dgm:fillClrLst>
      <a:schemeClr val="accent2">
        <a:shade val="90000"/>
      </a:schemeClr>
      <a:schemeClr val="accent2">
        <a:tint val="70000"/>
      </a:schemeClr>
    </dgm:fillClrLst>
    <dgm:linClrLst>
      <a:schemeClr val="accent2">
        <a:shade val="90000"/>
      </a:schemeClr>
      <a:schemeClr val="accent2">
        <a:tint val="70000"/>
      </a:schemeClr>
    </dgm:linClrLst>
    <dgm:effectClrLst/>
    <dgm:txLinClrLst/>
    <dgm:txFillClrLst meth="repeat">
      <a:schemeClr val="lt1"/>
    </dgm:txFillClrLst>
    <dgm:txEffectClrLst/>
  </dgm:styleLbl>
  <dgm:styleLbl name="bgSibTrans2D1">
    <dgm:fillClrLst>
      <a:schemeClr val="accent2">
        <a:shade val="90000"/>
      </a:schemeClr>
      <a:schemeClr val="accent2">
        <a:tint val="70000"/>
      </a:schemeClr>
    </dgm:fillClrLst>
    <dgm:linClrLst>
      <a:schemeClr val="accent2">
        <a:shade val="90000"/>
      </a:schemeClr>
      <a:schemeClr val="accent2">
        <a:tint val="70000"/>
      </a:schemeClr>
    </dgm:linClrLst>
    <dgm:effectClrLst/>
    <dgm:txLinClrLst/>
    <dgm:txFillClrLst meth="repeat">
      <a:schemeClr val="lt1"/>
    </dgm:txFillClrLst>
    <dgm:txEffectClrLst/>
  </dgm:styleLbl>
  <dgm:styleLbl name="sibTrans1D1">
    <dgm:fillClrLst>
      <a:schemeClr val="accent2">
        <a:shade val="90000"/>
      </a:schemeClr>
      <a:schemeClr val="accent2">
        <a:tint val="70000"/>
      </a:schemeClr>
    </dgm:fillClrLst>
    <dgm:linClrLst>
      <a:schemeClr val="accent2">
        <a:shade val="90000"/>
      </a:schemeClr>
      <a:schemeClr val="accent2">
        <a:tint val="70000"/>
      </a:schemeClr>
    </dgm:linClrLst>
    <dgm:effectClrLst/>
    <dgm:txLinClrLst/>
    <dgm:txFillClrLst meth="repeat">
      <a:schemeClr val="tx1"/>
    </dgm:txFillClrLst>
    <dgm:txEffectClrLst/>
  </dgm:styleLbl>
  <dgm:styleLbl name="callout">
    <dgm:fillClrLst meth="repeat">
      <a:schemeClr val="accent2"/>
    </dgm:fillClrLst>
    <dgm:linClrLst meth="repeat">
      <a:schemeClr val="accent2"/>
    </dgm:linClrLst>
    <dgm:effectClrLst/>
    <dgm:txLinClrLst/>
    <dgm:txFillClrLst meth="repeat">
      <a:schemeClr val="tx1"/>
    </dgm:txFillClrLst>
    <dgm:txEffectClrLst/>
  </dgm:styleLbl>
  <dgm:styleLbl name="asst0">
    <dgm:fillClrLst meth="repeat">
      <a:schemeClr val="accent2">
        <a:shade val="80000"/>
      </a:schemeClr>
    </dgm:fillClrLst>
    <dgm:linClrLst meth="repeat">
      <a:schemeClr val="lt1"/>
    </dgm:linClrLst>
    <dgm:effectClrLst/>
    <dgm:txLinClrLst/>
    <dgm:txFillClrLst/>
    <dgm:txEffectClrLst/>
  </dgm:styleLbl>
  <dgm:styleLbl name="asst1">
    <dgm:fillClrLst meth="repeat">
      <a:schemeClr val="accent2">
        <a:shade val="80000"/>
      </a:schemeClr>
    </dgm:fillClrLst>
    <dgm:linClrLst meth="repeat">
      <a:schemeClr val="lt1"/>
    </dgm:linClrLst>
    <dgm:effectClrLst/>
    <dgm:txLinClrLst/>
    <dgm:txFillClrLst/>
    <dgm:txEffectClrLst/>
  </dgm:styleLbl>
  <dgm:styleLbl name="asst2">
    <dgm:fillClrLst>
      <a:schemeClr val="accent2">
        <a:tint val="99000"/>
      </a:schemeClr>
    </dgm:fillClrLst>
    <dgm:linClrLst meth="repeat">
      <a:schemeClr val="lt1"/>
    </dgm:linClrLst>
    <dgm:effectClrLst/>
    <dgm:txLinClrLst/>
    <dgm:txFillClrLst/>
    <dgm:txEffectClrLst/>
  </dgm:styleLbl>
  <dgm:styleLbl name="asst3">
    <dgm:fillClrLst>
      <a:schemeClr val="accent2">
        <a:tint val="80000"/>
      </a:schemeClr>
    </dgm:fillClrLst>
    <dgm:linClrLst meth="repeat">
      <a:schemeClr val="lt1"/>
    </dgm:linClrLst>
    <dgm:effectClrLst/>
    <dgm:txLinClrLst/>
    <dgm:txFillClrLst/>
    <dgm:txEffectClrLst/>
  </dgm:styleLbl>
  <dgm:styleLbl name="asst4">
    <dgm:fillClrLst>
      <a:schemeClr val="accent2">
        <a:tint val="70000"/>
      </a:schemeClr>
    </dgm:fillClrLst>
    <dgm:linClrLst meth="repeat">
      <a:schemeClr val="lt1"/>
    </dgm:linClrLst>
    <dgm:effectClrLst/>
    <dgm:txLinClrLst/>
    <dgm:txFillClrLst/>
    <dgm:txEffectClrLst/>
  </dgm:styleLbl>
  <dgm:styleLbl name="parChTrans2D1">
    <dgm:fillClrLst meth="repeat">
      <a:schemeClr val="accent2">
        <a:tint val="60000"/>
      </a:schemeClr>
    </dgm:fillClrLst>
    <dgm:linClrLst meth="repeat">
      <a:schemeClr val="accent2">
        <a:tint val="60000"/>
      </a:schemeClr>
    </dgm:linClrLst>
    <dgm:effectClrLst/>
    <dgm:txLinClrLst/>
    <dgm:txFillClrLst meth="repeat">
      <a:schemeClr val="lt1"/>
    </dgm:txFillClrLst>
    <dgm:txEffectClrLst/>
  </dgm:styleLbl>
  <dgm:styleLbl name="parChTrans2D2">
    <dgm:fillClrLst meth="repeat">
      <a:schemeClr val="accent2">
        <a:tint val="90000"/>
      </a:schemeClr>
    </dgm:fillClrLst>
    <dgm:linClrLst meth="repeat">
      <a:schemeClr val="accent2">
        <a:tint val="90000"/>
      </a:schemeClr>
    </dgm:linClrLst>
    <dgm:effectClrLst/>
    <dgm:txLinClrLst/>
    <dgm:txFillClrLst/>
    <dgm:txEffectClrLst/>
  </dgm:styleLbl>
  <dgm:styleLbl name="parChTrans2D3">
    <dgm:fillClrLst meth="repeat">
      <a:schemeClr val="accent2">
        <a:tint val="70000"/>
      </a:schemeClr>
    </dgm:fillClrLst>
    <dgm:linClrLst meth="repeat">
      <a:schemeClr val="accent2">
        <a:tint val="70000"/>
      </a:schemeClr>
    </dgm:linClrLst>
    <dgm:effectClrLst/>
    <dgm:txLinClrLst/>
    <dgm:txFillClrLst/>
    <dgm:txEffectClrLst/>
  </dgm:styleLbl>
  <dgm:styleLbl name="parChTrans2D4">
    <dgm:fillClrLst meth="repeat">
      <a:schemeClr val="accent2">
        <a:tint val="50000"/>
      </a:schemeClr>
    </dgm:fillClrLst>
    <dgm:linClrLst meth="repeat">
      <a:schemeClr val="accent2">
        <a:tint val="50000"/>
      </a:schemeClr>
    </dgm:linClrLst>
    <dgm:effectClrLst/>
    <dgm:txLinClrLst/>
    <dgm:txFillClrLst meth="repeat">
      <a:schemeClr val="lt1"/>
    </dgm:txFillClrLst>
    <dgm:txEffectClrLst/>
  </dgm:styleLbl>
  <dgm:styleLbl name="parChTrans1D1">
    <dgm:fillClrLst meth="repeat">
      <a:schemeClr val="accent2">
        <a:shade val="80000"/>
      </a:schemeClr>
    </dgm:fillClrLst>
    <dgm:linClrLst meth="repeat">
      <a:schemeClr val="accent2">
        <a:shade val="80000"/>
      </a:schemeClr>
    </dgm:linClrLst>
    <dgm:effectClrLst/>
    <dgm:txLinClrLst/>
    <dgm:txFillClrLst meth="repeat">
      <a:schemeClr val="tx1"/>
    </dgm:txFillClrLst>
    <dgm:txEffectClrLst/>
  </dgm:styleLbl>
  <dgm:styleLbl name="parChTrans1D2">
    <dgm:fillClrLst meth="repeat">
      <a:schemeClr val="accent2">
        <a:tint val="99000"/>
      </a:schemeClr>
    </dgm:fillClrLst>
    <dgm:linClrLst meth="repeat">
      <a:schemeClr val="accent2">
        <a:tint val="99000"/>
      </a:schemeClr>
    </dgm:linClrLst>
    <dgm:effectClrLst/>
    <dgm:txLinClrLst/>
    <dgm:txFillClrLst meth="repeat">
      <a:schemeClr val="tx1"/>
    </dgm:txFillClrLst>
    <dgm:txEffectClrLst/>
  </dgm:styleLbl>
  <dgm:styleLbl name="parChTrans1D3">
    <dgm:fillClrLst meth="repeat">
      <a:schemeClr val="accent2">
        <a:tint val="80000"/>
      </a:schemeClr>
    </dgm:fillClrLst>
    <dgm:linClrLst meth="repeat">
      <a:schemeClr val="accent2">
        <a:tint val="80000"/>
      </a:schemeClr>
    </dgm:linClrLst>
    <dgm:effectClrLst/>
    <dgm:txLinClrLst/>
    <dgm:txFillClrLst meth="repeat">
      <a:schemeClr val="tx1"/>
    </dgm:txFillClrLst>
    <dgm:txEffectClrLst/>
  </dgm:styleLbl>
  <dgm:styleLbl name="parChTrans1D4">
    <dgm:fillClrLst meth="repeat">
      <a:schemeClr val="accent2">
        <a:tint val="70000"/>
      </a:schemeClr>
    </dgm:fillClrLst>
    <dgm:linClrLst meth="repeat">
      <a:schemeClr val="accent2">
        <a:tint val="70000"/>
      </a:schemeClr>
    </dgm:linClrLst>
    <dgm:effectClrLst/>
    <dgm:txLinClrLst/>
    <dgm:txFillClrLst meth="repeat">
      <a:schemeClr val="tx1"/>
    </dgm:txFillClrLst>
    <dgm:txEffectClrLst/>
  </dgm:styleLbl>
  <dgm:styleLbl name="fgAcc1">
    <dgm:fillClrLst meth="repeat">
      <a:schemeClr val="lt1">
        <a:alpha val="90000"/>
      </a:schemeClr>
    </dgm:fillClrLst>
    <dgm:linClrLst>
      <a:schemeClr val="accent2">
        <a:shade val="80000"/>
      </a:schemeClr>
      <a:schemeClr val="accent2">
        <a:tint val="70000"/>
      </a:schemeClr>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shade val="80000"/>
      </a:schemeClr>
      <a:schemeClr val="accent2">
        <a:tint val="70000"/>
      </a:schemeClr>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shade val="80000"/>
      </a:schemeClr>
      <a:schemeClr val="accent2">
        <a:tint val="70000"/>
      </a:schemeClr>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2">
        <a:shade val="80000"/>
      </a:schemeClr>
      <a:schemeClr val="accent2">
        <a:tint val="70000"/>
      </a:schemeClr>
    </dgm:linClrLst>
    <dgm:effectClrLst/>
    <dgm:txLinClrLst/>
    <dgm:txFillClrLst meth="repeat">
      <a:schemeClr val="dk1"/>
    </dgm:txFillClrLst>
    <dgm:txEffectClrLst/>
  </dgm:styleLbl>
  <dgm:styleLbl name="solidFgAcc1">
    <dgm:fillClrLst meth="repeat">
      <a:schemeClr val="lt1"/>
    </dgm:fillClrLst>
    <dgm:linClrLst>
      <a:schemeClr val="accent2">
        <a:shade val="80000"/>
      </a:schemeClr>
      <a:schemeClr val="accent2">
        <a:tint val="70000"/>
      </a:schemeClr>
    </dgm:linClrLst>
    <dgm:effectClrLst/>
    <dgm:txLinClrLst/>
    <dgm:txFillClrLst meth="repeat">
      <a:schemeClr val="dk1"/>
    </dgm:txFillClrLst>
    <dgm:txEffectClrLst/>
  </dgm:styleLbl>
  <dgm:styleLbl name="solidAlignAcc1">
    <dgm:fillClrLst meth="repeat">
      <a:schemeClr val="lt1"/>
    </dgm:fillClrLst>
    <dgm:linClrLst meth="repeat">
      <a:schemeClr val="accent2"/>
    </dgm:linClrLst>
    <dgm:effectClrLst/>
    <dgm:txLinClrLst/>
    <dgm:txFillClrLst meth="repeat">
      <a:schemeClr val="dk1"/>
    </dgm:txFillClrLst>
    <dgm:txEffectClrLst/>
  </dgm:styleLbl>
  <dgm:styleLbl name="solidBgAcc1">
    <dgm:fillClrLst meth="repeat">
      <a:schemeClr val="lt1"/>
    </dgm:fillClrLst>
    <dgm:linClrLst meth="repeat">
      <a:schemeClr val="accent2"/>
    </dgm:linClrLst>
    <dgm:effectClrLst/>
    <dgm:txLinClrLst/>
    <dgm:txFillClrLst meth="repeat">
      <a:schemeClr val="dk1"/>
    </dgm:txFillClrLst>
    <dgm:txEffectClrLst/>
  </dgm:styleLbl>
  <dgm:styleLbl name="fg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align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bgAccFollowNode1">
    <dgm:fillClrLst meth="repeat">
      <a:schemeClr val="accent2">
        <a:alpha val="90000"/>
        <a:tint val="40000"/>
      </a:schemeClr>
    </dgm:fillClrLst>
    <dgm:linClrLst meth="repeat">
      <a:schemeClr val="lt1"/>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2">
        <a:shade val="80000"/>
      </a:schemeClr>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2">
        <a:tint val="99000"/>
      </a:schemeClr>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2">
        <a:tint val="80000"/>
      </a:schemeClr>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2">
        <a:tint val="70000"/>
      </a:schemeClr>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B3D103A4-E2D1-4B9F-8070-BB5D75153383}" type="doc">
      <dgm:prSet loTypeId="urn:microsoft.com/office/officeart/2005/8/layout/chart3" loCatId="relationship" qsTypeId="urn:microsoft.com/office/officeart/2005/8/quickstyle/3d9" qsCatId="3D" csTypeId="urn:microsoft.com/office/officeart/2005/8/colors/colorful4" csCatId="colorful" phldr="1"/>
      <dgm:spPr/>
    </dgm:pt>
    <dgm:pt modelId="{6F32700D-9955-4E99-8931-3318AF8B4DB4}">
      <dgm:prSet phldrT="[Text]"/>
      <dgm:spPr/>
      <dgm:t>
        <a:bodyPr/>
        <a:lstStyle/>
        <a:p>
          <a:r>
            <a:rPr lang="da-DK" dirty="0"/>
            <a:t>Test</a:t>
          </a:r>
        </a:p>
      </dgm:t>
    </dgm:pt>
    <dgm:pt modelId="{1786E72F-7116-4A30-8DF1-7109181B753D}" type="parTrans" cxnId="{C80E7A3E-F883-47F8-BDDC-B199AA94C390}">
      <dgm:prSet/>
      <dgm:spPr/>
      <dgm:t>
        <a:bodyPr/>
        <a:lstStyle/>
        <a:p>
          <a:endParaRPr lang="da-DK"/>
        </a:p>
      </dgm:t>
    </dgm:pt>
    <dgm:pt modelId="{9423A079-5CD8-4127-A93E-64DBE8DDE031}" type="sibTrans" cxnId="{C80E7A3E-F883-47F8-BDDC-B199AA94C390}">
      <dgm:prSet/>
      <dgm:spPr/>
      <dgm:t>
        <a:bodyPr/>
        <a:lstStyle/>
        <a:p>
          <a:endParaRPr lang="da-DK"/>
        </a:p>
      </dgm:t>
    </dgm:pt>
    <dgm:pt modelId="{AD357BF0-53D9-4306-BFC6-2711EBC4919C}">
      <dgm:prSet phldrT="[Text]"/>
      <dgm:spPr/>
      <dgm:t>
        <a:bodyPr/>
        <a:lstStyle/>
        <a:p>
          <a:r>
            <a:rPr lang="da-DK" dirty="0"/>
            <a:t>Analyse</a:t>
          </a:r>
        </a:p>
      </dgm:t>
    </dgm:pt>
    <dgm:pt modelId="{217559AF-280B-4628-8D3C-88290103EC4B}" type="parTrans" cxnId="{147BD28F-FDEC-4B61-9DA9-62A15EDF1AB6}">
      <dgm:prSet/>
      <dgm:spPr/>
      <dgm:t>
        <a:bodyPr/>
        <a:lstStyle/>
        <a:p>
          <a:endParaRPr lang="da-DK"/>
        </a:p>
      </dgm:t>
    </dgm:pt>
    <dgm:pt modelId="{70C48185-E6B6-4A9A-AC1F-CA544BD8F99B}" type="sibTrans" cxnId="{147BD28F-FDEC-4B61-9DA9-62A15EDF1AB6}">
      <dgm:prSet/>
      <dgm:spPr/>
      <dgm:t>
        <a:bodyPr/>
        <a:lstStyle/>
        <a:p>
          <a:endParaRPr lang="da-DK"/>
        </a:p>
      </dgm:t>
    </dgm:pt>
    <dgm:pt modelId="{BCB5A787-6230-484F-95DD-1A6E14CB78FD}">
      <dgm:prSet phldrT="[Text]"/>
      <dgm:spPr/>
      <dgm:t>
        <a:bodyPr/>
        <a:lstStyle/>
        <a:p>
          <a:r>
            <a:rPr lang="da-DK" dirty="0"/>
            <a:t>Build</a:t>
          </a:r>
        </a:p>
      </dgm:t>
    </dgm:pt>
    <dgm:pt modelId="{6CBEFA3D-FF7C-4169-B6A3-9CF12CF78EBF}" type="parTrans" cxnId="{2AA7E011-3F4C-4FE0-83D7-8D5D86A00C9C}">
      <dgm:prSet/>
      <dgm:spPr/>
      <dgm:t>
        <a:bodyPr/>
        <a:lstStyle/>
        <a:p>
          <a:endParaRPr lang="da-DK"/>
        </a:p>
      </dgm:t>
    </dgm:pt>
    <dgm:pt modelId="{2C02708F-7E72-494F-98AB-A7274444E782}" type="sibTrans" cxnId="{2AA7E011-3F4C-4FE0-83D7-8D5D86A00C9C}">
      <dgm:prSet/>
      <dgm:spPr/>
      <dgm:t>
        <a:bodyPr/>
        <a:lstStyle/>
        <a:p>
          <a:endParaRPr lang="da-DK"/>
        </a:p>
      </dgm:t>
    </dgm:pt>
    <dgm:pt modelId="{6FD64FC3-E29D-45E5-8093-814D004DDFA2}" type="pres">
      <dgm:prSet presAssocID="{B3D103A4-E2D1-4B9F-8070-BB5D75153383}" presName="compositeShape" presStyleCnt="0">
        <dgm:presLayoutVars>
          <dgm:chMax val="7"/>
          <dgm:dir/>
          <dgm:resizeHandles val="exact"/>
        </dgm:presLayoutVars>
      </dgm:prSet>
      <dgm:spPr/>
    </dgm:pt>
    <dgm:pt modelId="{5AD66833-F7DE-4872-AA27-D7B44FB5934C}" type="pres">
      <dgm:prSet presAssocID="{B3D103A4-E2D1-4B9F-8070-BB5D75153383}" presName="wedge1" presStyleLbl="node1" presStyleIdx="0" presStyleCnt="3" custLinFactNeighborX="598" custLinFactNeighborY="-1161"/>
      <dgm:spPr/>
    </dgm:pt>
    <dgm:pt modelId="{90779A39-65E8-4741-BBBF-F55FC053CCD7}" type="pres">
      <dgm:prSet presAssocID="{B3D103A4-E2D1-4B9F-8070-BB5D75153383}" presName="wedge1Tx" presStyleLbl="node1" presStyleIdx="0" presStyleCnt="3">
        <dgm:presLayoutVars>
          <dgm:chMax val="0"/>
          <dgm:chPref val="0"/>
          <dgm:bulletEnabled val="1"/>
        </dgm:presLayoutVars>
      </dgm:prSet>
      <dgm:spPr/>
    </dgm:pt>
    <dgm:pt modelId="{CEE4DE88-848D-42E4-87E1-CC78A11F43A9}" type="pres">
      <dgm:prSet presAssocID="{B3D103A4-E2D1-4B9F-8070-BB5D75153383}" presName="wedge2" presStyleLbl="node1" presStyleIdx="1" presStyleCnt="3"/>
      <dgm:spPr/>
    </dgm:pt>
    <dgm:pt modelId="{41AF7AC1-8226-4DC6-8161-D500E7CE1559}" type="pres">
      <dgm:prSet presAssocID="{B3D103A4-E2D1-4B9F-8070-BB5D75153383}" presName="wedge2Tx" presStyleLbl="node1" presStyleIdx="1" presStyleCnt="3">
        <dgm:presLayoutVars>
          <dgm:chMax val="0"/>
          <dgm:chPref val="0"/>
          <dgm:bulletEnabled val="1"/>
        </dgm:presLayoutVars>
      </dgm:prSet>
      <dgm:spPr/>
    </dgm:pt>
    <dgm:pt modelId="{0ACF150D-F2EC-476C-9F58-1C04BABAD1CC}" type="pres">
      <dgm:prSet presAssocID="{B3D103A4-E2D1-4B9F-8070-BB5D75153383}" presName="wedge3" presStyleLbl="node1" presStyleIdx="2" presStyleCnt="3"/>
      <dgm:spPr/>
    </dgm:pt>
    <dgm:pt modelId="{26647A44-2E47-417A-8023-8845B006A4DD}" type="pres">
      <dgm:prSet presAssocID="{B3D103A4-E2D1-4B9F-8070-BB5D75153383}" presName="wedge3Tx" presStyleLbl="node1" presStyleIdx="2" presStyleCnt="3">
        <dgm:presLayoutVars>
          <dgm:chMax val="0"/>
          <dgm:chPref val="0"/>
          <dgm:bulletEnabled val="1"/>
        </dgm:presLayoutVars>
      </dgm:prSet>
      <dgm:spPr/>
    </dgm:pt>
  </dgm:ptLst>
  <dgm:cxnLst>
    <dgm:cxn modelId="{2AA7E011-3F4C-4FE0-83D7-8D5D86A00C9C}" srcId="{B3D103A4-E2D1-4B9F-8070-BB5D75153383}" destId="{BCB5A787-6230-484F-95DD-1A6E14CB78FD}" srcOrd="2" destOrd="0" parTransId="{6CBEFA3D-FF7C-4169-B6A3-9CF12CF78EBF}" sibTransId="{2C02708F-7E72-494F-98AB-A7274444E782}"/>
    <dgm:cxn modelId="{C80E7A3E-F883-47F8-BDDC-B199AA94C390}" srcId="{B3D103A4-E2D1-4B9F-8070-BB5D75153383}" destId="{6F32700D-9955-4E99-8931-3318AF8B4DB4}" srcOrd="0" destOrd="0" parTransId="{1786E72F-7116-4A30-8DF1-7109181B753D}" sibTransId="{9423A079-5CD8-4127-A93E-64DBE8DDE031}"/>
    <dgm:cxn modelId="{50D53041-4CCA-4E54-83B9-88A5FF045096}" type="presOf" srcId="{BCB5A787-6230-484F-95DD-1A6E14CB78FD}" destId="{26647A44-2E47-417A-8023-8845B006A4DD}" srcOrd="1" destOrd="0" presId="urn:microsoft.com/office/officeart/2005/8/layout/chart3"/>
    <dgm:cxn modelId="{B3375D59-68C6-4C6E-96EF-8B0292E2D42F}" type="presOf" srcId="{6F32700D-9955-4E99-8931-3318AF8B4DB4}" destId="{90779A39-65E8-4741-BBBF-F55FC053CCD7}" srcOrd="1" destOrd="0" presId="urn:microsoft.com/office/officeart/2005/8/layout/chart3"/>
    <dgm:cxn modelId="{273DD583-49F7-4417-BA8C-A431C68FD12F}" type="presOf" srcId="{BCB5A787-6230-484F-95DD-1A6E14CB78FD}" destId="{0ACF150D-F2EC-476C-9F58-1C04BABAD1CC}" srcOrd="0" destOrd="0" presId="urn:microsoft.com/office/officeart/2005/8/layout/chart3"/>
    <dgm:cxn modelId="{B1E91F8C-5A37-4CAC-84E6-C0DA0A7503CA}" type="presOf" srcId="{6F32700D-9955-4E99-8931-3318AF8B4DB4}" destId="{5AD66833-F7DE-4872-AA27-D7B44FB5934C}" srcOrd="0" destOrd="0" presId="urn:microsoft.com/office/officeart/2005/8/layout/chart3"/>
    <dgm:cxn modelId="{147BD28F-FDEC-4B61-9DA9-62A15EDF1AB6}" srcId="{B3D103A4-E2D1-4B9F-8070-BB5D75153383}" destId="{AD357BF0-53D9-4306-BFC6-2711EBC4919C}" srcOrd="1" destOrd="0" parTransId="{217559AF-280B-4628-8D3C-88290103EC4B}" sibTransId="{70C48185-E6B6-4A9A-AC1F-CA544BD8F99B}"/>
    <dgm:cxn modelId="{C2D6B7ED-5957-4475-9FE1-2CD37C17F9D1}" type="presOf" srcId="{AD357BF0-53D9-4306-BFC6-2711EBC4919C}" destId="{41AF7AC1-8226-4DC6-8161-D500E7CE1559}" srcOrd="1" destOrd="0" presId="urn:microsoft.com/office/officeart/2005/8/layout/chart3"/>
    <dgm:cxn modelId="{8278A5EE-A218-41EF-8BB3-653F99E6F060}" type="presOf" srcId="{B3D103A4-E2D1-4B9F-8070-BB5D75153383}" destId="{6FD64FC3-E29D-45E5-8093-814D004DDFA2}" srcOrd="0" destOrd="0" presId="urn:microsoft.com/office/officeart/2005/8/layout/chart3"/>
    <dgm:cxn modelId="{8E8091F1-1496-4754-9C07-6A3E86717AC2}" type="presOf" srcId="{AD357BF0-53D9-4306-BFC6-2711EBC4919C}" destId="{CEE4DE88-848D-42E4-87E1-CC78A11F43A9}" srcOrd="0" destOrd="0" presId="urn:microsoft.com/office/officeart/2005/8/layout/chart3"/>
    <dgm:cxn modelId="{67CF07B1-29CC-4FF5-A287-91610E2C831B}" type="presParOf" srcId="{6FD64FC3-E29D-45E5-8093-814D004DDFA2}" destId="{5AD66833-F7DE-4872-AA27-D7B44FB5934C}" srcOrd="0" destOrd="0" presId="urn:microsoft.com/office/officeart/2005/8/layout/chart3"/>
    <dgm:cxn modelId="{8C0F4D5B-01ED-4023-8CA1-D97C109D6446}" type="presParOf" srcId="{6FD64FC3-E29D-45E5-8093-814D004DDFA2}" destId="{90779A39-65E8-4741-BBBF-F55FC053CCD7}" srcOrd="1" destOrd="0" presId="urn:microsoft.com/office/officeart/2005/8/layout/chart3"/>
    <dgm:cxn modelId="{10BB1AEB-1C61-482D-961D-AF733D44207D}" type="presParOf" srcId="{6FD64FC3-E29D-45E5-8093-814D004DDFA2}" destId="{CEE4DE88-848D-42E4-87E1-CC78A11F43A9}" srcOrd="2" destOrd="0" presId="urn:microsoft.com/office/officeart/2005/8/layout/chart3"/>
    <dgm:cxn modelId="{7657CA57-A8A2-41FA-B670-153D44D9896F}" type="presParOf" srcId="{6FD64FC3-E29D-45E5-8093-814D004DDFA2}" destId="{41AF7AC1-8226-4DC6-8161-D500E7CE1559}" srcOrd="3" destOrd="0" presId="urn:microsoft.com/office/officeart/2005/8/layout/chart3"/>
    <dgm:cxn modelId="{03BC22D7-4906-408E-9011-9A334E849273}" type="presParOf" srcId="{6FD64FC3-E29D-45E5-8093-814D004DDFA2}" destId="{0ACF150D-F2EC-476C-9F58-1C04BABAD1CC}" srcOrd="4" destOrd="0" presId="urn:microsoft.com/office/officeart/2005/8/layout/chart3"/>
    <dgm:cxn modelId="{16D89CF8-4082-4F8F-BA8C-CFF81993AA1F}" type="presParOf" srcId="{6FD64FC3-E29D-45E5-8093-814D004DDFA2}" destId="{26647A44-2E47-417A-8023-8845B006A4DD}" srcOrd="5" destOrd="0" presId="urn:microsoft.com/office/officeart/2005/8/layout/chart3"/>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7666E8B1-E325-43EE-9AA7-7367B8237BFB}" type="doc">
      <dgm:prSet loTypeId="urn:microsoft.com/office/officeart/2005/8/layout/process2" loCatId="process" qsTypeId="urn:microsoft.com/office/officeart/2005/8/quickstyle/3d3" qsCatId="3D" csTypeId="urn:microsoft.com/office/officeart/2005/8/colors/accent2_3" csCatId="accent2" phldr="1"/>
      <dgm:spPr/>
    </dgm:pt>
    <dgm:pt modelId="{0DCB4954-398A-4560-A825-9AB8E5479B77}">
      <dgm:prSet phldrT="[Text]"/>
      <dgm:spPr/>
      <dgm:t>
        <a:bodyPr/>
        <a:lstStyle/>
        <a:p>
          <a:r>
            <a:rPr lang="da-DK" dirty="0"/>
            <a:t>User requirements</a:t>
          </a:r>
        </a:p>
      </dgm:t>
    </dgm:pt>
    <dgm:pt modelId="{9B63AF54-6D30-4437-ADED-4CEBBD6F2710}" type="parTrans" cxnId="{094019D4-1134-4732-8791-DC4F44FFAB08}">
      <dgm:prSet/>
      <dgm:spPr/>
      <dgm:t>
        <a:bodyPr/>
        <a:lstStyle/>
        <a:p>
          <a:endParaRPr lang="da-DK"/>
        </a:p>
      </dgm:t>
    </dgm:pt>
    <dgm:pt modelId="{B1BE5B44-0EF0-4A49-98F0-42DA5EA9F14D}" type="sibTrans" cxnId="{094019D4-1134-4732-8791-DC4F44FFAB08}">
      <dgm:prSet/>
      <dgm:spPr/>
      <dgm:t>
        <a:bodyPr/>
        <a:lstStyle/>
        <a:p>
          <a:endParaRPr lang="da-DK"/>
        </a:p>
      </dgm:t>
    </dgm:pt>
    <dgm:pt modelId="{7FFD1221-21DB-41D6-A648-0931ECACC1E2}">
      <dgm:prSet phldrT="[Text]"/>
      <dgm:spPr/>
      <dgm:t>
        <a:bodyPr/>
        <a:lstStyle/>
        <a:p>
          <a:r>
            <a:rPr lang="da-DK" dirty="0"/>
            <a:t>System requirements</a:t>
          </a:r>
        </a:p>
      </dgm:t>
    </dgm:pt>
    <dgm:pt modelId="{11FAF43F-7644-4154-AD61-EC5C05CE3001}" type="parTrans" cxnId="{55D0D2BD-987B-44C2-BBBF-4A24FD355CF3}">
      <dgm:prSet/>
      <dgm:spPr/>
      <dgm:t>
        <a:bodyPr/>
        <a:lstStyle/>
        <a:p>
          <a:endParaRPr lang="da-DK"/>
        </a:p>
      </dgm:t>
    </dgm:pt>
    <dgm:pt modelId="{14D4857D-9215-45C2-A80E-2D805125CD2B}" type="sibTrans" cxnId="{55D0D2BD-987B-44C2-BBBF-4A24FD355CF3}">
      <dgm:prSet/>
      <dgm:spPr/>
      <dgm:t>
        <a:bodyPr/>
        <a:lstStyle/>
        <a:p>
          <a:endParaRPr lang="da-DK"/>
        </a:p>
      </dgm:t>
    </dgm:pt>
    <dgm:pt modelId="{1C6A5316-E5A7-4CE3-899A-06C364EF77A9}">
      <dgm:prSet phldrT="[Text]"/>
      <dgm:spPr/>
      <dgm:t>
        <a:bodyPr/>
        <a:lstStyle/>
        <a:p>
          <a:r>
            <a:rPr lang="da-DK" dirty="0"/>
            <a:t>Global design</a:t>
          </a:r>
        </a:p>
      </dgm:t>
    </dgm:pt>
    <dgm:pt modelId="{FA8E16AF-9EB0-411E-AAC9-DF8DB6B7E92E}" type="parTrans" cxnId="{A600BB74-1FC9-408D-8359-6CEF142EB85A}">
      <dgm:prSet/>
      <dgm:spPr/>
      <dgm:t>
        <a:bodyPr/>
        <a:lstStyle/>
        <a:p>
          <a:endParaRPr lang="da-DK"/>
        </a:p>
      </dgm:t>
    </dgm:pt>
    <dgm:pt modelId="{C635B08C-3615-49C1-ACB1-0AE954172EF5}" type="sibTrans" cxnId="{A600BB74-1FC9-408D-8359-6CEF142EB85A}">
      <dgm:prSet/>
      <dgm:spPr/>
      <dgm:t>
        <a:bodyPr/>
        <a:lstStyle/>
        <a:p>
          <a:endParaRPr lang="da-DK"/>
        </a:p>
      </dgm:t>
    </dgm:pt>
    <dgm:pt modelId="{6FFDE1AB-A81A-4850-8C0E-5791C34EA734}">
      <dgm:prSet phldrT="[Text]"/>
      <dgm:spPr/>
      <dgm:t>
        <a:bodyPr/>
        <a:lstStyle/>
        <a:p>
          <a:r>
            <a:rPr lang="da-DK" dirty="0"/>
            <a:t>Detailed design</a:t>
          </a:r>
        </a:p>
      </dgm:t>
    </dgm:pt>
    <dgm:pt modelId="{5E3B43E8-0D91-4AE8-A8F0-96C754BECDC0}" type="parTrans" cxnId="{FC0ECEA2-728F-4B2A-BEFE-6FCC8467DB36}">
      <dgm:prSet/>
      <dgm:spPr/>
      <dgm:t>
        <a:bodyPr/>
        <a:lstStyle/>
        <a:p>
          <a:endParaRPr lang="da-DK"/>
        </a:p>
      </dgm:t>
    </dgm:pt>
    <dgm:pt modelId="{CF7EA9B5-28FB-459D-AAFF-4A41D6B89D01}" type="sibTrans" cxnId="{FC0ECEA2-728F-4B2A-BEFE-6FCC8467DB36}">
      <dgm:prSet/>
      <dgm:spPr/>
      <dgm:t>
        <a:bodyPr/>
        <a:lstStyle/>
        <a:p>
          <a:endParaRPr lang="da-DK"/>
        </a:p>
      </dgm:t>
    </dgm:pt>
    <dgm:pt modelId="{F76ACCAF-5538-4692-89D2-5A5D4174B6CA}">
      <dgm:prSet phldrT="[Text]"/>
      <dgm:spPr/>
      <dgm:t>
        <a:bodyPr/>
        <a:lstStyle/>
        <a:p>
          <a:r>
            <a:rPr lang="da-DK" dirty="0"/>
            <a:t>Implementation</a:t>
          </a:r>
        </a:p>
      </dgm:t>
    </dgm:pt>
    <dgm:pt modelId="{2D89CE41-8BF4-4E10-B035-5025559CDC3E}" type="parTrans" cxnId="{3B0AA9E8-A06A-42D8-82A8-64A95803C51D}">
      <dgm:prSet/>
      <dgm:spPr/>
      <dgm:t>
        <a:bodyPr/>
        <a:lstStyle/>
        <a:p>
          <a:endParaRPr lang="da-DK"/>
        </a:p>
      </dgm:t>
    </dgm:pt>
    <dgm:pt modelId="{F1E56E8F-6D1F-4E5E-BF1A-C2AD304B3915}" type="sibTrans" cxnId="{3B0AA9E8-A06A-42D8-82A8-64A95803C51D}">
      <dgm:prSet/>
      <dgm:spPr/>
      <dgm:t>
        <a:bodyPr/>
        <a:lstStyle/>
        <a:p>
          <a:endParaRPr lang="da-DK"/>
        </a:p>
      </dgm:t>
    </dgm:pt>
    <dgm:pt modelId="{95B31047-3F4C-44E6-A645-22612E9D2D40}">
      <dgm:prSet phldrT="[Text]"/>
      <dgm:spPr/>
      <dgm:t>
        <a:bodyPr/>
        <a:lstStyle/>
        <a:p>
          <a:r>
            <a:rPr lang="da-DK" dirty="0"/>
            <a:t>Component test</a:t>
          </a:r>
        </a:p>
      </dgm:t>
    </dgm:pt>
    <dgm:pt modelId="{273D3703-1E2E-4C9B-9388-7FAA7FBAEBB3}" type="parTrans" cxnId="{9F15BB5C-712A-4EE0-9F01-4CFCD6BA72DE}">
      <dgm:prSet/>
      <dgm:spPr/>
      <dgm:t>
        <a:bodyPr/>
        <a:lstStyle/>
        <a:p>
          <a:endParaRPr lang="da-DK"/>
        </a:p>
      </dgm:t>
    </dgm:pt>
    <dgm:pt modelId="{BF16B07C-8417-4CE8-8B92-2F81E391FFAA}" type="sibTrans" cxnId="{9F15BB5C-712A-4EE0-9F01-4CFCD6BA72DE}">
      <dgm:prSet/>
      <dgm:spPr/>
      <dgm:t>
        <a:bodyPr/>
        <a:lstStyle/>
        <a:p>
          <a:endParaRPr lang="da-DK"/>
        </a:p>
      </dgm:t>
    </dgm:pt>
    <dgm:pt modelId="{DB14FF00-B105-4E3A-97EA-6F96D3207C8B}">
      <dgm:prSet phldrT="[Text]"/>
      <dgm:spPr/>
      <dgm:t>
        <a:bodyPr/>
        <a:lstStyle/>
        <a:p>
          <a:r>
            <a:rPr lang="da-DK" dirty="0"/>
            <a:t>Integration test</a:t>
          </a:r>
        </a:p>
      </dgm:t>
    </dgm:pt>
    <dgm:pt modelId="{165A3905-2354-4940-BAFB-E8BB750C59FE}" type="parTrans" cxnId="{6251D269-AFBE-46B1-91FE-1D870C1B90BA}">
      <dgm:prSet/>
      <dgm:spPr/>
      <dgm:t>
        <a:bodyPr/>
        <a:lstStyle/>
        <a:p>
          <a:endParaRPr lang="da-DK"/>
        </a:p>
      </dgm:t>
    </dgm:pt>
    <dgm:pt modelId="{0A03EADB-1159-4E8D-9BFC-B14BCAC466FA}" type="sibTrans" cxnId="{6251D269-AFBE-46B1-91FE-1D870C1B90BA}">
      <dgm:prSet/>
      <dgm:spPr/>
      <dgm:t>
        <a:bodyPr/>
        <a:lstStyle/>
        <a:p>
          <a:endParaRPr lang="da-DK"/>
        </a:p>
      </dgm:t>
    </dgm:pt>
    <dgm:pt modelId="{F5930052-1609-4F54-946F-4F63E67A255D}">
      <dgm:prSet phldrT="[Text]"/>
      <dgm:spPr/>
      <dgm:t>
        <a:bodyPr/>
        <a:lstStyle/>
        <a:p>
          <a:r>
            <a:rPr lang="da-DK" dirty="0"/>
            <a:t>System test</a:t>
          </a:r>
        </a:p>
      </dgm:t>
    </dgm:pt>
    <dgm:pt modelId="{56D16D32-F603-4BAD-8693-52ACC2B475FB}" type="parTrans" cxnId="{F19EFAC0-42DC-4FFE-8A08-E0C2853CAA12}">
      <dgm:prSet/>
      <dgm:spPr/>
      <dgm:t>
        <a:bodyPr/>
        <a:lstStyle/>
        <a:p>
          <a:endParaRPr lang="da-DK"/>
        </a:p>
      </dgm:t>
    </dgm:pt>
    <dgm:pt modelId="{E514581F-CAAB-4A1A-99CC-045DBF0C7D41}" type="sibTrans" cxnId="{F19EFAC0-42DC-4FFE-8A08-E0C2853CAA12}">
      <dgm:prSet/>
      <dgm:spPr/>
      <dgm:t>
        <a:bodyPr/>
        <a:lstStyle/>
        <a:p>
          <a:endParaRPr lang="da-DK"/>
        </a:p>
      </dgm:t>
    </dgm:pt>
    <dgm:pt modelId="{4E4B2A11-3147-4ADE-B298-FDB49AE16EB1}">
      <dgm:prSet phldrT="[Text]"/>
      <dgm:spPr/>
      <dgm:t>
        <a:bodyPr/>
        <a:lstStyle/>
        <a:p>
          <a:r>
            <a:rPr lang="da-DK" dirty="0"/>
            <a:t>Acceptance test</a:t>
          </a:r>
        </a:p>
      </dgm:t>
    </dgm:pt>
    <dgm:pt modelId="{B628E715-CFC7-4FBA-8C1E-502CE035BE1C}" type="parTrans" cxnId="{D42E948F-B01A-4006-A967-E8DF7A8A06B4}">
      <dgm:prSet/>
      <dgm:spPr/>
      <dgm:t>
        <a:bodyPr/>
        <a:lstStyle/>
        <a:p>
          <a:endParaRPr lang="da-DK"/>
        </a:p>
      </dgm:t>
    </dgm:pt>
    <dgm:pt modelId="{847D85C6-5CEE-4D54-A829-32B8A941ABC6}" type="sibTrans" cxnId="{D42E948F-B01A-4006-A967-E8DF7A8A06B4}">
      <dgm:prSet/>
      <dgm:spPr/>
      <dgm:t>
        <a:bodyPr/>
        <a:lstStyle/>
        <a:p>
          <a:endParaRPr lang="da-DK"/>
        </a:p>
      </dgm:t>
    </dgm:pt>
    <dgm:pt modelId="{42DBC505-8D3C-4B5B-BF03-37E2C5213D68}" type="pres">
      <dgm:prSet presAssocID="{7666E8B1-E325-43EE-9AA7-7367B8237BFB}" presName="linearFlow" presStyleCnt="0">
        <dgm:presLayoutVars>
          <dgm:resizeHandles val="exact"/>
        </dgm:presLayoutVars>
      </dgm:prSet>
      <dgm:spPr/>
    </dgm:pt>
    <dgm:pt modelId="{E81455F0-5B62-4076-9304-3E2231BBD006}" type="pres">
      <dgm:prSet presAssocID="{0DCB4954-398A-4560-A825-9AB8E5479B77}" presName="node" presStyleLbl="node1" presStyleIdx="0" presStyleCnt="9" custLinFactX="-100000" custLinFactNeighborX="-105782" custLinFactNeighborY="29470">
        <dgm:presLayoutVars>
          <dgm:bulletEnabled val="1"/>
        </dgm:presLayoutVars>
      </dgm:prSet>
      <dgm:spPr/>
    </dgm:pt>
    <dgm:pt modelId="{061AEDA4-C35A-485C-8F07-87497EB81E3F}" type="pres">
      <dgm:prSet presAssocID="{B1BE5B44-0EF0-4A49-98F0-42DA5EA9F14D}" presName="sibTrans" presStyleLbl="sibTrans2D1" presStyleIdx="0" presStyleCnt="8"/>
      <dgm:spPr/>
    </dgm:pt>
    <dgm:pt modelId="{A7969086-38EF-488B-BC33-B66615F565DD}" type="pres">
      <dgm:prSet presAssocID="{B1BE5B44-0EF0-4A49-98F0-42DA5EA9F14D}" presName="connectorText" presStyleLbl="sibTrans2D1" presStyleIdx="0" presStyleCnt="8"/>
      <dgm:spPr/>
    </dgm:pt>
    <dgm:pt modelId="{93ABAE08-1EC1-4739-AE2E-EE6C663CA56F}" type="pres">
      <dgm:prSet presAssocID="{7FFD1221-21DB-41D6-A648-0931ECACC1E2}" presName="node" presStyleLbl="node1" presStyleIdx="1" presStyleCnt="9" custLinFactX="-57849" custLinFactNeighborX="-100000" custLinFactNeighborY="30924">
        <dgm:presLayoutVars>
          <dgm:bulletEnabled val="1"/>
        </dgm:presLayoutVars>
      </dgm:prSet>
      <dgm:spPr/>
    </dgm:pt>
    <dgm:pt modelId="{0043D7D6-AE4C-4D05-8D41-15D7CBCAFAB9}" type="pres">
      <dgm:prSet presAssocID="{14D4857D-9215-45C2-A80E-2D805125CD2B}" presName="sibTrans" presStyleLbl="sibTrans2D1" presStyleIdx="1" presStyleCnt="8"/>
      <dgm:spPr/>
    </dgm:pt>
    <dgm:pt modelId="{43FAABA6-8776-441A-84CD-9C58C88BCAAA}" type="pres">
      <dgm:prSet presAssocID="{14D4857D-9215-45C2-A80E-2D805125CD2B}" presName="connectorText" presStyleLbl="sibTrans2D1" presStyleIdx="1" presStyleCnt="8"/>
      <dgm:spPr/>
    </dgm:pt>
    <dgm:pt modelId="{BD56871B-DBE9-469D-96B5-0F19DE236A33}" type="pres">
      <dgm:prSet presAssocID="{1C6A5316-E5A7-4CE3-899A-06C364EF77A9}" presName="node" presStyleLbl="node1" presStyleIdx="2" presStyleCnt="9" custLinFactX="-9916" custLinFactNeighborX="-100000" custLinFactNeighborY="32378">
        <dgm:presLayoutVars>
          <dgm:bulletEnabled val="1"/>
        </dgm:presLayoutVars>
      </dgm:prSet>
      <dgm:spPr/>
    </dgm:pt>
    <dgm:pt modelId="{BA4E1CD3-4D8D-460D-9419-221EAFCA6887}" type="pres">
      <dgm:prSet presAssocID="{C635B08C-3615-49C1-ACB1-0AE954172EF5}" presName="sibTrans" presStyleLbl="sibTrans2D1" presStyleIdx="2" presStyleCnt="8"/>
      <dgm:spPr/>
    </dgm:pt>
    <dgm:pt modelId="{41478012-C1DC-41CE-986F-67A3ED47153E}" type="pres">
      <dgm:prSet presAssocID="{C635B08C-3615-49C1-ACB1-0AE954172EF5}" presName="connectorText" presStyleLbl="sibTrans2D1" presStyleIdx="2" presStyleCnt="8"/>
      <dgm:spPr/>
    </dgm:pt>
    <dgm:pt modelId="{66D6BA9B-8A71-483C-B8BF-882AEA73F842}" type="pres">
      <dgm:prSet presAssocID="{6FFDE1AB-A81A-4850-8C0E-5791C34EA734}" presName="node" presStyleLbl="node1" presStyleIdx="3" presStyleCnt="9" custLinFactNeighborX="-61983" custLinFactNeighborY="51667">
        <dgm:presLayoutVars>
          <dgm:bulletEnabled val="1"/>
        </dgm:presLayoutVars>
      </dgm:prSet>
      <dgm:spPr/>
    </dgm:pt>
    <dgm:pt modelId="{D630AF8B-AD21-481F-8CDD-2C3122343747}" type="pres">
      <dgm:prSet presAssocID="{CF7EA9B5-28FB-459D-AAFF-4A41D6B89D01}" presName="sibTrans" presStyleLbl="sibTrans2D1" presStyleIdx="3" presStyleCnt="8"/>
      <dgm:spPr/>
    </dgm:pt>
    <dgm:pt modelId="{A5E9E5DD-6747-47F5-907A-8C0E70D635C9}" type="pres">
      <dgm:prSet presAssocID="{CF7EA9B5-28FB-459D-AAFF-4A41D6B89D01}" presName="connectorText" presStyleLbl="sibTrans2D1" presStyleIdx="3" presStyleCnt="8"/>
      <dgm:spPr/>
    </dgm:pt>
    <dgm:pt modelId="{C24A2BAE-8966-422A-98E4-4341584A2025}" type="pres">
      <dgm:prSet presAssocID="{F76ACCAF-5538-4692-89D2-5A5D4174B6CA}" presName="node" presStyleLbl="node1" presStyleIdx="4" presStyleCnt="9" custLinFactNeighborX="-9916" custLinFactNeighborY="89905">
        <dgm:presLayoutVars>
          <dgm:bulletEnabled val="1"/>
        </dgm:presLayoutVars>
      </dgm:prSet>
      <dgm:spPr/>
    </dgm:pt>
    <dgm:pt modelId="{ED710E2C-9F35-45A5-AAF8-2C1F6BCAD4E4}" type="pres">
      <dgm:prSet presAssocID="{F1E56E8F-6D1F-4E5E-BF1A-C2AD304B3915}" presName="sibTrans" presStyleLbl="sibTrans2D1" presStyleIdx="4" presStyleCnt="8"/>
      <dgm:spPr/>
    </dgm:pt>
    <dgm:pt modelId="{056C372D-BF24-4729-AA1B-D805F9427826}" type="pres">
      <dgm:prSet presAssocID="{F1E56E8F-6D1F-4E5E-BF1A-C2AD304B3915}" presName="connectorText" presStyleLbl="sibTrans2D1" presStyleIdx="4" presStyleCnt="8"/>
      <dgm:spPr/>
    </dgm:pt>
    <dgm:pt modelId="{38E958C2-B360-447C-A7C0-6B4CFCD9FD31}" type="pres">
      <dgm:prSet presAssocID="{95B31047-3F4C-44E6-A645-22612E9D2D40}" presName="node" presStyleLbl="node1" presStyleIdx="5" presStyleCnt="9" custLinFactY="-174167" custLinFactNeighborX="44008" custLinFactNeighborY="-200000">
        <dgm:presLayoutVars>
          <dgm:bulletEnabled val="1"/>
        </dgm:presLayoutVars>
      </dgm:prSet>
      <dgm:spPr/>
    </dgm:pt>
    <dgm:pt modelId="{C940FA6C-1B23-4D6E-9306-C1476708FFF3}" type="pres">
      <dgm:prSet presAssocID="{BF16B07C-8417-4CE8-8B92-2F81E391FFAA}" presName="sibTrans" presStyleLbl="sibTrans2D1" presStyleIdx="5" presStyleCnt="8"/>
      <dgm:spPr/>
    </dgm:pt>
    <dgm:pt modelId="{97FC07BF-853B-4F91-B88B-3D2E4C0D6609}" type="pres">
      <dgm:prSet presAssocID="{BF16B07C-8417-4CE8-8B92-2F81E391FFAA}" presName="connectorText" presStyleLbl="sibTrans2D1" presStyleIdx="5" presStyleCnt="8"/>
      <dgm:spPr/>
    </dgm:pt>
    <dgm:pt modelId="{FF8FAE49-9D81-45DC-AC03-6DFBDDC461BE}" type="pres">
      <dgm:prSet presAssocID="{DB14FF00-B105-4E3A-97EA-6F96D3207C8B}" presName="node" presStyleLbl="node1" presStyleIdx="6" presStyleCnt="9" custLinFactY="-377603" custLinFactNeighborX="93799" custLinFactNeighborY="-400000">
        <dgm:presLayoutVars>
          <dgm:bulletEnabled val="1"/>
        </dgm:presLayoutVars>
      </dgm:prSet>
      <dgm:spPr/>
    </dgm:pt>
    <dgm:pt modelId="{3458D357-6B23-4D8D-9B66-32AD429D9CDF}" type="pres">
      <dgm:prSet presAssocID="{0A03EADB-1159-4E8D-9BFC-B14BCAC466FA}" presName="sibTrans" presStyleLbl="sibTrans2D1" presStyleIdx="6" presStyleCnt="8"/>
      <dgm:spPr/>
    </dgm:pt>
    <dgm:pt modelId="{FD27739A-AC67-48FA-ABC7-47CC7A08D5DE}" type="pres">
      <dgm:prSet presAssocID="{0A03EADB-1159-4E8D-9BFC-B14BCAC466FA}" presName="connectorText" presStyleLbl="sibTrans2D1" presStyleIdx="6" presStyleCnt="8"/>
      <dgm:spPr/>
    </dgm:pt>
    <dgm:pt modelId="{6F593D2D-C596-4233-94A6-08BD1D0A547D}" type="pres">
      <dgm:prSet presAssocID="{F5930052-1609-4F54-946F-4F63E67A255D}" presName="node" presStyleLbl="node1" presStyleIdx="7" presStyleCnt="9" custLinFactX="41732" custLinFactY="-565841" custLinFactNeighborX="100000" custLinFactNeighborY="-600000">
        <dgm:presLayoutVars>
          <dgm:bulletEnabled val="1"/>
        </dgm:presLayoutVars>
      </dgm:prSet>
      <dgm:spPr/>
    </dgm:pt>
    <dgm:pt modelId="{2E2C3956-F47D-449A-93DD-A3266CD09A2C}" type="pres">
      <dgm:prSet presAssocID="{E514581F-CAAB-4A1A-99CC-045DBF0C7D41}" presName="sibTrans" presStyleLbl="sibTrans2D1" presStyleIdx="7" presStyleCnt="8"/>
      <dgm:spPr/>
    </dgm:pt>
    <dgm:pt modelId="{84BA4FC5-B38C-45FB-BE38-5B65C4C1BDC3}" type="pres">
      <dgm:prSet presAssocID="{E514581F-CAAB-4A1A-99CC-045DBF0C7D41}" presName="connectorText" presStyleLbl="sibTrans2D1" presStyleIdx="7" presStyleCnt="8"/>
      <dgm:spPr/>
    </dgm:pt>
    <dgm:pt modelId="{30FEC809-3987-4DD0-A4EE-A3EBF08592B2}" type="pres">
      <dgm:prSet presAssocID="{4E4B2A11-3147-4ADE-B298-FDB49AE16EB1}" presName="node" presStyleLbl="node1" presStyleIdx="8" presStyleCnt="9" custLinFactX="89665" custLinFactY="-777119" custLinFactNeighborX="100000" custLinFactNeighborY="-800000">
        <dgm:presLayoutVars>
          <dgm:bulletEnabled val="1"/>
        </dgm:presLayoutVars>
      </dgm:prSet>
      <dgm:spPr/>
    </dgm:pt>
  </dgm:ptLst>
  <dgm:cxnLst>
    <dgm:cxn modelId="{50BA3308-9DF3-42EE-B033-F04FED18E182}" type="presOf" srcId="{BF16B07C-8417-4CE8-8B92-2F81E391FFAA}" destId="{97FC07BF-853B-4F91-B88B-3D2E4C0D6609}" srcOrd="1" destOrd="0" presId="urn:microsoft.com/office/officeart/2005/8/layout/process2"/>
    <dgm:cxn modelId="{0EB3261E-840B-4225-ADC4-AEDFFF094886}" type="presOf" srcId="{7FFD1221-21DB-41D6-A648-0931ECACC1E2}" destId="{93ABAE08-1EC1-4739-AE2E-EE6C663CA56F}" srcOrd="0" destOrd="0" presId="urn:microsoft.com/office/officeart/2005/8/layout/process2"/>
    <dgm:cxn modelId="{ABAADA2D-3718-4C5B-9B84-BE575CD82A8B}" type="presOf" srcId="{B1BE5B44-0EF0-4A49-98F0-42DA5EA9F14D}" destId="{A7969086-38EF-488B-BC33-B66615F565DD}" srcOrd="1" destOrd="0" presId="urn:microsoft.com/office/officeart/2005/8/layout/process2"/>
    <dgm:cxn modelId="{9F15BB5C-712A-4EE0-9F01-4CFCD6BA72DE}" srcId="{7666E8B1-E325-43EE-9AA7-7367B8237BFB}" destId="{95B31047-3F4C-44E6-A645-22612E9D2D40}" srcOrd="5" destOrd="0" parTransId="{273D3703-1E2E-4C9B-9388-7FAA7FBAEBB3}" sibTransId="{BF16B07C-8417-4CE8-8B92-2F81E391FFAA}"/>
    <dgm:cxn modelId="{13485246-989D-4745-A070-4DF21E9CEE7B}" type="presOf" srcId="{BF16B07C-8417-4CE8-8B92-2F81E391FFAA}" destId="{C940FA6C-1B23-4D6E-9306-C1476708FFF3}" srcOrd="0" destOrd="0" presId="urn:microsoft.com/office/officeart/2005/8/layout/process2"/>
    <dgm:cxn modelId="{0484F767-FD4B-4C4C-99B3-13F48CF76873}" type="presOf" srcId="{CF7EA9B5-28FB-459D-AAFF-4A41D6B89D01}" destId="{D630AF8B-AD21-481F-8CDD-2C3122343747}" srcOrd="0" destOrd="0" presId="urn:microsoft.com/office/officeart/2005/8/layout/process2"/>
    <dgm:cxn modelId="{1FF96848-5D76-49AA-8CA8-90DF6BBC862B}" type="presOf" srcId="{6FFDE1AB-A81A-4850-8C0E-5791C34EA734}" destId="{66D6BA9B-8A71-483C-B8BF-882AEA73F842}" srcOrd="0" destOrd="0" presId="urn:microsoft.com/office/officeart/2005/8/layout/process2"/>
    <dgm:cxn modelId="{6251D269-AFBE-46B1-91FE-1D870C1B90BA}" srcId="{7666E8B1-E325-43EE-9AA7-7367B8237BFB}" destId="{DB14FF00-B105-4E3A-97EA-6F96D3207C8B}" srcOrd="6" destOrd="0" parTransId="{165A3905-2354-4940-BAFB-E8BB750C59FE}" sibTransId="{0A03EADB-1159-4E8D-9BFC-B14BCAC466FA}"/>
    <dgm:cxn modelId="{1AB8AD74-E5DC-4105-8440-F79C3F898F2E}" type="presOf" srcId="{F76ACCAF-5538-4692-89D2-5A5D4174B6CA}" destId="{C24A2BAE-8966-422A-98E4-4341584A2025}" srcOrd="0" destOrd="0" presId="urn:microsoft.com/office/officeart/2005/8/layout/process2"/>
    <dgm:cxn modelId="{A600BB74-1FC9-408D-8359-6CEF142EB85A}" srcId="{7666E8B1-E325-43EE-9AA7-7367B8237BFB}" destId="{1C6A5316-E5A7-4CE3-899A-06C364EF77A9}" srcOrd="2" destOrd="0" parTransId="{FA8E16AF-9EB0-411E-AAC9-DF8DB6B7E92E}" sibTransId="{C635B08C-3615-49C1-ACB1-0AE954172EF5}"/>
    <dgm:cxn modelId="{A54A2878-3B25-4311-9F5A-15BE607A714B}" type="presOf" srcId="{E514581F-CAAB-4A1A-99CC-045DBF0C7D41}" destId="{2E2C3956-F47D-449A-93DD-A3266CD09A2C}" srcOrd="0" destOrd="0" presId="urn:microsoft.com/office/officeart/2005/8/layout/process2"/>
    <dgm:cxn modelId="{296BFE78-85B7-4EE0-9B4C-B319CB3C0D47}" type="presOf" srcId="{F1E56E8F-6D1F-4E5E-BF1A-C2AD304B3915}" destId="{ED710E2C-9F35-45A5-AAF8-2C1F6BCAD4E4}" srcOrd="0" destOrd="0" presId="urn:microsoft.com/office/officeart/2005/8/layout/process2"/>
    <dgm:cxn modelId="{7E524780-2A64-4895-B8C8-4033216D1567}" type="presOf" srcId="{F5930052-1609-4F54-946F-4F63E67A255D}" destId="{6F593D2D-C596-4233-94A6-08BD1D0A547D}" srcOrd="0" destOrd="0" presId="urn:microsoft.com/office/officeart/2005/8/layout/process2"/>
    <dgm:cxn modelId="{B1671C81-47C8-450F-9847-9556F1D1755B}" type="presOf" srcId="{DB14FF00-B105-4E3A-97EA-6F96D3207C8B}" destId="{FF8FAE49-9D81-45DC-AC03-6DFBDDC461BE}" srcOrd="0" destOrd="0" presId="urn:microsoft.com/office/officeart/2005/8/layout/process2"/>
    <dgm:cxn modelId="{62EC778C-49B9-4B78-8D7B-93C2D4FBA0B3}" type="presOf" srcId="{C635B08C-3615-49C1-ACB1-0AE954172EF5}" destId="{BA4E1CD3-4D8D-460D-9419-221EAFCA6887}" srcOrd="0" destOrd="0" presId="urn:microsoft.com/office/officeart/2005/8/layout/process2"/>
    <dgm:cxn modelId="{D42E948F-B01A-4006-A967-E8DF7A8A06B4}" srcId="{7666E8B1-E325-43EE-9AA7-7367B8237BFB}" destId="{4E4B2A11-3147-4ADE-B298-FDB49AE16EB1}" srcOrd="8" destOrd="0" parTransId="{B628E715-CFC7-4FBA-8C1E-502CE035BE1C}" sibTransId="{847D85C6-5CEE-4D54-A829-32B8A941ABC6}"/>
    <dgm:cxn modelId="{D08DBF93-2E33-45AD-B236-F7D3F95D0636}" type="presOf" srcId="{CF7EA9B5-28FB-459D-AAFF-4A41D6B89D01}" destId="{A5E9E5DD-6747-47F5-907A-8C0E70D635C9}" srcOrd="1" destOrd="0" presId="urn:microsoft.com/office/officeart/2005/8/layout/process2"/>
    <dgm:cxn modelId="{14C08194-C3AB-4CED-968D-BE2DC7796690}" type="presOf" srcId="{14D4857D-9215-45C2-A80E-2D805125CD2B}" destId="{43FAABA6-8776-441A-84CD-9C58C88BCAAA}" srcOrd="1" destOrd="0" presId="urn:microsoft.com/office/officeart/2005/8/layout/process2"/>
    <dgm:cxn modelId="{760B2698-FE45-44EA-A0C6-55866488B951}" type="presOf" srcId="{F1E56E8F-6D1F-4E5E-BF1A-C2AD304B3915}" destId="{056C372D-BF24-4729-AA1B-D805F9427826}" srcOrd="1" destOrd="0" presId="urn:microsoft.com/office/officeart/2005/8/layout/process2"/>
    <dgm:cxn modelId="{7552109B-20EB-401A-8BC2-E45EB6E1D9EA}" type="presOf" srcId="{1C6A5316-E5A7-4CE3-899A-06C364EF77A9}" destId="{BD56871B-DBE9-469D-96B5-0F19DE236A33}" srcOrd="0" destOrd="0" presId="urn:microsoft.com/office/officeart/2005/8/layout/process2"/>
    <dgm:cxn modelId="{463E6D9F-E29E-4E1F-A6D9-B47C46DE337C}" type="presOf" srcId="{7666E8B1-E325-43EE-9AA7-7367B8237BFB}" destId="{42DBC505-8D3C-4B5B-BF03-37E2C5213D68}" srcOrd="0" destOrd="0" presId="urn:microsoft.com/office/officeart/2005/8/layout/process2"/>
    <dgm:cxn modelId="{FC0ECEA2-728F-4B2A-BEFE-6FCC8467DB36}" srcId="{7666E8B1-E325-43EE-9AA7-7367B8237BFB}" destId="{6FFDE1AB-A81A-4850-8C0E-5791C34EA734}" srcOrd="3" destOrd="0" parTransId="{5E3B43E8-0D91-4AE8-A8F0-96C754BECDC0}" sibTransId="{CF7EA9B5-28FB-459D-AAFF-4A41D6B89D01}"/>
    <dgm:cxn modelId="{7C750BA4-79A9-441F-A379-03EEE7AA8DC4}" type="presOf" srcId="{0A03EADB-1159-4E8D-9BFC-B14BCAC466FA}" destId="{3458D357-6B23-4D8D-9B66-32AD429D9CDF}" srcOrd="0" destOrd="0" presId="urn:microsoft.com/office/officeart/2005/8/layout/process2"/>
    <dgm:cxn modelId="{55D0D2BD-987B-44C2-BBBF-4A24FD355CF3}" srcId="{7666E8B1-E325-43EE-9AA7-7367B8237BFB}" destId="{7FFD1221-21DB-41D6-A648-0931ECACC1E2}" srcOrd="1" destOrd="0" parTransId="{11FAF43F-7644-4154-AD61-EC5C05CE3001}" sibTransId="{14D4857D-9215-45C2-A80E-2D805125CD2B}"/>
    <dgm:cxn modelId="{4A9D96BF-2440-49E1-BDF5-FC6EF433AACC}" type="presOf" srcId="{E514581F-CAAB-4A1A-99CC-045DBF0C7D41}" destId="{84BA4FC5-B38C-45FB-BE38-5B65C4C1BDC3}" srcOrd="1" destOrd="0" presId="urn:microsoft.com/office/officeart/2005/8/layout/process2"/>
    <dgm:cxn modelId="{F19EFAC0-42DC-4FFE-8A08-E0C2853CAA12}" srcId="{7666E8B1-E325-43EE-9AA7-7367B8237BFB}" destId="{F5930052-1609-4F54-946F-4F63E67A255D}" srcOrd="7" destOrd="0" parTransId="{56D16D32-F603-4BAD-8693-52ACC2B475FB}" sibTransId="{E514581F-CAAB-4A1A-99CC-045DBF0C7D41}"/>
    <dgm:cxn modelId="{191BF4C9-8508-4123-9221-5432418EB257}" type="presOf" srcId="{C635B08C-3615-49C1-ACB1-0AE954172EF5}" destId="{41478012-C1DC-41CE-986F-67A3ED47153E}" srcOrd="1" destOrd="0" presId="urn:microsoft.com/office/officeart/2005/8/layout/process2"/>
    <dgm:cxn modelId="{C40EEDCB-50C3-4D4C-9274-83C69D3B47B3}" type="presOf" srcId="{0DCB4954-398A-4560-A825-9AB8E5479B77}" destId="{E81455F0-5B62-4076-9304-3E2231BBD006}" srcOrd="0" destOrd="0" presId="urn:microsoft.com/office/officeart/2005/8/layout/process2"/>
    <dgm:cxn modelId="{094019D4-1134-4732-8791-DC4F44FFAB08}" srcId="{7666E8B1-E325-43EE-9AA7-7367B8237BFB}" destId="{0DCB4954-398A-4560-A825-9AB8E5479B77}" srcOrd="0" destOrd="0" parTransId="{9B63AF54-6D30-4437-ADED-4CEBBD6F2710}" sibTransId="{B1BE5B44-0EF0-4A49-98F0-42DA5EA9F14D}"/>
    <dgm:cxn modelId="{16537FD9-B6AF-4A7E-9DB4-232C0DEF339D}" type="presOf" srcId="{4E4B2A11-3147-4ADE-B298-FDB49AE16EB1}" destId="{30FEC809-3987-4DD0-A4EE-A3EBF08592B2}" srcOrd="0" destOrd="0" presId="urn:microsoft.com/office/officeart/2005/8/layout/process2"/>
    <dgm:cxn modelId="{5E3CBFDC-070B-4534-B990-3306FF251DE7}" type="presOf" srcId="{0A03EADB-1159-4E8D-9BFC-B14BCAC466FA}" destId="{FD27739A-AC67-48FA-ABC7-47CC7A08D5DE}" srcOrd="1" destOrd="0" presId="urn:microsoft.com/office/officeart/2005/8/layout/process2"/>
    <dgm:cxn modelId="{176D00E7-FA16-4B3F-AF0D-F393D05D63A8}" type="presOf" srcId="{14D4857D-9215-45C2-A80E-2D805125CD2B}" destId="{0043D7D6-AE4C-4D05-8D41-15D7CBCAFAB9}" srcOrd="0" destOrd="0" presId="urn:microsoft.com/office/officeart/2005/8/layout/process2"/>
    <dgm:cxn modelId="{3B0AA9E8-A06A-42D8-82A8-64A95803C51D}" srcId="{7666E8B1-E325-43EE-9AA7-7367B8237BFB}" destId="{F76ACCAF-5538-4692-89D2-5A5D4174B6CA}" srcOrd="4" destOrd="0" parTransId="{2D89CE41-8BF4-4E10-B035-5025559CDC3E}" sibTransId="{F1E56E8F-6D1F-4E5E-BF1A-C2AD304B3915}"/>
    <dgm:cxn modelId="{A4F24CEA-4E4F-48CB-869C-C98266164813}" type="presOf" srcId="{B1BE5B44-0EF0-4A49-98F0-42DA5EA9F14D}" destId="{061AEDA4-C35A-485C-8F07-87497EB81E3F}" srcOrd="0" destOrd="0" presId="urn:microsoft.com/office/officeart/2005/8/layout/process2"/>
    <dgm:cxn modelId="{EE739FF5-B272-455A-B3E2-EEAC8BB19E5D}" type="presOf" srcId="{95B31047-3F4C-44E6-A645-22612E9D2D40}" destId="{38E958C2-B360-447C-A7C0-6B4CFCD9FD31}" srcOrd="0" destOrd="0" presId="urn:microsoft.com/office/officeart/2005/8/layout/process2"/>
    <dgm:cxn modelId="{40664A31-217D-4E8D-8697-60D431C0427A}" type="presParOf" srcId="{42DBC505-8D3C-4B5B-BF03-37E2C5213D68}" destId="{E81455F0-5B62-4076-9304-3E2231BBD006}" srcOrd="0" destOrd="0" presId="urn:microsoft.com/office/officeart/2005/8/layout/process2"/>
    <dgm:cxn modelId="{C0A90F7D-FB6B-4A6A-82CD-653EB72FE5A0}" type="presParOf" srcId="{42DBC505-8D3C-4B5B-BF03-37E2C5213D68}" destId="{061AEDA4-C35A-485C-8F07-87497EB81E3F}" srcOrd="1" destOrd="0" presId="urn:microsoft.com/office/officeart/2005/8/layout/process2"/>
    <dgm:cxn modelId="{5DD3197A-D7BB-47C2-903F-6D3829ED0594}" type="presParOf" srcId="{061AEDA4-C35A-485C-8F07-87497EB81E3F}" destId="{A7969086-38EF-488B-BC33-B66615F565DD}" srcOrd="0" destOrd="0" presId="urn:microsoft.com/office/officeart/2005/8/layout/process2"/>
    <dgm:cxn modelId="{8A45F7B5-D503-4048-906A-DD440E8D9BA9}" type="presParOf" srcId="{42DBC505-8D3C-4B5B-BF03-37E2C5213D68}" destId="{93ABAE08-1EC1-4739-AE2E-EE6C663CA56F}" srcOrd="2" destOrd="0" presId="urn:microsoft.com/office/officeart/2005/8/layout/process2"/>
    <dgm:cxn modelId="{3B31A2D6-B606-4D54-9A01-6C3E46833D4D}" type="presParOf" srcId="{42DBC505-8D3C-4B5B-BF03-37E2C5213D68}" destId="{0043D7D6-AE4C-4D05-8D41-15D7CBCAFAB9}" srcOrd="3" destOrd="0" presId="urn:microsoft.com/office/officeart/2005/8/layout/process2"/>
    <dgm:cxn modelId="{6E3154F0-450F-40C0-956E-7124F63A6A88}" type="presParOf" srcId="{0043D7D6-AE4C-4D05-8D41-15D7CBCAFAB9}" destId="{43FAABA6-8776-441A-84CD-9C58C88BCAAA}" srcOrd="0" destOrd="0" presId="urn:microsoft.com/office/officeart/2005/8/layout/process2"/>
    <dgm:cxn modelId="{D2755B4F-9B2E-400F-94FD-3495AABFBB6F}" type="presParOf" srcId="{42DBC505-8D3C-4B5B-BF03-37E2C5213D68}" destId="{BD56871B-DBE9-469D-96B5-0F19DE236A33}" srcOrd="4" destOrd="0" presId="urn:microsoft.com/office/officeart/2005/8/layout/process2"/>
    <dgm:cxn modelId="{658C8934-BAF3-4840-805A-D48782ED90A2}" type="presParOf" srcId="{42DBC505-8D3C-4B5B-BF03-37E2C5213D68}" destId="{BA4E1CD3-4D8D-460D-9419-221EAFCA6887}" srcOrd="5" destOrd="0" presId="urn:microsoft.com/office/officeart/2005/8/layout/process2"/>
    <dgm:cxn modelId="{98C43EDF-6927-48CE-8677-7EFE036E9879}" type="presParOf" srcId="{BA4E1CD3-4D8D-460D-9419-221EAFCA6887}" destId="{41478012-C1DC-41CE-986F-67A3ED47153E}" srcOrd="0" destOrd="0" presId="urn:microsoft.com/office/officeart/2005/8/layout/process2"/>
    <dgm:cxn modelId="{518E3703-BE7F-4F36-B4E4-8D11638C5465}" type="presParOf" srcId="{42DBC505-8D3C-4B5B-BF03-37E2C5213D68}" destId="{66D6BA9B-8A71-483C-B8BF-882AEA73F842}" srcOrd="6" destOrd="0" presId="urn:microsoft.com/office/officeart/2005/8/layout/process2"/>
    <dgm:cxn modelId="{C6091D3C-2E0C-4B1D-9455-161A146B0D66}" type="presParOf" srcId="{42DBC505-8D3C-4B5B-BF03-37E2C5213D68}" destId="{D630AF8B-AD21-481F-8CDD-2C3122343747}" srcOrd="7" destOrd="0" presId="urn:microsoft.com/office/officeart/2005/8/layout/process2"/>
    <dgm:cxn modelId="{98ED2610-763D-4128-8B76-32A515738067}" type="presParOf" srcId="{D630AF8B-AD21-481F-8CDD-2C3122343747}" destId="{A5E9E5DD-6747-47F5-907A-8C0E70D635C9}" srcOrd="0" destOrd="0" presId="urn:microsoft.com/office/officeart/2005/8/layout/process2"/>
    <dgm:cxn modelId="{94E31D27-4769-4B7B-8223-90AC504E20A7}" type="presParOf" srcId="{42DBC505-8D3C-4B5B-BF03-37E2C5213D68}" destId="{C24A2BAE-8966-422A-98E4-4341584A2025}" srcOrd="8" destOrd="0" presId="urn:microsoft.com/office/officeart/2005/8/layout/process2"/>
    <dgm:cxn modelId="{7847152C-4231-4B12-AE81-79F71A913A2D}" type="presParOf" srcId="{42DBC505-8D3C-4B5B-BF03-37E2C5213D68}" destId="{ED710E2C-9F35-45A5-AAF8-2C1F6BCAD4E4}" srcOrd="9" destOrd="0" presId="urn:microsoft.com/office/officeart/2005/8/layout/process2"/>
    <dgm:cxn modelId="{89DC9439-1C0F-4412-88AF-65E9C343E1FA}" type="presParOf" srcId="{ED710E2C-9F35-45A5-AAF8-2C1F6BCAD4E4}" destId="{056C372D-BF24-4729-AA1B-D805F9427826}" srcOrd="0" destOrd="0" presId="urn:microsoft.com/office/officeart/2005/8/layout/process2"/>
    <dgm:cxn modelId="{D1BCCB87-F0DA-421E-8CDA-482FAC18469F}" type="presParOf" srcId="{42DBC505-8D3C-4B5B-BF03-37E2C5213D68}" destId="{38E958C2-B360-447C-A7C0-6B4CFCD9FD31}" srcOrd="10" destOrd="0" presId="urn:microsoft.com/office/officeart/2005/8/layout/process2"/>
    <dgm:cxn modelId="{1EB6D892-EB7E-4273-A555-2260B298A74E}" type="presParOf" srcId="{42DBC505-8D3C-4B5B-BF03-37E2C5213D68}" destId="{C940FA6C-1B23-4D6E-9306-C1476708FFF3}" srcOrd="11" destOrd="0" presId="urn:microsoft.com/office/officeart/2005/8/layout/process2"/>
    <dgm:cxn modelId="{5AC30BAA-15A3-4502-95BC-4EE111EE7BD5}" type="presParOf" srcId="{C940FA6C-1B23-4D6E-9306-C1476708FFF3}" destId="{97FC07BF-853B-4F91-B88B-3D2E4C0D6609}" srcOrd="0" destOrd="0" presId="urn:microsoft.com/office/officeart/2005/8/layout/process2"/>
    <dgm:cxn modelId="{EE932F38-0D3B-49E4-BB8A-33D6EA4CF165}" type="presParOf" srcId="{42DBC505-8D3C-4B5B-BF03-37E2C5213D68}" destId="{FF8FAE49-9D81-45DC-AC03-6DFBDDC461BE}" srcOrd="12" destOrd="0" presId="urn:microsoft.com/office/officeart/2005/8/layout/process2"/>
    <dgm:cxn modelId="{78A0D03E-90A1-4449-B891-336962B06D61}" type="presParOf" srcId="{42DBC505-8D3C-4B5B-BF03-37E2C5213D68}" destId="{3458D357-6B23-4D8D-9B66-32AD429D9CDF}" srcOrd="13" destOrd="0" presId="urn:microsoft.com/office/officeart/2005/8/layout/process2"/>
    <dgm:cxn modelId="{6E0F2B81-BA97-494C-B776-B8E7F60AC298}" type="presParOf" srcId="{3458D357-6B23-4D8D-9B66-32AD429D9CDF}" destId="{FD27739A-AC67-48FA-ABC7-47CC7A08D5DE}" srcOrd="0" destOrd="0" presId="urn:microsoft.com/office/officeart/2005/8/layout/process2"/>
    <dgm:cxn modelId="{3F0C641F-8646-4D05-B92B-AE2782AB79CC}" type="presParOf" srcId="{42DBC505-8D3C-4B5B-BF03-37E2C5213D68}" destId="{6F593D2D-C596-4233-94A6-08BD1D0A547D}" srcOrd="14" destOrd="0" presId="urn:microsoft.com/office/officeart/2005/8/layout/process2"/>
    <dgm:cxn modelId="{0646317F-B615-4EA8-984B-31ACAFA4793C}" type="presParOf" srcId="{42DBC505-8D3C-4B5B-BF03-37E2C5213D68}" destId="{2E2C3956-F47D-449A-93DD-A3266CD09A2C}" srcOrd="15" destOrd="0" presId="urn:microsoft.com/office/officeart/2005/8/layout/process2"/>
    <dgm:cxn modelId="{C8583E44-D32D-45F8-8BEF-52E7A67EDA9E}" type="presParOf" srcId="{2E2C3956-F47D-449A-93DD-A3266CD09A2C}" destId="{84BA4FC5-B38C-45FB-BE38-5B65C4C1BDC3}" srcOrd="0" destOrd="0" presId="urn:microsoft.com/office/officeart/2005/8/layout/process2"/>
    <dgm:cxn modelId="{7D3CA662-BC14-43CC-BCAC-34937F282423}" type="presParOf" srcId="{42DBC505-8D3C-4B5B-BF03-37E2C5213D68}" destId="{30FEC809-3987-4DD0-A4EE-A3EBF08592B2}" srcOrd="16" destOrd="0" presId="urn:microsoft.com/office/officeart/2005/8/layout/process2"/>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5AD66833-F7DE-4872-AA27-D7B44FB5934C}">
      <dsp:nvSpPr>
        <dsp:cNvPr id="0" name=""/>
        <dsp:cNvSpPr/>
      </dsp:nvSpPr>
      <dsp:spPr>
        <a:xfrm>
          <a:off x="1828186" y="302481"/>
          <a:ext cx="4399920" cy="4399920"/>
        </a:xfrm>
        <a:prstGeom prst="pie">
          <a:avLst>
            <a:gd name="adj1" fmla="val 16200000"/>
            <a:gd name="adj2" fmla="val 1800000"/>
          </a:avLst>
        </a:prstGeom>
        <a:solidFill>
          <a:schemeClr val="accent4">
            <a:hueOff val="0"/>
            <a:satOff val="0"/>
            <a:lumOff val="0"/>
            <a:alphaOff val="0"/>
          </a:schemeClr>
        </a:solidFill>
        <a:ln>
          <a:noFill/>
        </a:ln>
        <a:effectLst>
          <a:outerShdw blurRad="40000" dist="23000" dir="5400000" rotWithShape="0">
            <a:srgbClr val="000000">
              <a:alpha val="35000"/>
            </a:srgbClr>
          </a:outerShdw>
        </a:effectLst>
        <a:sp3d extrusionH="152250" prstMaterial="matte">
          <a:bevelT w="165100" prst="coolSlant"/>
        </a:sp3d>
      </dsp:spPr>
      <dsp:style>
        <a:lnRef idx="0">
          <a:scrgbClr r="0" g="0" b="0"/>
        </a:lnRef>
        <a:fillRef idx="1">
          <a:scrgbClr r="0" g="0" b="0"/>
        </a:fillRef>
        <a:effectRef idx="2">
          <a:scrgbClr r="0" g="0" b="0"/>
        </a:effectRef>
        <a:fontRef idx="minor">
          <a:schemeClr val="lt1"/>
        </a:fontRef>
      </dsp:style>
      <dsp:txBody>
        <a:bodyPr spcFirstLastPara="0" vert="horz" wrap="square" lIns="52070" tIns="52070" rIns="52070" bIns="52070" numCol="1" spcCol="1270" anchor="ctr" anchorCtr="0">
          <a:noAutofit/>
          <a:sp3d extrusionH="28000" prstMaterial="matte"/>
        </a:bodyPr>
        <a:lstStyle/>
        <a:p>
          <a:pPr marL="0" lvl="0" indent="0" algn="ctr" defTabSz="1822450">
            <a:lnSpc>
              <a:spcPct val="90000"/>
            </a:lnSpc>
            <a:spcBef>
              <a:spcPct val="0"/>
            </a:spcBef>
            <a:spcAft>
              <a:spcPct val="35000"/>
            </a:spcAft>
            <a:buNone/>
          </a:pPr>
          <a:r>
            <a:rPr lang="da-DK" sz="4100" kern="1200" dirty="0"/>
            <a:t>Test</a:t>
          </a:r>
        </a:p>
      </dsp:txBody>
      <dsp:txXfrm>
        <a:off x="4220380" y="1114371"/>
        <a:ext cx="1492830" cy="1466640"/>
      </dsp:txXfrm>
    </dsp:sp>
    <dsp:sp modelId="{CEE4DE88-848D-42E4-87E1-CC78A11F43A9}">
      <dsp:nvSpPr>
        <dsp:cNvPr id="0" name=""/>
        <dsp:cNvSpPr/>
      </dsp:nvSpPr>
      <dsp:spPr>
        <a:xfrm>
          <a:off x="1575069" y="484514"/>
          <a:ext cx="4399920" cy="4399920"/>
        </a:xfrm>
        <a:prstGeom prst="pie">
          <a:avLst>
            <a:gd name="adj1" fmla="val 1800000"/>
            <a:gd name="adj2" fmla="val 9000000"/>
          </a:avLst>
        </a:prstGeom>
        <a:solidFill>
          <a:schemeClr val="accent4">
            <a:hueOff val="-5653250"/>
            <a:satOff val="31741"/>
            <a:lumOff val="-10196"/>
            <a:alphaOff val="0"/>
          </a:schemeClr>
        </a:solidFill>
        <a:ln>
          <a:noFill/>
        </a:ln>
        <a:effectLst>
          <a:outerShdw blurRad="40000" dist="23000" dir="5400000" rotWithShape="0">
            <a:srgbClr val="000000">
              <a:alpha val="35000"/>
            </a:srgbClr>
          </a:outerShdw>
        </a:effectLst>
        <a:sp3d extrusionH="152250" prstMaterial="matte">
          <a:bevelT w="165100" prst="coolSlant"/>
        </a:sp3d>
      </dsp:spPr>
      <dsp:style>
        <a:lnRef idx="0">
          <a:scrgbClr r="0" g="0" b="0"/>
        </a:lnRef>
        <a:fillRef idx="1">
          <a:scrgbClr r="0" g="0" b="0"/>
        </a:fillRef>
        <a:effectRef idx="2">
          <a:scrgbClr r="0" g="0" b="0"/>
        </a:effectRef>
        <a:fontRef idx="minor">
          <a:schemeClr val="lt1"/>
        </a:fontRef>
      </dsp:style>
      <dsp:txBody>
        <a:bodyPr spcFirstLastPara="0" vert="horz" wrap="square" lIns="52070" tIns="52070" rIns="52070" bIns="52070" numCol="1" spcCol="1270" anchor="ctr" anchorCtr="0">
          <a:noAutofit/>
          <a:sp3d extrusionH="28000" prstMaterial="matte"/>
        </a:bodyPr>
        <a:lstStyle/>
        <a:p>
          <a:pPr marL="0" lvl="0" indent="0" algn="ctr" defTabSz="1822450">
            <a:lnSpc>
              <a:spcPct val="90000"/>
            </a:lnSpc>
            <a:spcBef>
              <a:spcPct val="0"/>
            </a:spcBef>
            <a:spcAft>
              <a:spcPct val="35000"/>
            </a:spcAft>
            <a:buNone/>
          </a:pPr>
          <a:r>
            <a:rPr lang="da-DK" sz="4100" kern="1200" dirty="0"/>
            <a:t>Analyse</a:t>
          </a:r>
        </a:p>
      </dsp:txBody>
      <dsp:txXfrm>
        <a:off x="2779809" y="3260655"/>
        <a:ext cx="1990440" cy="1361880"/>
      </dsp:txXfrm>
    </dsp:sp>
    <dsp:sp modelId="{0ACF150D-F2EC-476C-9F58-1C04BABAD1CC}">
      <dsp:nvSpPr>
        <dsp:cNvPr id="0" name=""/>
        <dsp:cNvSpPr/>
      </dsp:nvSpPr>
      <dsp:spPr>
        <a:xfrm>
          <a:off x="1575069" y="484514"/>
          <a:ext cx="4399920" cy="4399920"/>
        </a:xfrm>
        <a:prstGeom prst="pie">
          <a:avLst>
            <a:gd name="adj1" fmla="val 9000000"/>
            <a:gd name="adj2" fmla="val 16200000"/>
          </a:avLst>
        </a:prstGeom>
        <a:solidFill>
          <a:schemeClr val="accent4">
            <a:hueOff val="-11306501"/>
            <a:satOff val="63482"/>
            <a:lumOff val="-20392"/>
            <a:alphaOff val="0"/>
          </a:schemeClr>
        </a:solidFill>
        <a:ln>
          <a:noFill/>
        </a:ln>
        <a:effectLst>
          <a:outerShdw blurRad="40000" dist="23000" dir="5400000" rotWithShape="0">
            <a:srgbClr val="000000">
              <a:alpha val="35000"/>
            </a:srgbClr>
          </a:outerShdw>
        </a:effectLst>
        <a:sp3d extrusionH="152250" prstMaterial="matte">
          <a:bevelT w="165100" prst="coolSlant"/>
        </a:sp3d>
      </dsp:spPr>
      <dsp:style>
        <a:lnRef idx="0">
          <a:scrgbClr r="0" g="0" b="0"/>
        </a:lnRef>
        <a:fillRef idx="1">
          <a:scrgbClr r="0" g="0" b="0"/>
        </a:fillRef>
        <a:effectRef idx="2">
          <a:scrgbClr r="0" g="0" b="0"/>
        </a:effectRef>
        <a:fontRef idx="minor">
          <a:schemeClr val="lt1"/>
        </a:fontRef>
      </dsp:style>
      <dsp:txBody>
        <a:bodyPr spcFirstLastPara="0" vert="horz" wrap="square" lIns="52070" tIns="52070" rIns="52070" bIns="52070" numCol="1" spcCol="1270" anchor="ctr" anchorCtr="0">
          <a:noAutofit/>
          <a:sp3d extrusionH="28000" prstMaterial="matte"/>
        </a:bodyPr>
        <a:lstStyle/>
        <a:p>
          <a:pPr marL="0" lvl="0" indent="0" algn="ctr" defTabSz="1822450">
            <a:lnSpc>
              <a:spcPct val="90000"/>
            </a:lnSpc>
            <a:spcBef>
              <a:spcPct val="0"/>
            </a:spcBef>
            <a:spcAft>
              <a:spcPct val="35000"/>
            </a:spcAft>
            <a:buNone/>
          </a:pPr>
          <a:r>
            <a:rPr lang="da-DK" sz="4100" kern="1200" dirty="0"/>
            <a:t>Build</a:t>
          </a:r>
        </a:p>
      </dsp:txBody>
      <dsp:txXfrm>
        <a:off x="2046489" y="1348784"/>
        <a:ext cx="1492830" cy="1466640"/>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E81455F0-5B62-4076-9304-3E2231BBD006}">
      <dsp:nvSpPr>
        <dsp:cNvPr id="0" name=""/>
        <dsp:cNvSpPr/>
      </dsp:nvSpPr>
      <dsp:spPr>
        <a:xfrm>
          <a:off x="0" y="54121"/>
          <a:ext cx="1426210" cy="363383"/>
        </a:xfrm>
        <a:prstGeom prst="roundRect">
          <a:avLst>
            <a:gd name="adj" fmla="val 10000"/>
          </a:avLst>
        </a:prstGeom>
        <a:solidFill>
          <a:schemeClr val="accent2">
            <a:shade val="80000"/>
            <a:hueOff val="0"/>
            <a:satOff val="0"/>
            <a:lumOff val="0"/>
            <a:alphaOff val="0"/>
          </a:schemeClr>
        </a:solidFill>
        <a:ln>
          <a:noFill/>
        </a:ln>
        <a:effectLst>
          <a:outerShdw blurRad="40000" dist="23000" dir="5400000" rotWithShape="0">
            <a:srgbClr val="000000">
              <a:alpha val="35000"/>
            </a:srgbClr>
          </a:outerShdw>
        </a:effectLst>
        <a:scene3d>
          <a:camera prst="orthographicFront">
            <a:rot lat="0" lon="0" rev="0"/>
          </a:camera>
          <a:lightRig rig="contrasting" dir="t">
            <a:rot lat="0" lon="0" rev="1200000"/>
          </a:lightRig>
        </a:scene3d>
        <a:sp3d contourW="19050" prstMaterial="metal">
          <a:bevelT w="88900" h="203200"/>
          <a:bevelB w="165100" h="254000"/>
        </a:sp3d>
      </dsp:spPr>
      <dsp:style>
        <a:lnRef idx="0">
          <a:scrgbClr r="0" g="0" b="0"/>
        </a:lnRef>
        <a:fillRef idx="1">
          <a:scrgbClr r="0" g="0" b="0"/>
        </a:fillRef>
        <a:effectRef idx="2">
          <a:scrgbClr r="0" g="0" b="0"/>
        </a:effectRef>
        <a:fontRef idx="minor">
          <a:schemeClr val="lt1"/>
        </a:fontRef>
      </dsp:style>
      <dsp:txBody>
        <a:bodyPr spcFirstLastPara="0" vert="horz" wrap="square" lIns="41910" tIns="41910" rIns="41910" bIns="41910" numCol="1" spcCol="1270" anchor="ctr" anchorCtr="0">
          <a:noAutofit/>
        </a:bodyPr>
        <a:lstStyle/>
        <a:p>
          <a:pPr marL="0" lvl="0" indent="0" algn="ctr" defTabSz="488950">
            <a:lnSpc>
              <a:spcPct val="90000"/>
            </a:lnSpc>
            <a:spcBef>
              <a:spcPct val="0"/>
            </a:spcBef>
            <a:spcAft>
              <a:spcPct val="35000"/>
            </a:spcAft>
            <a:buNone/>
          </a:pPr>
          <a:r>
            <a:rPr lang="da-DK" sz="1100" kern="1200" dirty="0"/>
            <a:t>User requirements</a:t>
          </a:r>
        </a:p>
      </dsp:txBody>
      <dsp:txXfrm>
        <a:off x="10643" y="64764"/>
        <a:ext cx="1404924" cy="342097"/>
      </dsp:txXfrm>
    </dsp:sp>
    <dsp:sp modelId="{061AEDA4-C35A-485C-8F07-87497EB81E3F}">
      <dsp:nvSpPr>
        <dsp:cNvPr id="0" name=""/>
        <dsp:cNvSpPr/>
      </dsp:nvSpPr>
      <dsp:spPr>
        <a:xfrm rot="3795386">
          <a:off x="773697" y="427910"/>
          <a:ext cx="154810" cy="163522"/>
        </a:xfrm>
        <a:prstGeom prst="rightArrow">
          <a:avLst>
            <a:gd name="adj1" fmla="val 60000"/>
            <a:gd name="adj2" fmla="val 50000"/>
          </a:avLst>
        </a:prstGeom>
        <a:solidFill>
          <a:schemeClr val="accent2">
            <a:shade val="90000"/>
            <a:hueOff val="0"/>
            <a:satOff val="0"/>
            <a:lumOff val="0"/>
            <a:alphaOff val="0"/>
          </a:schemeClr>
        </a:solidFill>
        <a:ln>
          <a:noFill/>
        </a:ln>
        <a:effectLst/>
        <a:scene3d>
          <a:camera prst="orthographicFront">
            <a:rot lat="0" lon="0" rev="0"/>
          </a:camera>
          <a:lightRig rig="contrasting" dir="t">
            <a:rot lat="0" lon="0" rev="1200000"/>
          </a:lightRig>
        </a:scene3d>
        <a:sp3d z="-182000" contourW="19050" prstMaterial="metal">
          <a:bevelT w="88900" h="203200"/>
          <a:bevelB w="165100" h="254000"/>
        </a:sp3d>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355600">
            <a:lnSpc>
              <a:spcPct val="90000"/>
            </a:lnSpc>
            <a:spcBef>
              <a:spcPct val="0"/>
            </a:spcBef>
            <a:spcAft>
              <a:spcPct val="35000"/>
            </a:spcAft>
            <a:buNone/>
          </a:pPr>
          <a:endParaRPr lang="da-DK" sz="800" kern="1200"/>
        </a:p>
      </dsp:txBody>
      <dsp:txXfrm rot="-5400000">
        <a:off x="791595" y="434751"/>
        <a:ext cx="98114" cy="108367"/>
      </dsp:txXfrm>
    </dsp:sp>
    <dsp:sp modelId="{93ABAE08-1EC1-4739-AE2E-EE6C663CA56F}">
      <dsp:nvSpPr>
        <dsp:cNvPr id="0" name=""/>
        <dsp:cNvSpPr/>
      </dsp:nvSpPr>
      <dsp:spPr>
        <a:xfrm>
          <a:off x="275995" y="601839"/>
          <a:ext cx="1426210" cy="363383"/>
        </a:xfrm>
        <a:prstGeom prst="roundRect">
          <a:avLst>
            <a:gd name="adj" fmla="val 10000"/>
          </a:avLst>
        </a:prstGeom>
        <a:solidFill>
          <a:schemeClr val="accent2">
            <a:shade val="80000"/>
            <a:hueOff val="0"/>
            <a:satOff val="0"/>
            <a:lumOff val="7298"/>
            <a:alphaOff val="0"/>
          </a:schemeClr>
        </a:solidFill>
        <a:ln>
          <a:noFill/>
        </a:ln>
        <a:effectLst>
          <a:outerShdw blurRad="40000" dist="23000" dir="5400000" rotWithShape="0">
            <a:srgbClr val="000000">
              <a:alpha val="35000"/>
            </a:srgbClr>
          </a:outerShdw>
        </a:effectLst>
        <a:scene3d>
          <a:camera prst="orthographicFront">
            <a:rot lat="0" lon="0" rev="0"/>
          </a:camera>
          <a:lightRig rig="contrasting" dir="t">
            <a:rot lat="0" lon="0" rev="1200000"/>
          </a:lightRig>
        </a:scene3d>
        <a:sp3d contourW="19050" prstMaterial="metal">
          <a:bevelT w="88900" h="203200"/>
          <a:bevelB w="165100" h="254000"/>
        </a:sp3d>
      </dsp:spPr>
      <dsp:style>
        <a:lnRef idx="0">
          <a:scrgbClr r="0" g="0" b="0"/>
        </a:lnRef>
        <a:fillRef idx="1">
          <a:scrgbClr r="0" g="0" b="0"/>
        </a:fillRef>
        <a:effectRef idx="2">
          <a:scrgbClr r="0" g="0" b="0"/>
        </a:effectRef>
        <a:fontRef idx="minor">
          <a:schemeClr val="lt1"/>
        </a:fontRef>
      </dsp:style>
      <dsp:txBody>
        <a:bodyPr spcFirstLastPara="0" vert="horz" wrap="square" lIns="41910" tIns="41910" rIns="41910" bIns="41910" numCol="1" spcCol="1270" anchor="ctr" anchorCtr="0">
          <a:noAutofit/>
        </a:bodyPr>
        <a:lstStyle/>
        <a:p>
          <a:pPr marL="0" lvl="0" indent="0" algn="ctr" defTabSz="488950">
            <a:lnSpc>
              <a:spcPct val="90000"/>
            </a:lnSpc>
            <a:spcBef>
              <a:spcPct val="0"/>
            </a:spcBef>
            <a:spcAft>
              <a:spcPct val="35000"/>
            </a:spcAft>
            <a:buNone/>
          </a:pPr>
          <a:r>
            <a:rPr lang="da-DK" sz="1100" kern="1200" dirty="0"/>
            <a:t>System requirements</a:t>
          </a:r>
        </a:p>
      </dsp:txBody>
      <dsp:txXfrm>
        <a:off x="286638" y="612482"/>
        <a:ext cx="1404924" cy="342097"/>
      </dsp:txXfrm>
    </dsp:sp>
    <dsp:sp modelId="{0043D7D6-AE4C-4D05-8D41-15D7CBCAFAB9}">
      <dsp:nvSpPr>
        <dsp:cNvPr id="0" name=""/>
        <dsp:cNvSpPr/>
      </dsp:nvSpPr>
      <dsp:spPr>
        <a:xfrm rot="2322093">
          <a:off x="1220359" y="975628"/>
          <a:ext cx="221107" cy="163522"/>
        </a:xfrm>
        <a:prstGeom prst="rightArrow">
          <a:avLst>
            <a:gd name="adj1" fmla="val 60000"/>
            <a:gd name="adj2" fmla="val 50000"/>
          </a:avLst>
        </a:prstGeom>
        <a:solidFill>
          <a:schemeClr val="accent2">
            <a:shade val="90000"/>
            <a:hueOff val="0"/>
            <a:satOff val="0"/>
            <a:lumOff val="8340"/>
            <a:alphaOff val="0"/>
          </a:schemeClr>
        </a:solidFill>
        <a:ln>
          <a:noFill/>
        </a:ln>
        <a:effectLst/>
        <a:scene3d>
          <a:camera prst="orthographicFront">
            <a:rot lat="0" lon="0" rev="0"/>
          </a:camera>
          <a:lightRig rig="contrasting" dir="t">
            <a:rot lat="0" lon="0" rev="1200000"/>
          </a:lightRig>
        </a:scene3d>
        <a:sp3d z="-182000" contourW="19050" prstMaterial="metal">
          <a:bevelT w="88900" h="203200"/>
          <a:bevelB w="165100" h="254000"/>
        </a:sp3d>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311150">
            <a:lnSpc>
              <a:spcPct val="90000"/>
            </a:lnSpc>
            <a:spcBef>
              <a:spcPct val="0"/>
            </a:spcBef>
            <a:spcAft>
              <a:spcPct val="35000"/>
            </a:spcAft>
            <a:buNone/>
          </a:pPr>
          <a:endParaRPr lang="da-DK" sz="700" kern="1200"/>
        </a:p>
      </dsp:txBody>
      <dsp:txXfrm>
        <a:off x="1225745" y="992995"/>
        <a:ext cx="172050" cy="98114"/>
      </dsp:txXfrm>
    </dsp:sp>
    <dsp:sp modelId="{BD56871B-DBE9-469D-96B5-0F19DE236A33}">
      <dsp:nvSpPr>
        <dsp:cNvPr id="0" name=""/>
        <dsp:cNvSpPr/>
      </dsp:nvSpPr>
      <dsp:spPr>
        <a:xfrm>
          <a:off x="959620" y="1149556"/>
          <a:ext cx="1426210" cy="363383"/>
        </a:xfrm>
        <a:prstGeom prst="roundRect">
          <a:avLst>
            <a:gd name="adj" fmla="val 10000"/>
          </a:avLst>
        </a:prstGeom>
        <a:solidFill>
          <a:schemeClr val="accent2">
            <a:shade val="80000"/>
            <a:hueOff val="0"/>
            <a:satOff val="0"/>
            <a:lumOff val="14596"/>
            <a:alphaOff val="0"/>
          </a:schemeClr>
        </a:solidFill>
        <a:ln>
          <a:noFill/>
        </a:ln>
        <a:effectLst>
          <a:outerShdw blurRad="40000" dist="23000" dir="5400000" rotWithShape="0">
            <a:srgbClr val="000000">
              <a:alpha val="35000"/>
            </a:srgbClr>
          </a:outerShdw>
        </a:effectLst>
        <a:scene3d>
          <a:camera prst="orthographicFront">
            <a:rot lat="0" lon="0" rev="0"/>
          </a:camera>
          <a:lightRig rig="contrasting" dir="t">
            <a:rot lat="0" lon="0" rev="1200000"/>
          </a:lightRig>
        </a:scene3d>
        <a:sp3d contourW="19050" prstMaterial="metal">
          <a:bevelT w="88900" h="203200"/>
          <a:bevelB w="165100" h="254000"/>
        </a:sp3d>
      </dsp:spPr>
      <dsp:style>
        <a:lnRef idx="0">
          <a:scrgbClr r="0" g="0" b="0"/>
        </a:lnRef>
        <a:fillRef idx="1">
          <a:scrgbClr r="0" g="0" b="0"/>
        </a:fillRef>
        <a:effectRef idx="2">
          <a:scrgbClr r="0" g="0" b="0"/>
        </a:effectRef>
        <a:fontRef idx="minor">
          <a:schemeClr val="lt1"/>
        </a:fontRef>
      </dsp:style>
      <dsp:txBody>
        <a:bodyPr spcFirstLastPara="0" vert="horz" wrap="square" lIns="41910" tIns="41910" rIns="41910" bIns="41910" numCol="1" spcCol="1270" anchor="ctr" anchorCtr="0">
          <a:noAutofit/>
        </a:bodyPr>
        <a:lstStyle/>
        <a:p>
          <a:pPr marL="0" lvl="0" indent="0" algn="ctr" defTabSz="488950">
            <a:lnSpc>
              <a:spcPct val="90000"/>
            </a:lnSpc>
            <a:spcBef>
              <a:spcPct val="0"/>
            </a:spcBef>
            <a:spcAft>
              <a:spcPct val="35000"/>
            </a:spcAft>
            <a:buNone/>
          </a:pPr>
          <a:r>
            <a:rPr lang="da-DK" sz="1100" kern="1200" dirty="0"/>
            <a:t>Global design</a:t>
          </a:r>
        </a:p>
      </dsp:txBody>
      <dsp:txXfrm>
        <a:off x="970263" y="1160199"/>
        <a:ext cx="1404924" cy="342097"/>
      </dsp:txXfrm>
    </dsp:sp>
    <dsp:sp modelId="{BA4E1CD3-4D8D-460D-9419-221EAFCA6887}">
      <dsp:nvSpPr>
        <dsp:cNvPr id="0" name=""/>
        <dsp:cNvSpPr/>
      </dsp:nvSpPr>
      <dsp:spPr>
        <a:xfrm rot="2419069">
          <a:off x="1888923" y="1539548"/>
          <a:ext cx="251231" cy="163522"/>
        </a:xfrm>
        <a:prstGeom prst="rightArrow">
          <a:avLst>
            <a:gd name="adj1" fmla="val 60000"/>
            <a:gd name="adj2" fmla="val 50000"/>
          </a:avLst>
        </a:prstGeom>
        <a:solidFill>
          <a:schemeClr val="accent2">
            <a:shade val="90000"/>
            <a:hueOff val="0"/>
            <a:satOff val="0"/>
            <a:lumOff val="16681"/>
            <a:alphaOff val="0"/>
          </a:schemeClr>
        </a:solidFill>
        <a:ln>
          <a:noFill/>
        </a:ln>
        <a:effectLst/>
        <a:scene3d>
          <a:camera prst="orthographicFront">
            <a:rot lat="0" lon="0" rev="0"/>
          </a:camera>
          <a:lightRig rig="contrasting" dir="t">
            <a:rot lat="0" lon="0" rev="1200000"/>
          </a:lightRig>
        </a:scene3d>
        <a:sp3d z="-182000" contourW="19050" prstMaterial="metal">
          <a:bevelT w="88900" h="203200"/>
          <a:bevelB w="165100" h="254000"/>
        </a:sp3d>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311150">
            <a:lnSpc>
              <a:spcPct val="90000"/>
            </a:lnSpc>
            <a:spcBef>
              <a:spcPct val="0"/>
            </a:spcBef>
            <a:spcAft>
              <a:spcPct val="35000"/>
            </a:spcAft>
            <a:buNone/>
          </a:pPr>
          <a:endParaRPr lang="da-DK" sz="700" kern="1200"/>
        </a:p>
      </dsp:txBody>
      <dsp:txXfrm>
        <a:off x="1894749" y="1556381"/>
        <a:ext cx="202174" cy="98114"/>
      </dsp:txXfrm>
    </dsp:sp>
    <dsp:sp modelId="{66D6BA9B-8A71-483C-B8BF-882AEA73F842}">
      <dsp:nvSpPr>
        <dsp:cNvPr id="0" name=""/>
        <dsp:cNvSpPr/>
      </dsp:nvSpPr>
      <dsp:spPr>
        <a:xfrm>
          <a:off x="1643246" y="1729679"/>
          <a:ext cx="1426210" cy="363383"/>
        </a:xfrm>
        <a:prstGeom prst="roundRect">
          <a:avLst>
            <a:gd name="adj" fmla="val 10000"/>
          </a:avLst>
        </a:prstGeom>
        <a:solidFill>
          <a:schemeClr val="accent2">
            <a:shade val="80000"/>
            <a:hueOff val="0"/>
            <a:satOff val="0"/>
            <a:lumOff val="21894"/>
            <a:alphaOff val="0"/>
          </a:schemeClr>
        </a:solidFill>
        <a:ln>
          <a:noFill/>
        </a:ln>
        <a:effectLst>
          <a:outerShdw blurRad="40000" dist="23000" dir="5400000" rotWithShape="0">
            <a:srgbClr val="000000">
              <a:alpha val="35000"/>
            </a:srgbClr>
          </a:outerShdw>
        </a:effectLst>
        <a:scene3d>
          <a:camera prst="orthographicFront">
            <a:rot lat="0" lon="0" rev="0"/>
          </a:camera>
          <a:lightRig rig="contrasting" dir="t">
            <a:rot lat="0" lon="0" rev="1200000"/>
          </a:lightRig>
        </a:scene3d>
        <a:sp3d contourW="19050" prstMaterial="metal">
          <a:bevelT w="88900" h="203200"/>
          <a:bevelB w="165100" h="254000"/>
        </a:sp3d>
      </dsp:spPr>
      <dsp:style>
        <a:lnRef idx="0">
          <a:scrgbClr r="0" g="0" b="0"/>
        </a:lnRef>
        <a:fillRef idx="1">
          <a:scrgbClr r="0" g="0" b="0"/>
        </a:fillRef>
        <a:effectRef idx="2">
          <a:scrgbClr r="0" g="0" b="0"/>
        </a:effectRef>
        <a:fontRef idx="minor">
          <a:schemeClr val="lt1"/>
        </a:fontRef>
      </dsp:style>
      <dsp:txBody>
        <a:bodyPr spcFirstLastPara="0" vert="horz" wrap="square" lIns="41910" tIns="41910" rIns="41910" bIns="41910" numCol="1" spcCol="1270" anchor="ctr" anchorCtr="0">
          <a:noAutofit/>
        </a:bodyPr>
        <a:lstStyle/>
        <a:p>
          <a:pPr marL="0" lvl="0" indent="0" algn="ctr" defTabSz="488950">
            <a:lnSpc>
              <a:spcPct val="90000"/>
            </a:lnSpc>
            <a:spcBef>
              <a:spcPct val="0"/>
            </a:spcBef>
            <a:spcAft>
              <a:spcPct val="35000"/>
            </a:spcAft>
            <a:buNone/>
          </a:pPr>
          <a:r>
            <a:rPr lang="da-DK" sz="1100" kern="1200" dirty="0"/>
            <a:t>Detailed design</a:t>
          </a:r>
        </a:p>
      </dsp:txBody>
      <dsp:txXfrm>
        <a:off x="1653889" y="1740322"/>
        <a:ext cx="1404924" cy="342097"/>
      </dsp:txXfrm>
    </dsp:sp>
    <dsp:sp modelId="{D630AF8B-AD21-481F-8CDD-2C3122343747}">
      <dsp:nvSpPr>
        <dsp:cNvPr id="0" name=""/>
        <dsp:cNvSpPr/>
      </dsp:nvSpPr>
      <dsp:spPr>
        <a:xfrm rot="2376636">
          <a:off x="2579914" y="2136885"/>
          <a:ext cx="295460" cy="163522"/>
        </a:xfrm>
        <a:prstGeom prst="rightArrow">
          <a:avLst>
            <a:gd name="adj1" fmla="val 60000"/>
            <a:gd name="adj2" fmla="val 50000"/>
          </a:avLst>
        </a:prstGeom>
        <a:solidFill>
          <a:schemeClr val="accent2">
            <a:shade val="90000"/>
            <a:hueOff val="0"/>
            <a:satOff val="0"/>
            <a:lumOff val="25021"/>
            <a:alphaOff val="0"/>
          </a:schemeClr>
        </a:solidFill>
        <a:ln>
          <a:noFill/>
        </a:ln>
        <a:effectLst/>
        <a:scene3d>
          <a:camera prst="orthographicFront">
            <a:rot lat="0" lon="0" rev="0"/>
          </a:camera>
          <a:lightRig rig="contrasting" dir="t">
            <a:rot lat="0" lon="0" rev="1200000"/>
          </a:lightRig>
        </a:scene3d>
        <a:sp3d z="-182000" contourW="19050" prstMaterial="metal">
          <a:bevelT w="88900" h="203200"/>
          <a:bevelB w="165100" h="254000"/>
        </a:sp3d>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311150">
            <a:lnSpc>
              <a:spcPct val="90000"/>
            </a:lnSpc>
            <a:spcBef>
              <a:spcPct val="0"/>
            </a:spcBef>
            <a:spcAft>
              <a:spcPct val="35000"/>
            </a:spcAft>
            <a:buNone/>
          </a:pPr>
          <a:endParaRPr lang="da-DK" sz="700" kern="1200"/>
        </a:p>
      </dsp:txBody>
      <dsp:txXfrm>
        <a:off x="2585546" y="2153950"/>
        <a:ext cx="246403" cy="98114"/>
      </dsp:txXfrm>
    </dsp:sp>
    <dsp:sp modelId="{C24A2BAE-8966-422A-98E4-4341584A2025}">
      <dsp:nvSpPr>
        <dsp:cNvPr id="0" name=""/>
        <dsp:cNvSpPr/>
      </dsp:nvSpPr>
      <dsp:spPr>
        <a:xfrm>
          <a:off x="2385831" y="2344230"/>
          <a:ext cx="1426210" cy="363383"/>
        </a:xfrm>
        <a:prstGeom prst="roundRect">
          <a:avLst>
            <a:gd name="adj" fmla="val 10000"/>
          </a:avLst>
        </a:prstGeom>
        <a:solidFill>
          <a:schemeClr val="accent2">
            <a:shade val="80000"/>
            <a:hueOff val="0"/>
            <a:satOff val="0"/>
            <a:lumOff val="29191"/>
            <a:alphaOff val="0"/>
          </a:schemeClr>
        </a:solidFill>
        <a:ln>
          <a:noFill/>
        </a:ln>
        <a:effectLst>
          <a:outerShdw blurRad="40000" dist="23000" dir="5400000" rotWithShape="0">
            <a:srgbClr val="000000">
              <a:alpha val="35000"/>
            </a:srgbClr>
          </a:outerShdw>
        </a:effectLst>
        <a:scene3d>
          <a:camera prst="orthographicFront">
            <a:rot lat="0" lon="0" rev="0"/>
          </a:camera>
          <a:lightRig rig="contrasting" dir="t">
            <a:rot lat="0" lon="0" rev="1200000"/>
          </a:lightRig>
        </a:scene3d>
        <a:sp3d contourW="19050" prstMaterial="metal">
          <a:bevelT w="88900" h="203200"/>
          <a:bevelB w="165100" h="254000"/>
        </a:sp3d>
      </dsp:spPr>
      <dsp:style>
        <a:lnRef idx="0">
          <a:scrgbClr r="0" g="0" b="0"/>
        </a:lnRef>
        <a:fillRef idx="1">
          <a:scrgbClr r="0" g="0" b="0"/>
        </a:fillRef>
        <a:effectRef idx="2">
          <a:scrgbClr r="0" g="0" b="0"/>
        </a:effectRef>
        <a:fontRef idx="minor">
          <a:schemeClr val="lt1"/>
        </a:fontRef>
      </dsp:style>
      <dsp:txBody>
        <a:bodyPr spcFirstLastPara="0" vert="horz" wrap="square" lIns="41910" tIns="41910" rIns="41910" bIns="41910" numCol="1" spcCol="1270" anchor="ctr" anchorCtr="0">
          <a:noAutofit/>
        </a:bodyPr>
        <a:lstStyle/>
        <a:p>
          <a:pPr marL="0" lvl="0" indent="0" algn="ctr" defTabSz="488950">
            <a:lnSpc>
              <a:spcPct val="90000"/>
            </a:lnSpc>
            <a:spcBef>
              <a:spcPct val="0"/>
            </a:spcBef>
            <a:spcAft>
              <a:spcPct val="35000"/>
            </a:spcAft>
            <a:buNone/>
          </a:pPr>
          <a:r>
            <a:rPr lang="da-DK" sz="1100" kern="1200" dirty="0"/>
            <a:t>Implementation</a:t>
          </a:r>
        </a:p>
      </dsp:txBody>
      <dsp:txXfrm>
        <a:off x="2396474" y="2354873"/>
        <a:ext cx="1404924" cy="342097"/>
      </dsp:txXfrm>
    </dsp:sp>
    <dsp:sp modelId="{ED710E2C-9F35-45A5-AAF8-2C1F6BCAD4E4}">
      <dsp:nvSpPr>
        <dsp:cNvPr id="0" name=""/>
        <dsp:cNvSpPr/>
      </dsp:nvSpPr>
      <dsp:spPr>
        <a:xfrm rot="19282328">
          <a:off x="3332591" y="2136884"/>
          <a:ext cx="301760" cy="163522"/>
        </a:xfrm>
        <a:prstGeom prst="rightArrow">
          <a:avLst>
            <a:gd name="adj1" fmla="val 60000"/>
            <a:gd name="adj2" fmla="val 50000"/>
          </a:avLst>
        </a:prstGeom>
        <a:solidFill>
          <a:schemeClr val="accent2">
            <a:shade val="90000"/>
            <a:hueOff val="0"/>
            <a:satOff val="0"/>
            <a:lumOff val="33362"/>
            <a:alphaOff val="0"/>
          </a:schemeClr>
        </a:solidFill>
        <a:ln>
          <a:noFill/>
        </a:ln>
        <a:effectLst/>
        <a:scene3d>
          <a:camera prst="orthographicFront">
            <a:rot lat="0" lon="0" rev="0"/>
          </a:camera>
          <a:lightRig rig="contrasting" dir="t">
            <a:rot lat="0" lon="0" rev="1200000"/>
          </a:lightRig>
        </a:scene3d>
        <a:sp3d z="-182000" contourW="19050" prstMaterial="metal">
          <a:bevelT w="88900" h="203200"/>
          <a:bevelB w="165100" h="254000"/>
        </a:sp3d>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311150">
            <a:lnSpc>
              <a:spcPct val="90000"/>
            </a:lnSpc>
            <a:spcBef>
              <a:spcPct val="0"/>
            </a:spcBef>
            <a:spcAft>
              <a:spcPct val="35000"/>
            </a:spcAft>
            <a:buNone/>
          </a:pPr>
          <a:endParaRPr lang="da-DK" sz="700" kern="1200"/>
        </a:p>
      </dsp:txBody>
      <dsp:txXfrm>
        <a:off x="3337957" y="2184900"/>
        <a:ext cx="252703" cy="98114"/>
      </dsp:txXfrm>
    </dsp:sp>
    <dsp:sp modelId="{38E958C2-B360-447C-A7C0-6B4CFCD9FD31}">
      <dsp:nvSpPr>
        <dsp:cNvPr id="0" name=""/>
        <dsp:cNvSpPr/>
      </dsp:nvSpPr>
      <dsp:spPr>
        <a:xfrm>
          <a:off x="3154901" y="1729677"/>
          <a:ext cx="1426210" cy="363383"/>
        </a:xfrm>
        <a:prstGeom prst="roundRect">
          <a:avLst>
            <a:gd name="adj" fmla="val 10000"/>
          </a:avLst>
        </a:prstGeom>
        <a:solidFill>
          <a:schemeClr val="accent2">
            <a:shade val="80000"/>
            <a:hueOff val="0"/>
            <a:satOff val="0"/>
            <a:lumOff val="36489"/>
            <a:alphaOff val="0"/>
          </a:schemeClr>
        </a:solidFill>
        <a:ln>
          <a:noFill/>
        </a:ln>
        <a:effectLst>
          <a:outerShdw blurRad="40000" dist="23000" dir="5400000" rotWithShape="0">
            <a:srgbClr val="000000">
              <a:alpha val="35000"/>
            </a:srgbClr>
          </a:outerShdw>
        </a:effectLst>
        <a:scene3d>
          <a:camera prst="orthographicFront">
            <a:rot lat="0" lon="0" rev="0"/>
          </a:camera>
          <a:lightRig rig="contrasting" dir="t">
            <a:rot lat="0" lon="0" rev="1200000"/>
          </a:lightRig>
        </a:scene3d>
        <a:sp3d contourW="19050" prstMaterial="metal">
          <a:bevelT w="88900" h="203200"/>
          <a:bevelB w="165100" h="254000"/>
        </a:sp3d>
      </dsp:spPr>
      <dsp:style>
        <a:lnRef idx="0">
          <a:scrgbClr r="0" g="0" b="0"/>
        </a:lnRef>
        <a:fillRef idx="1">
          <a:scrgbClr r="0" g="0" b="0"/>
        </a:fillRef>
        <a:effectRef idx="2">
          <a:scrgbClr r="0" g="0" b="0"/>
        </a:effectRef>
        <a:fontRef idx="minor">
          <a:schemeClr val="lt1"/>
        </a:fontRef>
      </dsp:style>
      <dsp:txBody>
        <a:bodyPr spcFirstLastPara="0" vert="horz" wrap="square" lIns="41910" tIns="41910" rIns="41910" bIns="41910" numCol="1" spcCol="1270" anchor="ctr" anchorCtr="0">
          <a:noAutofit/>
        </a:bodyPr>
        <a:lstStyle/>
        <a:p>
          <a:pPr marL="0" lvl="0" indent="0" algn="ctr" defTabSz="488950">
            <a:lnSpc>
              <a:spcPct val="90000"/>
            </a:lnSpc>
            <a:spcBef>
              <a:spcPct val="0"/>
            </a:spcBef>
            <a:spcAft>
              <a:spcPct val="35000"/>
            </a:spcAft>
            <a:buNone/>
          </a:pPr>
          <a:r>
            <a:rPr lang="da-DK" sz="1100" kern="1200" dirty="0"/>
            <a:t>Component test</a:t>
          </a:r>
        </a:p>
      </dsp:txBody>
      <dsp:txXfrm>
        <a:off x="3165544" y="1740320"/>
        <a:ext cx="1404924" cy="342097"/>
      </dsp:txXfrm>
    </dsp:sp>
    <dsp:sp modelId="{C940FA6C-1B23-4D6E-9306-C1476708FFF3}">
      <dsp:nvSpPr>
        <dsp:cNvPr id="0" name=""/>
        <dsp:cNvSpPr/>
      </dsp:nvSpPr>
      <dsp:spPr>
        <a:xfrm rot="19311744">
          <a:off x="4105157" y="1550826"/>
          <a:ext cx="235823" cy="163522"/>
        </a:xfrm>
        <a:prstGeom prst="rightArrow">
          <a:avLst>
            <a:gd name="adj1" fmla="val 60000"/>
            <a:gd name="adj2" fmla="val 50000"/>
          </a:avLst>
        </a:prstGeom>
        <a:solidFill>
          <a:schemeClr val="accent2">
            <a:shade val="90000"/>
            <a:hueOff val="0"/>
            <a:satOff val="0"/>
            <a:lumOff val="41702"/>
            <a:alphaOff val="0"/>
          </a:schemeClr>
        </a:solidFill>
        <a:ln>
          <a:noFill/>
        </a:ln>
        <a:effectLst/>
        <a:scene3d>
          <a:camera prst="orthographicFront">
            <a:rot lat="0" lon="0" rev="0"/>
          </a:camera>
          <a:lightRig rig="contrasting" dir="t">
            <a:rot lat="0" lon="0" rev="1200000"/>
          </a:lightRig>
        </a:scene3d>
        <a:sp3d z="-182000" contourW="19050" prstMaterial="metal">
          <a:bevelT w="88900" h="203200"/>
          <a:bevelB w="165100" h="254000"/>
        </a:sp3d>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311150">
            <a:lnSpc>
              <a:spcPct val="90000"/>
            </a:lnSpc>
            <a:spcBef>
              <a:spcPct val="0"/>
            </a:spcBef>
            <a:spcAft>
              <a:spcPct val="35000"/>
            </a:spcAft>
            <a:buNone/>
          </a:pPr>
          <a:endParaRPr lang="da-DK" sz="700" kern="1200"/>
        </a:p>
      </dsp:txBody>
      <dsp:txXfrm>
        <a:off x="4110393" y="1598678"/>
        <a:ext cx="186766" cy="98114"/>
      </dsp:txXfrm>
    </dsp:sp>
    <dsp:sp modelId="{FF8FAE49-9D81-45DC-AC03-6DFBDDC461BE}">
      <dsp:nvSpPr>
        <dsp:cNvPr id="0" name=""/>
        <dsp:cNvSpPr/>
      </dsp:nvSpPr>
      <dsp:spPr>
        <a:xfrm>
          <a:off x="3865026" y="1172115"/>
          <a:ext cx="1426210" cy="363383"/>
        </a:xfrm>
        <a:prstGeom prst="roundRect">
          <a:avLst>
            <a:gd name="adj" fmla="val 10000"/>
          </a:avLst>
        </a:prstGeom>
        <a:solidFill>
          <a:schemeClr val="accent2">
            <a:shade val="80000"/>
            <a:hueOff val="0"/>
            <a:satOff val="0"/>
            <a:lumOff val="43787"/>
            <a:alphaOff val="0"/>
          </a:schemeClr>
        </a:solidFill>
        <a:ln>
          <a:noFill/>
        </a:ln>
        <a:effectLst>
          <a:outerShdw blurRad="40000" dist="23000" dir="5400000" rotWithShape="0">
            <a:srgbClr val="000000">
              <a:alpha val="35000"/>
            </a:srgbClr>
          </a:outerShdw>
        </a:effectLst>
        <a:scene3d>
          <a:camera prst="orthographicFront">
            <a:rot lat="0" lon="0" rev="0"/>
          </a:camera>
          <a:lightRig rig="contrasting" dir="t">
            <a:rot lat="0" lon="0" rev="1200000"/>
          </a:lightRig>
        </a:scene3d>
        <a:sp3d contourW="19050" prstMaterial="metal">
          <a:bevelT w="88900" h="203200"/>
          <a:bevelB w="165100" h="254000"/>
        </a:sp3d>
      </dsp:spPr>
      <dsp:style>
        <a:lnRef idx="0">
          <a:scrgbClr r="0" g="0" b="0"/>
        </a:lnRef>
        <a:fillRef idx="1">
          <a:scrgbClr r="0" g="0" b="0"/>
        </a:fillRef>
        <a:effectRef idx="2">
          <a:scrgbClr r="0" g="0" b="0"/>
        </a:effectRef>
        <a:fontRef idx="minor">
          <a:schemeClr val="lt1"/>
        </a:fontRef>
      </dsp:style>
      <dsp:txBody>
        <a:bodyPr spcFirstLastPara="0" vert="horz" wrap="square" lIns="41910" tIns="41910" rIns="41910" bIns="41910" numCol="1" spcCol="1270" anchor="ctr" anchorCtr="0">
          <a:noAutofit/>
        </a:bodyPr>
        <a:lstStyle/>
        <a:p>
          <a:pPr marL="0" lvl="0" indent="0" algn="ctr" defTabSz="488950">
            <a:lnSpc>
              <a:spcPct val="90000"/>
            </a:lnSpc>
            <a:spcBef>
              <a:spcPct val="0"/>
            </a:spcBef>
            <a:spcAft>
              <a:spcPct val="35000"/>
            </a:spcAft>
            <a:buNone/>
          </a:pPr>
          <a:r>
            <a:rPr lang="da-DK" sz="1100" kern="1200" dirty="0"/>
            <a:t>Integration test</a:t>
          </a:r>
        </a:p>
      </dsp:txBody>
      <dsp:txXfrm>
        <a:off x="3875669" y="1182758"/>
        <a:ext cx="1404924" cy="342097"/>
      </dsp:txXfrm>
    </dsp:sp>
    <dsp:sp modelId="{3458D357-6B23-4D8D-9B66-32AD429D9CDF}">
      <dsp:nvSpPr>
        <dsp:cNvPr id="0" name=""/>
        <dsp:cNvSpPr/>
      </dsp:nvSpPr>
      <dsp:spPr>
        <a:xfrm rot="19421472">
          <a:off x="4831946" y="1020878"/>
          <a:ext cx="175994" cy="163522"/>
        </a:xfrm>
        <a:prstGeom prst="rightArrow">
          <a:avLst>
            <a:gd name="adj1" fmla="val 60000"/>
            <a:gd name="adj2" fmla="val 50000"/>
          </a:avLst>
        </a:prstGeom>
        <a:solidFill>
          <a:schemeClr val="accent2">
            <a:shade val="90000"/>
            <a:hueOff val="0"/>
            <a:satOff val="0"/>
            <a:lumOff val="50043"/>
            <a:alphaOff val="0"/>
          </a:schemeClr>
        </a:solidFill>
        <a:ln>
          <a:noFill/>
        </a:ln>
        <a:effectLst/>
        <a:scene3d>
          <a:camera prst="orthographicFront">
            <a:rot lat="0" lon="0" rev="0"/>
          </a:camera>
          <a:lightRig rig="contrasting" dir="t">
            <a:rot lat="0" lon="0" rev="1200000"/>
          </a:lightRig>
        </a:scene3d>
        <a:sp3d z="-182000" contourW="19050" prstMaterial="metal">
          <a:bevelT w="88900" h="203200"/>
          <a:bevelB w="165100" h="254000"/>
        </a:sp3d>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311150">
            <a:lnSpc>
              <a:spcPct val="90000"/>
            </a:lnSpc>
            <a:spcBef>
              <a:spcPct val="0"/>
            </a:spcBef>
            <a:spcAft>
              <a:spcPct val="35000"/>
            </a:spcAft>
            <a:buNone/>
          </a:pPr>
          <a:endParaRPr lang="da-DK" sz="700" kern="1200"/>
        </a:p>
      </dsp:txBody>
      <dsp:txXfrm>
        <a:off x="4836709" y="1068106"/>
        <a:ext cx="126937" cy="98114"/>
      </dsp:txXfrm>
    </dsp:sp>
    <dsp:sp modelId="{6F593D2D-C596-4233-94A6-08BD1D0A547D}">
      <dsp:nvSpPr>
        <dsp:cNvPr id="0" name=""/>
        <dsp:cNvSpPr/>
      </dsp:nvSpPr>
      <dsp:spPr>
        <a:xfrm>
          <a:off x="4548651" y="669780"/>
          <a:ext cx="1426210" cy="363383"/>
        </a:xfrm>
        <a:prstGeom prst="roundRect">
          <a:avLst>
            <a:gd name="adj" fmla="val 10000"/>
          </a:avLst>
        </a:prstGeom>
        <a:solidFill>
          <a:schemeClr val="accent2">
            <a:shade val="80000"/>
            <a:hueOff val="0"/>
            <a:satOff val="0"/>
            <a:lumOff val="51085"/>
            <a:alphaOff val="0"/>
          </a:schemeClr>
        </a:solidFill>
        <a:ln>
          <a:noFill/>
        </a:ln>
        <a:effectLst>
          <a:outerShdw blurRad="40000" dist="23000" dir="5400000" rotWithShape="0">
            <a:srgbClr val="000000">
              <a:alpha val="35000"/>
            </a:srgbClr>
          </a:outerShdw>
        </a:effectLst>
        <a:scene3d>
          <a:camera prst="orthographicFront">
            <a:rot lat="0" lon="0" rev="0"/>
          </a:camera>
          <a:lightRig rig="contrasting" dir="t">
            <a:rot lat="0" lon="0" rev="1200000"/>
          </a:lightRig>
        </a:scene3d>
        <a:sp3d contourW="19050" prstMaterial="metal">
          <a:bevelT w="88900" h="203200"/>
          <a:bevelB w="165100" h="254000"/>
        </a:sp3d>
      </dsp:spPr>
      <dsp:style>
        <a:lnRef idx="0">
          <a:scrgbClr r="0" g="0" b="0"/>
        </a:lnRef>
        <a:fillRef idx="1">
          <a:scrgbClr r="0" g="0" b="0"/>
        </a:fillRef>
        <a:effectRef idx="2">
          <a:scrgbClr r="0" g="0" b="0"/>
        </a:effectRef>
        <a:fontRef idx="minor">
          <a:schemeClr val="lt1"/>
        </a:fontRef>
      </dsp:style>
      <dsp:txBody>
        <a:bodyPr spcFirstLastPara="0" vert="horz" wrap="square" lIns="41910" tIns="41910" rIns="41910" bIns="41910" numCol="1" spcCol="1270" anchor="ctr" anchorCtr="0">
          <a:noAutofit/>
        </a:bodyPr>
        <a:lstStyle/>
        <a:p>
          <a:pPr marL="0" lvl="0" indent="0" algn="ctr" defTabSz="488950">
            <a:lnSpc>
              <a:spcPct val="90000"/>
            </a:lnSpc>
            <a:spcBef>
              <a:spcPct val="0"/>
            </a:spcBef>
            <a:spcAft>
              <a:spcPct val="35000"/>
            </a:spcAft>
            <a:buNone/>
          </a:pPr>
          <a:r>
            <a:rPr lang="da-DK" sz="1100" kern="1200" dirty="0"/>
            <a:t>System test</a:t>
          </a:r>
        </a:p>
      </dsp:txBody>
      <dsp:txXfrm>
        <a:off x="4559294" y="680423"/>
        <a:ext cx="1404924" cy="342097"/>
      </dsp:txXfrm>
    </dsp:sp>
    <dsp:sp modelId="{2E2C3956-F47D-449A-93DD-A3266CD09A2C}">
      <dsp:nvSpPr>
        <dsp:cNvPr id="0" name=""/>
        <dsp:cNvSpPr/>
      </dsp:nvSpPr>
      <dsp:spPr>
        <a:xfrm rot="18647952">
          <a:off x="5404378" y="476682"/>
          <a:ext cx="220614" cy="163522"/>
        </a:xfrm>
        <a:prstGeom prst="rightArrow">
          <a:avLst>
            <a:gd name="adj1" fmla="val 60000"/>
            <a:gd name="adj2" fmla="val 50000"/>
          </a:avLst>
        </a:prstGeom>
        <a:solidFill>
          <a:schemeClr val="accent2">
            <a:shade val="90000"/>
            <a:hueOff val="0"/>
            <a:satOff val="0"/>
            <a:lumOff val="58383"/>
            <a:alphaOff val="0"/>
          </a:schemeClr>
        </a:solidFill>
        <a:ln>
          <a:noFill/>
        </a:ln>
        <a:effectLst/>
        <a:scene3d>
          <a:camera prst="orthographicFront">
            <a:rot lat="0" lon="0" rev="0"/>
          </a:camera>
          <a:lightRig rig="contrasting" dir="t">
            <a:rot lat="0" lon="0" rev="1200000"/>
          </a:lightRig>
        </a:scene3d>
        <a:sp3d z="-182000" contourW="19050" prstMaterial="metal">
          <a:bevelT w="88900" h="203200"/>
          <a:bevelB w="165100" h="254000"/>
        </a:sp3d>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400050">
            <a:lnSpc>
              <a:spcPct val="90000"/>
            </a:lnSpc>
            <a:spcBef>
              <a:spcPct val="0"/>
            </a:spcBef>
            <a:spcAft>
              <a:spcPct val="35000"/>
            </a:spcAft>
            <a:buNone/>
          </a:pPr>
          <a:endParaRPr lang="da-DK" sz="900" kern="1200"/>
        </a:p>
      </dsp:txBody>
      <dsp:txXfrm rot="5400000">
        <a:off x="5449600" y="491233"/>
        <a:ext cx="98114" cy="171557"/>
      </dsp:txXfrm>
    </dsp:sp>
    <dsp:sp modelId="{30FEC809-3987-4DD0-A4EE-A3EBF08592B2}">
      <dsp:nvSpPr>
        <dsp:cNvPr id="0" name=""/>
        <dsp:cNvSpPr/>
      </dsp:nvSpPr>
      <dsp:spPr>
        <a:xfrm>
          <a:off x="5054509" y="83722"/>
          <a:ext cx="1426210" cy="363383"/>
        </a:xfrm>
        <a:prstGeom prst="roundRect">
          <a:avLst>
            <a:gd name="adj" fmla="val 10000"/>
          </a:avLst>
        </a:prstGeom>
        <a:solidFill>
          <a:schemeClr val="accent2">
            <a:shade val="80000"/>
            <a:hueOff val="0"/>
            <a:satOff val="0"/>
            <a:lumOff val="58383"/>
            <a:alphaOff val="0"/>
          </a:schemeClr>
        </a:solidFill>
        <a:ln>
          <a:noFill/>
        </a:ln>
        <a:effectLst>
          <a:outerShdw blurRad="40000" dist="23000" dir="5400000" rotWithShape="0">
            <a:srgbClr val="000000">
              <a:alpha val="35000"/>
            </a:srgbClr>
          </a:outerShdw>
        </a:effectLst>
        <a:scene3d>
          <a:camera prst="orthographicFront">
            <a:rot lat="0" lon="0" rev="0"/>
          </a:camera>
          <a:lightRig rig="contrasting" dir="t">
            <a:rot lat="0" lon="0" rev="1200000"/>
          </a:lightRig>
        </a:scene3d>
        <a:sp3d contourW="19050" prstMaterial="metal">
          <a:bevelT w="88900" h="203200"/>
          <a:bevelB w="165100" h="254000"/>
        </a:sp3d>
      </dsp:spPr>
      <dsp:style>
        <a:lnRef idx="0">
          <a:scrgbClr r="0" g="0" b="0"/>
        </a:lnRef>
        <a:fillRef idx="1">
          <a:scrgbClr r="0" g="0" b="0"/>
        </a:fillRef>
        <a:effectRef idx="2">
          <a:scrgbClr r="0" g="0" b="0"/>
        </a:effectRef>
        <a:fontRef idx="minor">
          <a:schemeClr val="lt1"/>
        </a:fontRef>
      </dsp:style>
      <dsp:txBody>
        <a:bodyPr spcFirstLastPara="0" vert="horz" wrap="square" lIns="41910" tIns="41910" rIns="41910" bIns="41910" numCol="1" spcCol="1270" anchor="ctr" anchorCtr="0">
          <a:noAutofit/>
        </a:bodyPr>
        <a:lstStyle/>
        <a:p>
          <a:pPr marL="0" lvl="0" indent="0" algn="ctr" defTabSz="488950">
            <a:lnSpc>
              <a:spcPct val="90000"/>
            </a:lnSpc>
            <a:spcBef>
              <a:spcPct val="0"/>
            </a:spcBef>
            <a:spcAft>
              <a:spcPct val="35000"/>
            </a:spcAft>
            <a:buNone/>
          </a:pPr>
          <a:r>
            <a:rPr lang="da-DK" sz="1100" kern="1200" dirty="0"/>
            <a:t>Acceptance test</a:t>
          </a:r>
        </a:p>
      </dsp:txBody>
      <dsp:txXfrm>
        <a:off x="5065152" y="94365"/>
        <a:ext cx="1404924" cy="342097"/>
      </dsp:txXfrm>
    </dsp:sp>
  </dsp:spTree>
</dsp:drawing>
</file>

<file path=ppt/diagrams/layout1.xml><?xml version="1.0" encoding="utf-8"?>
<dgm:layoutDef xmlns:dgm="http://schemas.openxmlformats.org/drawingml/2006/diagram" xmlns:a="http://schemas.openxmlformats.org/drawingml/2006/main" uniqueId="urn:microsoft.com/office/officeart/2005/8/layout/chart3">
  <dgm:title val=""/>
  <dgm:desc val=""/>
  <dgm:catLst>
    <dgm:cat type="relationship" pri="27000"/>
    <dgm:cat type="cycle" pri="8000"/>
  </dgm:catLst>
  <dgm:sampData useDef="1">
    <dgm:dataModel>
      <dgm:ptLst/>
      <dgm:bg/>
      <dgm:whole/>
    </dgm:dataModel>
  </dgm:sampData>
  <dgm:styleData useDef="1">
    <dgm:dataModel>
      <dgm:ptLst/>
      <dgm:bg/>
      <dgm:whole/>
    </dgm:dataModel>
  </dgm:styleData>
  <dgm:clrData>
    <dgm:dataModel>
      <dgm:ptLst>
        <dgm:pt modelId="0" type="doc"/>
        <dgm:pt modelId="1"/>
        <dgm:pt modelId="2"/>
        <dgm:pt modelId="3"/>
        <dgm:pt modelId="4"/>
        <dgm:pt modelId="5"/>
        <dgm:pt modelId="6"/>
      </dgm:ptLst>
      <dgm:cxnLst>
        <dgm:cxn modelId="7" srcId="0" destId="1" srcOrd="0" destOrd="0"/>
        <dgm:cxn modelId="8" srcId="0" destId="2" srcOrd="1" destOrd="0"/>
        <dgm:cxn modelId="9" srcId="0" destId="3" srcOrd="2" destOrd="0"/>
        <dgm:cxn modelId="10" srcId="0" destId="4" srcOrd="3" destOrd="0"/>
        <dgm:cxn modelId="11" srcId="0" destId="5" srcOrd="4" destOrd="0"/>
        <dgm:cxn modelId="12" srcId="0" destId="6" srcOrd="5" destOrd="0"/>
      </dgm:cxnLst>
      <dgm:bg/>
      <dgm:whole/>
    </dgm:dataModel>
  </dgm:clrData>
  <dgm:layoutNode name="compositeShape">
    <dgm:varLst>
      <dgm:chMax val="7"/>
      <dgm:dir/>
      <dgm:resizeHandles val="exact"/>
    </dgm:varLst>
    <dgm:alg type="composite">
      <dgm:param type="horzAlign" val="ctr"/>
      <dgm:param type="vertAlign" val="mid"/>
      <dgm:param type="ar" val="1"/>
    </dgm:alg>
    <dgm:presOf/>
    <dgm:shape xmlns:r="http://schemas.openxmlformats.org/officeDocument/2006/relationships" r:blip="">
      <dgm:adjLst/>
    </dgm:shape>
    <dgm:choose name="Name0">
      <dgm:if name="Name1" axis="ch" ptType="node" func="cnt" op="equ" val="1">
        <dgm:constrLst>
          <dgm:constr type="l" for="ch" forName="wedge1" refType="w" fact="0.08"/>
          <dgm:constr type="t" for="ch" forName="wedge1" refType="w" fact="0.08"/>
          <dgm:constr type="w" for="ch" forName="wedge1" refType="w" fact="0.84"/>
          <dgm:constr type="h" for="ch" forName="wedge1" refType="h" fact="0.84"/>
          <dgm:constr type="l" for="ch" forName="wedge1Tx" refType="w" fact="0.205"/>
          <dgm:constr type="t" for="ch" forName="wedge1Tx" refType="h" fact="0.205"/>
          <dgm:constr type="w" for="ch" forName="wedge1Tx" refType="w" fact="0.59"/>
          <dgm:constr type="h" for="ch" forName="wedge1Tx" refType="h" fact="0.59"/>
          <dgm:constr type="primFontSz" for="ch" ptType="node" op="equ"/>
        </dgm:constrLst>
      </dgm:if>
      <dgm:if name="Name2" axis="ch" ptType="node" func="cnt" op="equ" val="2">
        <dgm:constrLst>
          <dgm:constr type="l" for="ch" forName="wedge1" refType="w" fact="0.1"/>
          <dgm:constr type="t" for="ch" forName="wedge1" refType="w" fact="0.08"/>
          <dgm:constr type="w" for="ch" forName="wedge1" refType="w" fact="0.84"/>
          <dgm:constr type="h" for="ch" forName="wedge1" refType="h" fact="0.84"/>
          <dgm:constr type="l" for="ch" forName="wedge1Tx" refType="w" fact="0.52"/>
          <dgm:constr type="t" for="ch" forName="wedge1Tx" refType="h" fact="0.205"/>
          <dgm:constr type="w" for="ch" forName="wedge1Tx" refType="w" fact="0.295"/>
          <dgm:constr type="h" for="ch" forName="wedge1Tx" refType="h" fact="0.59"/>
          <dgm:constr type="l" for="ch" forName="wedge2" refType="w" fact="0.08"/>
          <dgm:constr type="t" for="ch" forName="wedge2" refType="w" fact="0.08"/>
          <dgm:constr type="w" for="ch" forName="wedge2" refType="w" fact="0.84"/>
          <dgm:constr type="h" for="ch" forName="wedge2" refType="h" fact="0.84"/>
          <dgm:constr type="l" for="ch" forName="wedge2Tx" refType="w" fact="0.2"/>
          <dgm:constr type="t" for="ch" forName="wedge2Tx" refType="h" fact="0.205"/>
          <dgm:constr type="w" for="ch" forName="wedge2Tx" refType="w" fact="0.295"/>
          <dgm:constr type="h" for="ch" forName="wedge2Tx" refType="h" fact="0.59"/>
          <dgm:constr type="primFontSz" for="ch" ptType="node" op="equ"/>
        </dgm:constrLst>
      </dgm:if>
      <dgm:if name="Name3" axis="ch" ptType="node" func="cnt" op="equ" val="3">
        <dgm:choose name="Name4">
          <dgm:if name="Name5" func="var" arg="dir" op="equ" val="norm">
            <dgm:constrLst>
              <dgm:constr type="l" for="ch" forName="wedge1" refType="w" fact="0.1233"/>
              <dgm:constr type="t" for="ch" forName="wedge1" refType="w" fact="0.055"/>
              <dgm:constr type="w" for="ch" forName="wedge1" refType="w" fact="0.84"/>
              <dgm:constr type="h" for="ch" forName="wedge1" refType="h" fact="0.84"/>
              <dgm:constr type="l" for="ch" forName="wedge1Tx" refType="w" fact="0.58"/>
              <dgm:constr type="t" for="ch" forName="wedge1Tx" refType="h" fact="0.21"/>
              <dgm:constr type="w" for="ch" forName="wedge1Tx" refType="w" fact="0.285"/>
              <dgm:constr type="h" for="ch" forName="wedge1Tx" refType="h" fact="0.28"/>
              <dgm:constr type="l" for="ch" forName="wedge2" refType="w" fact="0.08"/>
              <dgm:constr type="t" for="ch" forName="wedge2" refType="w" fact="0.08"/>
              <dgm:constr type="w" for="ch" forName="wedge2" refType="w" fact="0.84"/>
              <dgm:constr type="h" for="ch" forName="wedge2" refType="h" fact="0.84"/>
              <dgm:constr type="l" for="ch" forName="wedge2Tx" refType="w" fact="0.31"/>
              <dgm:constr type="t" for="ch" forName="wedge2Tx" refType="h" fact="0.61"/>
              <dgm:constr type="w" for="ch" forName="wedge2Tx" refType="w" fact="0.38"/>
              <dgm:constr type="h" for="ch" forName="wedge2Tx" refType="h" fact="0.26"/>
              <dgm:constr type="l" for="ch" forName="wedge3" refType="w" fact="0.08"/>
              <dgm:constr type="t" for="ch" forName="wedge3" refType="w" fact="0.08"/>
              <dgm:constr type="w" for="ch" forName="wedge3" refType="w" fact="0.84"/>
              <dgm:constr type="h" for="ch" forName="wedge3" refType="h" fact="0.84"/>
              <dgm:constr type="l" for="ch" forName="wedge3Tx" refType="w" fact="0.17"/>
              <dgm:constr type="t" for="ch" forName="wedge3Tx" refType="h" fact="0.245"/>
              <dgm:constr type="w" for="ch" forName="wedge3Tx" refType="w" fact="0.285"/>
              <dgm:constr type="h" for="ch" forName="wedge3Tx" refType="h" fact="0.28"/>
              <dgm:constr type="primFontSz" for="ch" ptType="node" op="equ"/>
            </dgm:constrLst>
          </dgm:if>
          <dgm:else name="Name6">
            <dgm:constrLst>
              <dgm:constr type="l" for="ch" forName="wedge1" refType="w" fact="0.08"/>
              <dgm:constr type="t" for="ch" forName="wedge1" refType="w" fact="0.08"/>
              <dgm:constr type="w" for="ch" forName="wedge1" refType="w" fact="0.84"/>
              <dgm:constr type="h" for="ch" forName="wedge1" refType="h" fact="0.84"/>
              <dgm:constr type="l" for="ch" forName="wedge1Tx" refType="w" fact="0.545"/>
              <dgm:constr type="t" for="ch" forName="wedge1Tx" refType="h" fact="0.245"/>
              <dgm:constr type="w" for="ch" forName="wedge1Tx" refType="w" fact="0.285"/>
              <dgm:constr type="h" for="ch" forName="wedge1Tx" refType="h" fact="0.28"/>
              <dgm:constr type="l" for="ch" forName="wedge2" refType="w" fact="0.08"/>
              <dgm:constr type="t" for="ch" forName="wedge2" refType="w" fact="0.08"/>
              <dgm:constr type="w" for="ch" forName="wedge2" refType="w" fact="0.84"/>
              <dgm:constr type="h" for="ch" forName="wedge2" refType="h" fact="0.84"/>
              <dgm:constr type="l" for="ch" forName="wedge2Tx" refType="w" fact="0.31"/>
              <dgm:constr type="t" for="ch" forName="wedge2Tx" refType="h" fact="0.61"/>
              <dgm:constr type="w" for="ch" forName="wedge2Tx" refType="w" fact="0.38"/>
              <dgm:constr type="h" for="ch" forName="wedge2Tx" refType="h" fact="0.26"/>
              <dgm:constr type="l" for="ch" forName="wedge3" refType="w" fact="0.0367"/>
              <dgm:constr type="t" for="ch" forName="wedge3" refType="w" fact="0.055"/>
              <dgm:constr type="w" for="ch" forName="wedge3" refType="w" fact="0.84"/>
              <dgm:constr type="h" for="ch" forName="wedge3" refType="h" fact="0.84"/>
              <dgm:constr type="l" for="ch" forName="wedge3Tx" refType="w" fact="0.14"/>
              <dgm:constr type="t" for="ch" forName="wedge3Tx" refType="h" fact="0.21"/>
              <dgm:constr type="w" for="ch" forName="wedge3Tx" refType="w" fact="0.285"/>
              <dgm:constr type="h" for="ch" forName="wedge3Tx" refType="h" fact="0.28"/>
              <dgm:constr type="primFontSz" for="ch" ptType="node" op="equ"/>
            </dgm:constrLst>
          </dgm:else>
        </dgm:choose>
      </dgm:if>
      <dgm:if name="Name7" axis="ch" ptType="node" func="cnt" op="equ" val="4">
        <dgm:choose name="Name8">
          <dgm:if name="Name9" func="var" arg="dir" op="equ" val="norm">
            <dgm:constrLst>
              <dgm:constr type="l" for="ch" forName="wedge1" refType="w" fact="0.1154"/>
              <dgm:constr type="t" for="ch" forName="wedge1" refType="w" fact="0.0446"/>
              <dgm:constr type="w" for="ch" forName="wedge1" refType="w" fact="0.84"/>
              <dgm:constr type="h" for="ch" forName="wedge1" refType="h" fact="0.84"/>
              <dgm:constr type="l" for="ch" forName="wedge1Tx" refType="w" fact="0.545"/>
              <dgm:constr type="t" for="ch" forName="wedge1Tx" refType="h" fact="0.2"/>
              <dgm:constr type="w" for="ch" forName="wedge1Tx" refType="w" fact="0.31"/>
              <dgm:constr type="h" for="ch" forName="wedge1Tx" refType="h" fact="0.25"/>
              <dgm:constr type="l" for="ch" forName="wedge2" refType="w" fact="0.08"/>
              <dgm:constr type="t" for="ch" forName="wedge2" refType="w" fact="0.08"/>
              <dgm:constr type="w" for="ch" forName="wedge2" refType="w" fact="0.84"/>
              <dgm:constr type="h" for="ch" forName="wedge2" refType="h" fact="0.84"/>
              <dgm:constr type="l" for="ch" forName="wedge2Tx" refType="w" fact="0.515"/>
              <dgm:constr type="t" for="ch" forName="wedge2Tx" refType="h" fact="0.515"/>
              <dgm:constr type="w" for="ch" forName="wedge2Tx" refType="w" fact="0.31"/>
              <dgm:constr type="h" for="ch" forName="wedge2Tx" refType="h" fact="0.25"/>
              <dgm:constr type="l" for="ch" forName="wedge3" refType="w" fact="0.08"/>
              <dgm:constr type="t" for="ch" forName="wedge3" refType="w" fact="0.08"/>
              <dgm:constr type="w" for="ch" forName="wedge3" refType="w" fact="0.84"/>
              <dgm:constr type="h" for="ch" forName="wedge3" refType="h" fact="0.84"/>
              <dgm:constr type="l" for="ch" forName="wedge3Tx" refType="w" fact="0.175"/>
              <dgm:constr type="t" for="ch" forName="wedge3Tx" refType="h" fact="0.515"/>
              <dgm:constr type="w" for="ch" forName="wedge3Tx" refType="w" fact="0.31"/>
              <dgm:constr type="h" for="ch" forName="wedge3Tx" refType="h" fact="0.25"/>
              <dgm:constr type="l" for="ch" forName="wedge4" refType="w" fact="0.08"/>
              <dgm:constr type="t" for="ch" forName="wedge4" refType="h" fact="0.08"/>
              <dgm:constr type="w" for="ch" forName="wedge4" refType="w" fact="0.84"/>
              <dgm:constr type="h" for="ch" forName="wedge4" refType="h" fact="0.84"/>
              <dgm:constr type="l" for="ch" forName="wedge4Tx" refType="w" fact="0.175"/>
              <dgm:constr type="t" for="ch" forName="wedge4Tx" refType="h" fact="0.235"/>
              <dgm:constr type="w" for="ch" forName="wedge4Tx" refType="w" fact="0.31"/>
              <dgm:constr type="h" for="ch" forName="wedge4Tx" refType="h" fact="0.25"/>
              <dgm:constr type="primFontSz" for="ch" ptType="node" op="equ"/>
            </dgm:constrLst>
          </dgm:if>
          <dgm:else name="Name10">
            <dgm:constrLst>
              <dgm:constr type="l" for="ch" forName="wedge1" refType="w" fact="0.08"/>
              <dgm:constr type="t" for="ch" forName="wedge1" refType="w" fact="0.08"/>
              <dgm:constr type="w" for="ch" forName="wedge1" refType="w" fact="0.84"/>
              <dgm:constr type="h" for="ch" forName="wedge1" refType="h" fact="0.84"/>
              <dgm:constr type="l" for="ch" forName="wedge1Tx" refType="w" fact="0.515"/>
              <dgm:constr type="t" for="ch" forName="wedge1Tx" refType="h" fact="0.235"/>
              <dgm:constr type="w" for="ch" forName="wedge1Tx" refType="w" fact="0.31"/>
              <dgm:constr type="h" for="ch" forName="wedge1Tx" refType="h" fact="0.25"/>
              <dgm:constr type="l" for="ch" forName="wedge2" refType="w" fact="0.08"/>
              <dgm:constr type="t" for="ch" forName="wedge2" refType="w" fact="0.08"/>
              <dgm:constr type="w" for="ch" forName="wedge2" refType="w" fact="0.84"/>
              <dgm:constr type="h" for="ch" forName="wedge2" refType="h" fact="0.84"/>
              <dgm:constr type="l" for="ch" forName="wedge2Tx" refType="w" fact="0.515"/>
              <dgm:constr type="t" for="ch" forName="wedge2Tx" refType="h" fact="0.515"/>
              <dgm:constr type="w" for="ch" forName="wedge2Tx" refType="w" fact="0.31"/>
              <dgm:constr type="h" for="ch" forName="wedge2Tx" refType="h" fact="0.25"/>
              <dgm:constr type="l" for="ch" forName="wedge3" refType="w" fact="0.08"/>
              <dgm:constr type="t" for="ch" forName="wedge3" refType="w" fact="0.08"/>
              <dgm:constr type="w" for="ch" forName="wedge3" refType="w" fact="0.84"/>
              <dgm:constr type="h" for="ch" forName="wedge3" refType="h" fact="0.84"/>
              <dgm:constr type="l" for="ch" forName="wedge3Tx" refType="w" fact="0.175"/>
              <dgm:constr type="t" for="ch" forName="wedge3Tx" refType="h" fact="0.515"/>
              <dgm:constr type="w" for="ch" forName="wedge3Tx" refType="w" fact="0.31"/>
              <dgm:constr type="h" for="ch" forName="wedge3Tx" refType="h" fact="0.25"/>
              <dgm:constr type="l" for="ch" forName="wedge4" refType="w" fact="0.0446"/>
              <dgm:constr type="t" for="ch" forName="wedge4" refType="h" fact="0.0446"/>
              <dgm:constr type="w" for="ch" forName="wedge4" refType="w" fact="0.84"/>
              <dgm:constr type="h" for="ch" forName="wedge4" refType="h" fact="0.84"/>
              <dgm:constr type="l" for="ch" forName="wedge4Tx" refType="w" fact="0.145"/>
              <dgm:constr type="t" for="ch" forName="wedge4Tx" refType="h" fact="0.2"/>
              <dgm:constr type="w" for="ch" forName="wedge4Tx" refType="w" fact="0.31"/>
              <dgm:constr type="h" for="ch" forName="wedge4Tx" refType="h" fact="0.25"/>
              <dgm:constr type="primFontSz" for="ch" ptType="node" op="equ"/>
            </dgm:constrLst>
          </dgm:else>
        </dgm:choose>
      </dgm:if>
      <dgm:if name="Name11" axis="ch" ptType="node" func="cnt" op="equ" val="5">
        <dgm:choose name="Name12">
          <dgm:if name="Name13" func="var" arg="dir" op="equ" val="norm">
            <dgm:constrLst>
              <dgm:constr type="l" for="ch" forName="wedge1" refType="w" fact="0.1094"/>
              <dgm:constr type="t" for="ch" forName="wedge1" refType="w" fact="0.0395"/>
              <dgm:constr type="w" for="ch" forName="wedge1" refType="w" fact="0.84"/>
              <dgm:constr type="h" for="ch" forName="wedge1" refType="h" fact="0.84"/>
              <dgm:constr type="l" for="ch" forName="wedge1Tx" refType="w" fact="0.54"/>
              <dgm:constr type="t" for="ch" forName="wedge1Tx" refType="h" fact="0.165"/>
              <dgm:constr type="w" for="ch" forName="wedge1Tx" refType="w" fact="0.285"/>
              <dgm:constr type="h" for="ch" forName="wedge1Tx" refType="h" fact="0.195"/>
              <dgm:constr type="l" for="ch" forName="wedge2" refType="w" fact="0.08"/>
              <dgm:constr type="t" for="ch" forName="wedge2" refType="w" fact="0.08"/>
              <dgm:constr type="w" for="ch" forName="wedge2" refType="w" fact="0.84"/>
              <dgm:constr type="h" for="ch" forName="wedge2" refType="h" fact="0.84"/>
              <dgm:constr type="l" for="ch" forName="wedge2Tx" refType="w" fact="0.629"/>
              <dgm:constr type="t" for="ch" forName="wedge2Tx" refType="h" fact="0.46"/>
              <dgm:constr type="w" for="ch" forName="wedge2Tx" refType="w" fact="0.25"/>
              <dgm:constr type="h" for="ch" forName="wedge2Tx" refType="h" fact="0.211"/>
              <dgm:constr type="l" for="ch" forName="wedge3" refType="w" fact="0.08"/>
              <dgm:constr type="t" for="ch" forName="wedge3" refType="w" fact="0.08"/>
              <dgm:constr type="w" for="ch" forName="wedge3" refType="w" fact="0.84"/>
              <dgm:constr type="h" for="ch" forName="wedge3" refType="h" fact="0.84"/>
              <dgm:constr type="l" for="ch" forName="wedge3Tx" refType="w" fact="0.35"/>
              <dgm:constr type="t" for="ch" forName="wedge3Tx" refType="h" fact="0.71"/>
              <dgm:constr type="w" for="ch" forName="wedge3Tx" refType="w" fact="0.3"/>
              <dgm:constr type="h" for="ch" forName="wedge3Tx" refType="h" fact="0.18"/>
              <dgm:constr type="l" for="ch" forName="wedge4" refType="w" fact="0.08"/>
              <dgm:constr type="t" for="ch" forName="wedge4" refType="h" fact="0.08"/>
              <dgm:constr type="w" for="ch" forName="wedge4" refType="w" fact="0.84"/>
              <dgm:constr type="h" for="ch" forName="wedge4" refType="h" fact="0.84"/>
              <dgm:constr type="l" for="ch" forName="wedge4Tx" refType="w" fact="0.12"/>
              <dgm:constr type="t" for="ch" forName="wedge4Tx" refType="h" fact="0.46"/>
              <dgm:constr type="w" for="ch" forName="wedge4Tx" refType="w" fact="0.25"/>
              <dgm:constr type="h" for="ch" forName="wedge4Tx" refType="h" fact="0.211"/>
              <dgm:constr type="l" for="ch" forName="wedge5" refType="w" fact="0.08"/>
              <dgm:constr type="t" for="ch" forName="wedge5" refType="h" fact="0.08"/>
              <dgm:constr type="w" for="ch" forName="wedge5" refType="w" fact="0.84"/>
              <dgm:constr type="h" for="ch" forName="wedge5" refType="h" fact="0.84"/>
              <dgm:constr type="l" for="ch" forName="wedge5Tx" refType="w" fact="0.2025"/>
              <dgm:constr type="t" for="ch" forName="wedge5Tx" refType="h" fact="0.208"/>
              <dgm:constr type="w" for="ch" forName="wedge5Tx" refType="w" fact="0.285"/>
              <dgm:constr type="h" for="ch" forName="wedge5Tx" refType="h" fact="0.195"/>
              <dgm:constr type="primFontSz" for="ch" ptType="node" op="equ"/>
            </dgm:constrLst>
          </dgm:if>
          <dgm:else name="Name14">
            <dgm:constrLst>
              <dgm:constr type="l" for="ch" forName="wedge1" refType="w" fact="0.08"/>
              <dgm:constr type="t" for="ch" forName="wedge1" refType="w" fact="0.08"/>
              <dgm:constr type="w" for="ch" forName="wedge1" refType="w" fact="0.84"/>
              <dgm:constr type="h" for="ch" forName="wedge1" refType="h" fact="0.84"/>
              <dgm:constr type="l" for="ch" forName="wedge1Tx" refType="w" fact="0.51"/>
              <dgm:constr type="t" for="ch" forName="wedge1Tx" refType="h" fact="0.208"/>
              <dgm:constr type="w" for="ch" forName="wedge1Tx" refType="w" fact="0.285"/>
              <dgm:constr type="h" for="ch" forName="wedge1Tx" refType="h" fact="0.195"/>
              <dgm:constr type="l" for="ch" forName="wedge2" refType="w" fact="0.08"/>
              <dgm:constr type="t" for="ch" forName="wedge2" refType="w" fact="0.08"/>
              <dgm:constr type="w" for="ch" forName="wedge2" refType="w" fact="0.84"/>
              <dgm:constr type="h" for="ch" forName="wedge2" refType="h" fact="0.84"/>
              <dgm:constr type="l" for="ch" forName="wedge2Tx" refType="w" fact="0.629"/>
              <dgm:constr type="t" for="ch" forName="wedge2Tx" refType="h" fact="0.46"/>
              <dgm:constr type="w" for="ch" forName="wedge2Tx" refType="w" fact="0.25"/>
              <dgm:constr type="h" for="ch" forName="wedge2Tx" refType="h" fact="0.211"/>
              <dgm:constr type="l" for="ch" forName="wedge3" refType="w" fact="0.08"/>
              <dgm:constr type="t" for="ch" forName="wedge3" refType="w" fact="0.08"/>
              <dgm:constr type="w" for="ch" forName="wedge3" refType="w" fact="0.84"/>
              <dgm:constr type="h" for="ch" forName="wedge3" refType="h" fact="0.84"/>
              <dgm:constr type="l" for="ch" forName="wedge3Tx" refType="w" fact="0.35"/>
              <dgm:constr type="t" for="ch" forName="wedge3Tx" refType="h" fact="0.71"/>
              <dgm:constr type="w" for="ch" forName="wedge3Tx" refType="w" fact="0.3"/>
              <dgm:constr type="h" for="ch" forName="wedge3Tx" refType="h" fact="0.18"/>
              <dgm:constr type="l" for="ch" forName="wedge4" refType="w" fact="0.08"/>
              <dgm:constr type="t" for="ch" forName="wedge4" refType="h" fact="0.08"/>
              <dgm:constr type="w" for="ch" forName="wedge4" refType="w" fact="0.84"/>
              <dgm:constr type="h" for="ch" forName="wedge4" refType="h" fact="0.84"/>
              <dgm:constr type="l" for="ch" forName="wedge4Tx" refType="w" fact="0.12"/>
              <dgm:constr type="t" for="ch" forName="wedge4Tx" refType="h" fact="0.46"/>
              <dgm:constr type="w" for="ch" forName="wedge4Tx" refType="w" fact="0.25"/>
              <dgm:constr type="h" for="ch" forName="wedge4Tx" refType="h" fact="0.211"/>
              <dgm:constr type="l" for="ch" forName="wedge5" refType="w" fact="0.0506"/>
              <dgm:constr type="t" for="ch" forName="wedge5" refType="h" fact="0.0395"/>
              <dgm:constr type="w" for="ch" forName="wedge5" refType="w" fact="0.84"/>
              <dgm:constr type="h" for="ch" forName="wedge5" refType="h" fact="0.84"/>
              <dgm:constr type="l" for="ch" forName="wedge5Tx" refType="w" fact="0.18"/>
              <dgm:constr type="t" for="ch" forName="wedge5Tx" refType="h" fact="0.165"/>
              <dgm:constr type="w" for="ch" forName="wedge5Tx" refType="w" fact="0.285"/>
              <dgm:constr type="h" for="ch" forName="wedge5Tx" refType="h" fact="0.195"/>
              <dgm:constr type="primFontSz" for="ch" ptType="node" op="equ"/>
            </dgm:constrLst>
          </dgm:else>
        </dgm:choose>
      </dgm:if>
      <dgm:if name="Name15" axis="ch" ptType="node" func="cnt" op="equ" val="6">
        <dgm:choose name="Name16">
          <dgm:if name="Name17" func="var" arg="dir" op="equ" val="norm">
            <dgm:constrLst>
              <dgm:constr type="l" for="ch" forName="wedge1" refType="w" fact="0.105"/>
              <dgm:constr type="t" for="ch" forName="wedge1" refType="w" fact="0.0367"/>
              <dgm:constr type="w" for="ch" forName="wedge1" refType="w" fact="0.84"/>
              <dgm:constr type="h" for="ch" forName="wedge1" refType="h" fact="0.84"/>
              <dgm:constr type="l" for="ch" forName="wedge1Tx" refType="w" fact="0.534"/>
              <dgm:constr type="t" for="ch" forName="wedge1Tx" refType="h" fact="0.1267"/>
              <dgm:constr type="w" for="ch" forName="wedge1Tx" refType="w" fact="0.245"/>
              <dgm:constr type="h" for="ch" forName="wedge1Tx" refType="h" fact="0.18"/>
              <dgm:constr type="l" for="ch" forName="wedge2" refType="w" fact="0.08"/>
              <dgm:constr type="t" for="ch" forName="wedge2" refType="w" fact="0.08"/>
              <dgm:constr type="w" for="ch" forName="wedge2" refType="w" fact="0.84"/>
              <dgm:constr type="h" for="ch" forName="wedge2" refType="h" fact="0.84"/>
              <dgm:constr type="l" for="ch" forName="wedge2Tx" refType="w" fact="0.655"/>
              <dgm:constr type="t" for="ch" forName="wedge2Tx" refType="h" fact="0.415"/>
              <dgm:constr type="w" for="ch" forName="wedge2Tx" refType="w" fact="0.254"/>
              <dgm:constr type="h" for="ch" forName="wedge2Tx" refType="h" fact="0.17"/>
              <dgm:constr type="l" for="ch" forName="wedge3" refType="w" fact="0.08"/>
              <dgm:constr type="t" for="ch" forName="wedge3" refType="w" fact="0.08"/>
              <dgm:constr type="w" for="ch" forName="wedge3" refType="w" fact="0.84"/>
              <dgm:constr type="h" for="ch" forName="wedge3" refType="h" fact="0.84"/>
              <dgm:constr type="l" for="ch" forName="wedge3Tx" refType="w" fact="0.509"/>
              <dgm:constr type="t" for="ch" forName="wedge3Tx" refType="h" fact="0.65"/>
              <dgm:constr type="w" for="ch" forName="wedge3Tx" refType="w" fact="0.245"/>
              <dgm:constr type="h" for="ch" forName="wedge3Tx" refType="h" fact="0.18"/>
              <dgm:constr type="l" for="ch" forName="wedge4" refType="w" fact="0.08"/>
              <dgm:constr type="t" for="ch" forName="wedge4" refType="h" fact="0.08"/>
              <dgm:constr type="w" for="ch" forName="wedge4" refType="w" fact="0.84"/>
              <dgm:constr type="h" for="ch" forName="wedge4" refType="h" fact="0.84"/>
              <dgm:constr type="l" for="ch" forName="wedge4Tx" refType="w" fact="0.246"/>
              <dgm:constr type="t" for="ch" forName="wedge4Tx" refType="h" fact="0.65"/>
              <dgm:constr type="w" for="ch" forName="wedge4Tx" refType="w" fact="0.245"/>
              <dgm:constr type="h" for="ch" forName="wedge4Tx" refType="h" fact="0.18"/>
              <dgm:constr type="l" for="ch" forName="wedge5" refType="w" fact="0.08"/>
              <dgm:constr type="t" for="ch" forName="wedge5" refType="h" fact="0.08"/>
              <dgm:constr type="w" for="ch" forName="wedge5" refType="w" fact="0.84"/>
              <dgm:constr type="h" for="ch" forName="wedge5" refType="h" fact="0.84"/>
              <dgm:constr type="l" for="ch" forName="wedge5Tx" refType="w" fact="0.093"/>
              <dgm:constr type="t" for="ch" forName="wedge5Tx" refType="h" fact="0.415"/>
              <dgm:constr type="w" for="ch" forName="wedge5Tx" refType="w" fact="0.254"/>
              <dgm:constr type="h" for="ch" forName="wedge5Tx" refType="h" fact="0.17"/>
              <dgm:constr type="l" for="ch" forName="wedge6" refType="w" fact="0.08"/>
              <dgm:constr type="t" for="ch" forName="wedge6" refType="h" fact="0.08"/>
              <dgm:constr type="w" for="ch" forName="wedge6" refType="w" fact="0.84"/>
              <dgm:constr type="h" for="ch" forName="wedge6" refType="h" fact="0.84"/>
              <dgm:constr type="l" for="ch" forName="wedge6Tx" refType="w" fact="0.246"/>
              <dgm:constr type="t" for="ch" forName="wedge6Tx" refType="h" fact="0.17"/>
              <dgm:constr type="w" for="ch" forName="wedge6Tx" refType="w" fact="0.245"/>
              <dgm:constr type="h" for="ch" forName="wedge6Tx" refType="h" fact="0.18"/>
              <dgm:constr type="primFontSz" for="ch" ptType="node" op="equ"/>
            </dgm:constrLst>
          </dgm:if>
          <dgm:else name="Name18">
            <dgm:constrLst>
              <dgm:constr type="l" for="ch" forName="wedge1" refType="w" fact="0.08"/>
              <dgm:constr type="t" for="ch" forName="wedge1" refType="w" fact="0.08"/>
              <dgm:constr type="w" for="ch" forName="wedge1" refType="w" fact="0.84"/>
              <dgm:constr type="h" for="ch" forName="wedge1" refType="h" fact="0.84"/>
              <dgm:constr type="l" for="ch" forName="wedge1Tx" refType="w" fact="0.509"/>
              <dgm:constr type="t" for="ch" forName="wedge1Tx" refType="h" fact="0.17"/>
              <dgm:constr type="w" for="ch" forName="wedge1Tx" refType="w" fact="0.245"/>
              <dgm:constr type="h" for="ch" forName="wedge1Tx" refType="h" fact="0.18"/>
              <dgm:constr type="l" for="ch" forName="wedge2" refType="w" fact="0.08"/>
              <dgm:constr type="t" for="ch" forName="wedge2" refType="w" fact="0.08"/>
              <dgm:constr type="w" for="ch" forName="wedge2" refType="w" fact="0.84"/>
              <dgm:constr type="h" for="ch" forName="wedge2" refType="h" fact="0.84"/>
              <dgm:constr type="l" for="ch" forName="wedge2Tx" refType="w" fact="0.655"/>
              <dgm:constr type="t" for="ch" forName="wedge2Tx" refType="h" fact="0.415"/>
              <dgm:constr type="w" for="ch" forName="wedge2Tx" refType="w" fact="0.254"/>
              <dgm:constr type="h" for="ch" forName="wedge2Tx" refType="h" fact="0.17"/>
              <dgm:constr type="l" for="ch" forName="wedge3" refType="w" fact="0.08"/>
              <dgm:constr type="t" for="ch" forName="wedge3" refType="w" fact="0.08"/>
              <dgm:constr type="w" for="ch" forName="wedge3" refType="w" fact="0.84"/>
              <dgm:constr type="h" for="ch" forName="wedge3" refType="h" fact="0.84"/>
              <dgm:constr type="l" for="ch" forName="wedge3Tx" refType="w" fact="0.509"/>
              <dgm:constr type="t" for="ch" forName="wedge3Tx" refType="h" fact="0.65"/>
              <dgm:constr type="w" for="ch" forName="wedge3Tx" refType="w" fact="0.245"/>
              <dgm:constr type="h" for="ch" forName="wedge3Tx" refType="h" fact="0.18"/>
              <dgm:constr type="l" for="ch" forName="wedge4" refType="w" fact="0.08"/>
              <dgm:constr type="t" for="ch" forName="wedge4" refType="h" fact="0.08"/>
              <dgm:constr type="w" for="ch" forName="wedge4" refType="w" fact="0.84"/>
              <dgm:constr type="h" for="ch" forName="wedge4" refType="h" fact="0.84"/>
              <dgm:constr type="l" for="ch" forName="wedge4Tx" refType="w" fact="0.246"/>
              <dgm:constr type="t" for="ch" forName="wedge4Tx" refType="h" fact="0.65"/>
              <dgm:constr type="w" for="ch" forName="wedge4Tx" refType="w" fact="0.245"/>
              <dgm:constr type="h" for="ch" forName="wedge4Tx" refType="h" fact="0.18"/>
              <dgm:constr type="l" for="ch" forName="wedge5" refType="w" fact="0.08"/>
              <dgm:constr type="t" for="ch" forName="wedge5" refType="h" fact="0.08"/>
              <dgm:constr type="w" for="ch" forName="wedge5" refType="w" fact="0.84"/>
              <dgm:constr type="h" for="ch" forName="wedge5" refType="h" fact="0.84"/>
              <dgm:constr type="l" for="ch" forName="wedge5Tx" refType="w" fact="0.093"/>
              <dgm:constr type="t" for="ch" forName="wedge5Tx" refType="h" fact="0.415"/>
              <dgm:constr type="w" for="ch" forName="wedge5Tx" refType="w" fact="0.254"/>
              <dgm:constr type="h" for="ch" forName="wedge5Tx" refType="h" fact="0.17"/>
              <dgm:constr type="l" for="ch" forName="wedge6" refType="w" fact="0.055"/>
              <dgm:constr type="t" for="ch" forName="wedge6" refType="h" fact="0.0367"/>
              <dgm:constr type="w" for="ch" forName="wedge6" refType="w" fact="0.84"/>
              <dgm:constr type="h" for="ch" forName="wedge6" refType="h" fact="0.84"/>
              <dgm:constr type="l" for="ch" forName="wedge6Tx" refType="w" fact="0.221"/>
              <dgm:constr type="t" for="ch" forName="wedge6Tx" refType="h" fact="0.1267"/>
              <dgm:constr type="w" for="ch" forName="wedge6Tx" refType="w" fact="0.245"/>
              <dgm:constr type="h" for="ch" forName="wedge6Tx" refType="h" fact="0.18"/>
              <dgm:constr type="primFontSz" for="ch" ptType="node" op="equ"/>
            </dgm:constrLst>
          </dgm:else>
        </dgm:choose>
      </dgm:if>
      <dgm:else name="Name19">
        <dgm:choose name="Name20">
          <dgm:if name="Name21" func="var" arg="dir" op="equ" val="norm">
            <dgm:constrLst>
              <dgm:constr type="l" for="ch" forName="wedge1" refType="w" fact="0.1017"/>
              <dgm:constr type="t" for="ch" forName="wedge1" refType="w" fact="0.035"/>
              <dgm:constr type="w" for="ch" forName="wedge1" refType="w" fact="0.84"/>
              <dgm:constr type="h" for="ch" forName="wedge1" refType="h" fact="0.84"/>
              <dgm:constr type="l" for="ch" forName="wedge1Tx" refType="w" fact="0.53"/>
              <dgm:constr type="t" for="ch" forName="wedge1Tx" refType="h" fact="0.115"/>
              <dgm:constr type="w" for="ch" forName="wedge1Tx" refType="w" fact="0.23"/>
              <dgm:constr type="h" for="ch" forName="wedge1Tx" refType="h" fact="0.145"/>
              <dgm:constr type="l" for="ch" forName="wedge2" refType="w" fact="0.08"/>
              <dgm:constr type="t" for="ch" forName="wedge2" refType="w" fact="0.08"/>
              <dgm:constr type="w" for="ch" forName="wedge2" refType="w" fact="0.84"/>
              <dgm:constr type="h" for="ch" forName="wedge2" refType="h" fact="0.84"/>
              <dgm:constr type="l" for="ch" forName="wedge2Tx" refType="w" fact="0.655"/>
              <dgm:constr type="t" for="ch" forName="wedge2Tx" refType="h" fact="0.38"/>
              <dgm:constr type="w" for="ch" forName="wedge2Tx" refType="w" fact="0.244"/>
              <dgm:constr type="h" for="ch" forName="wedge2Tx" refType="h" fact="0.155"/>
              <dgm:constr type="l" for="ch" forName="wedge3" refType="w" fact="0.08"/>
              <dgm:constr type="t" for="ch" forName="wedge3" refType="w" fact="0.08"/>
              <dgm:constr type="w" for="ch" forName="wedge3" refType="w" fact="0.84"/>
              <dgm:constr type="h" for="ch" forName="wedge3" refType="h" fact="0.84"/>
              <dgm:constr type="l" for="ch" forName="wedge3Tx" refType="w" fact="0.62"/>
              <dgm:constr type="t" for="ch" forName="wedge3Tx" refType="h" fact="0.58"/>
              <dgm:constr type="w" for="ch" forName="wedge3Tx" refType="w" fact="0.22"/>
              <dgm:constr type="h" for="ch" forName="wedge3Tx" refType="h" fact="0.16"/>
              <dgm:constr type="l" for="ch" forName="wedge4" refType="w" fact="0.08"/>
              <dgm:constr type="t" for="ch" forName="wedge4" refType="h" fact="0.08"/>
              <dgm:constr type="w" for="ch" forName="wedge4" refType="w" fact="0.84"/>
              <dgm:constr type="h" for="ch" forName="wedge4" refType="h" fact="0.84"/>
              <dgm:constr type="l" for="ch" forName="wedge4Tx" refType="w" fact="0.3875"/>
              <dgm:constr type="t" for="ch" forName="wedge4Tx" refType="h" fact="0.74"/>
              <dgm:constr type="w" for="ch" forName="wedge4Tx" refType="w" fact="0.225"/>
              <dgm:constr type="h" for="ch" forName="wedge4Tx" refType="h" fact="0.16"/>
              <dgm:constr type="l" for="ch" forName="wedge5" refType="w" fact="0.08"/>
              <dgm:constr type="t" for="ch" forName="wedge5" refType="h" fact="0.08"/>
              <dgm:constr type="w" for="ch" forName="wedge5" refType="w" fact="0.84"/>
              <dgm:constr type="h" for="ch" forName="wedge5" refType="h" fact="0.84"/>
              <dgm:constr type="l" for="ch" forName="wedge5Tx" refType="w" fact="0.16"/>
              <dgm:constr type="t" for="ch" forName="wedge5Tx" refType="h" fact="0.58"/>
              <dgm:constr type="w" for="ch" forName="wedge5Tx" refType="w" fact="0.22"/>
              <dgm:constr type="h" for="ch" forName="wedge5Tx" refType="h" fact="0.16"/>
              <dgm:constr type="l" for="ch" forName="wedge6" refType="w" fact="0.08"/>
              <dgm:constr type="t" for="ch" forName="wedge6" refType="h" fact="0.08"/>
              <dgm:constr type="w" for="ch" forName="wedge6" refType="w" fact="0.84"/>
              <dgm:constr type="h" for="ch" forName="wedge6" refType="h" fact="0.84"/>
              <dgm:constr type="l" for="ch" forName="wedge6Tx" refType="w" fact="0.101"/>
              <dgm:constr type="t" for="ch" forName="wedge6Tx" refType="h" fact="0.38"/>
              <dgm:constr type="w" for="ch" forName="wedge6Tx" refType="w" fact="0.244"/>
              <dgm:constr type="h" for="ch" forName="wedge6Tx" refType="h" fact="0.155"/>
              <dgm:constr type="l" for="ch" forName="wedge7" refType="w" fact="0.08"/>
              <dgm:constr type="t" for="ch" forName="wedge7" refType="h" fact="0.08"/>
              <dgm:constr type="w" for="ch" forName="wedge7" refType="w" fact="0.84"/>
              <dgm:constr type="h" for="ch" forName="wedge7" refType="h" fact="0.84"/>
              <dgm:constr type="l" for="ch" forName="wedge7Tx" refType="w" fact="0.262"/>
              <dgm:constr type="t" for="ch" forName="wedge7Tx" refType="h" fact="0.16"/>
              <dgm:constr type="w" for="ch" forName="wedge7Tx" refType="w" fact="0.23"/>
              <dgm:constr type="h" for="ch" forName="wedge7Tx" refType="h" fact="0.145"/>
              <dgm:constr type="primFontSz" for="ch" ptType="node" op="equ"/>
            </dgm:constrLst>
          </dgm:if>
          <dgm:else name="Name22">
            <dgm:constrLst>
              <dgm:constr type="l" for="ch" forName="wedge1" refType="w" fact="0.08"/>
              <dgm:constr type="t" for="ch" forName="wedge1" refType="w" fact="0.08"/>
              <dgm:constr type="w" for="ch" forName="wedge1" refType="w" fact="0.84"/>
              <dgm:constr type="h" for="ch" forName="wedge1" refType="h" fact="0.84"/>
              <dgm:constr type="l" for="ch" forName="wedge1Tx" refType="w" fact="0.508"/>
              <dgm:constr type="t" for="ch" forName="wedge1Tx" refType="h" fact="0.16"/>
              <dgm:constr type="w" for="ch" forName="wedge1Tx" refType="w" fact="0.23"/>
              <dgm:constr type="h" for="ch" forName="wedge1Tx" refType="h" fact="0.145"/>
              <dgm:constr type="l" for="ch" forName="wedge2" refType="w" fact="0.08"/>
              <dgm:constr type="t" for="ch" forName="wedge2" refType="w" fact="0.08"/>
              <dgm:constr type="w" for="ch" forName="wedge2" refType="w" fact="0.84"/>
              <dgm:constr type="h" for="ch" forName="wedge2" refType="h" fact="0.84"/>
              <dgm:constr type="l" for="ch" forName="wedge2Tx" refType="w" fact="0.655"/>
              <dgm:constr type="t" for="ch" forName="wedge2Tx" refType="h" fact="0.38"/>
              <dgm:constr type="w" for="ch" forName="wedge2Tx" refType="w" fact="0.244"/>
              <dgm:constr type="h" for="ch" forName="wedge2Tx" refType="h" fact="0.155"/>
              <dgm:constr type="l" for="ch" forName="wedge3" refType="w" fact="0.08"/>
              <dgm:constr type="t" for="ch" forName="wedge3" refType="w" fact="0.08"/>
              <dgm:constr type="w" for="ch" forName="wedge3" refType="w" fact="0.84"/>
              <dgm:constr type="h" for="ch" forName="wedge3" refType="h" fact="0.84"/>
              <dgm:constr type="l" for="ch" forName="wedge3Tx" refType="w" fact="0.62"/>
              <dgm:constr type="t" for="ch" forName="wedge3Tx" refType="h" fact="0.58"/>
              <dgm:constr type="w" for="ch" forName="wedge3Tx" refType="w" fact="0.22"/>
              <dgm:constr type="h" for="ch" forName="wedge3Tx" refType="h" fact="0.16"/>
              <dgm:constr type="l" for="ch" forName="wedge4" refType="w" fact="0.08"/>
              <dgm:constr type="t" for="ch" forName="wedge4" refType="h" fact="0.08"/>
              <dgm:constr type="w" for="ch" forName="wedge4" refType="w" fact="0.84"/>
              <dgm:constr type="h" for="ch" forName="wedge4" refType="h" fact="0.84"/>
              <dgm:constr type="l" for="ch" forName="wedge4Tx" refType="w" fact="0.3875"/>
              <dgm:constr type="t" for="ch" forName="wedge4Tx" refType="h" fact="0.74"/>
              <dgm:constr type="w" for="ch" forName="wedge4Tx" refType="w" fact="0.225"/>
              <dgm:constr type="h" for="ch" forName="wedge4Tx" refType="h" fact="0.16"/>
              <dgm:constr type="l" for="ch" forName="wedge5" refType="w" fact="0.08"/>
              <dgm:constr type="t" for="ch" forName="wedge5" refType="h" fact="0.08"/>
              <dgm:constr type="w" for="ch" forName="wedge5" refType="w" fact="0.84"/>
              <dgm:constr type="h" for="ch" forName="wedge5" refType="h" fact="0.84"/>
              <dgm:constr type="l" for="ch" forName="wedge5Tx" refType="w" fact="0.16"/>
              <dgm:constr type="t" for="ch" forName="wedge5Tx" refType="h" fact="0.58"/>
              <dgm:constr type="w" for="ch" forName="wedge5Tx" refType="w" fact="0.22"/>
              <dgm:constr type="h" for="ch" forName="wedge5Tx" refType="h" fact="0.16"/>
              <dgm:constr type="l" for="ch" forName="wedge6" refType="w" fact="0.08"/>
              <dgm:constr type="t" for="ch" forName="wedge6" refType="h" fact="0.08"/>
              <dgm:constr type="w" for="ch" forName="wedge6" refType="w" fact="0.84"/>
              <dgm:constr type="h" for="ch" forName="wedge6" refType="h" fact="0.84"/>
              <dgm:constr type="l" for="ch" forName="wedge6Tx" refType="w" fact="0.101"/>
              <dgm:constr type="t" for="ch" forName="wedge6Tx" refType="h" fact="0.38"/>
              <dgm:constr type="w" for="ch" forName="wedge6Tx" refType="w" fact="0.244"/>
              <dgm:constr type="h" for="ch" forName="wedge6Tx" refType="h" fact="0.155"/>
              <dgm:constr type="l" for="ch" forName="wedge7" refType="w" fact="0.0583"/>
              <dgm:constr type="t" for="ch" forName="wedge7" refType="h" fact="0.035"/>
              <dgm:constr type="w" for="ch" forName="wedge7" refType="w" fact="0.84"/>
              <dgm:constr type="h" for="ch" forName="wedge7" refType="h" fact="0.84"/>
              <dgm:constr type="l" for="ch" forName="wedge7Tx" refType="w" fact="0.2403"/>
              <dgm:constr type="t" for="ch" forName="wedge7Tx" refType="h" fact="0.115"/>
              <dgm:constr type="w" for="ch" forName="wedge7Tx" refType="w" fact="0.23"/>
              <dgm:constr type="h" for="ch" forName="wedge7Tx" refType="h" fact="0.145"/>
              <dgm:constr type="primFontSz" for="ch" ptType="node" op="equ"/>
            </dgm:constrLst>
          </dgm:else>
        </dgm:choose>
      </dgm:else>
    </dgm:choose>
    <dgm:ruleLst/>
    <dgm:choose name="Name23">
      <dgm:if name="Name24" axis="ch" ptType="node" func="cnt" op="gte" val="1">
        <dgm:layoutNode name="wedge1">
          <dgm:alg type="sp"/>
          <dgm:choose name="Name25">
            <dgm:if name="Name26" axis="ch" ptType="node" func="cnt" op="equ" val="1">
              <dgm:shape xmlns:r="http://schemas.openxmlformats.org/officeDocument/2006/relationships" type="ellipse" r:blip="">
                <dgm:adjLst/>
              </dgm:shape>
            </dgm:if>
            <dgm:if name="Name27" axis="ch" ptType="node" func="cnt" op="equ" val="2">
              <dgm:shape xmlns:r="http://schemas.openxmlformats.org/officeDocument/2006/relationships" type="pie" r:blip="">
                <dgm:adjLst>
                  <dgm:adj idx="1" val="270"/>
                  <dgm:adj idx="2" val="90"/>
                </dgm:adjLst>
              </dgm:shape>
            </dgm:if>
            <dgm:if name="Name28" axis="ch" ptType="node" func="cnt" op="equ" val="3">
              <dgm:shape xmlns:r="http://schemas.openxmlformats.org/officeDocument/2006/relationships" type="pie" r:blip="">
                <dgm:adjLst>
                  <dgm:adj idx="1" val="270"/>
                  <dgm:adj idx="2" val="30"/>
                </dgm:adjLst>
              </dgm:shape>
            </dgm:if>
            <dgm:if name="Name29" axis="ch" ptType="node" func="cnt" op="equ" val="4">
              <dgm:shape xmlns:r="http://schemas.openxmlformats.org/officeDocument/2006/relationships" type="pie" r:blip="">
                <dgm:adjLst>
                  <dgm:adj idx="1" val="270"/>
                  <dgm:adj idx="2" val="0"/>
                </dgm:adjLst>
              </dgm:shape>
            </dgm:if>
            <dgm:if name="Name30" axis="ch" ptType="node" func="cnt" op="equ" val="5">
              <dgm:shape xmlns:r="http://schemas.openxmlformats.org/officeDocument/2006/relationships" type="pie" r:blip="">
                <dgm:adjLst>
                  <dgm:adj idx="1" val="270"/>
                  <dgm:adj idx="2" val="342"/>
                </dgm:adjLst>
              </dgm:shape>
            </dgm:if>
            <dgm:if name="Name31" axis="ch" ptType="node" func="cnt" op="equ" val="6">
              <dgm:shape xmlns:r="http://schemas.openxmlformats.org/officeDocument/2006/relationships" type="pie" r:blip="">
                <dgm:adjLst>
                  <dgm:adj idx="1" val="270"/>
                  <dgm:adj idx="2" val="330"/>
                </dgm:adjLst>
              </dgm:shape>
            </dgm:if>
            <dgm:else name="Name32">
              <dgm:shape xmlns:r="http://schemas.openxmlformats.org/officeDocument/2006/relationships" type="pie" r:blip="">
                <dgm:adjLst>
                  <dgm:adj idx="1" val="270"/>
                  <dgm:adj idx="2" val="321.4286"/>
                </dgm:adjLst>
              </dgm:shape>
            </dgm:else>
          </dgm:choose>
          <dgm:choose name="Name33">
            <dgm:if name="Name34" func="var" arg="dir" op="equ" val="norm">
              <dgm:presOf axis="ch desOrSelf" ptType="node node" st="1 1" cnt="1 0"/>
            </dgm:if>
            <dgm:else name="Name35">
              <dgm:choose name="Name36">
                <dgm:if name="Name37" axis="ch" ptType="node" func="cnt" op="equ" val="1">
                  <dgm:presOf axis="ch desOrSelf" ptType="node node" st="1 1" cnt="1 0"/>
                </dgm:if>
                <dgm:if name="Name38" axis="ch" ptType="node" func="cnt" op="equ" val="2">
                  <dgm:presOf axis="ch desOrSelf" ptType="node node" st="2 1" cnt="1 0"/>
                </dgm:if>
                <dgm:if name="Name39" axis="ch" ptType="node" func="cnt" op="equ" val="3">
                  <dgm:presOf axis="ch desOrSelf" ptType="node node" st="3 1" cnt="1 0"/>
                </dgm:if>
                <dgm:if name="Name40" axis="ch" ptType="node" func="cnt" op="equ" val="4">
                  <dgm:presOf axis="ch desOrSelf" ptType="node node" st="4 1" cnt="1 0"/>
                </dgm:if>
                <dgm:if name="Name41" axis="ch" ptType="node" func="cnt" op="equ" val="5">
                  <dgm:presOf axis="ch desOrSelf" ptType="node node" st="5 1" cnt="1 0"/>
                </dgm:if>
                <dgm:if name="Name42" axis="ch" ptType="node" func="cnt" op="equ" val="6">
                  <dgm:presOf axis="ch desOrSelf" ptType="node node" st="6 1" cnt="1 0"/>
                </dgm:if>
                <dgm:else name="Name43">
                  <dgm:presOf axis="ch desOrSelf" ptType="node node" st="7 1" cnt="1 0"/>
                </dgm:else>
              </dgm:choose>
            </dgm:else>
          </dgm:choose>
          <dgm:constrLst/>
          <dgm:ruleLst/>
        </dgm:layoutNode>
        <dgm:layoutNode name="wedge1Tx" moveWith="wedge1">
          <dgm:varLst>
            <dgm:chMax val="0"/>
            <dgm:chPref val="0"/>
            <dgm:bulletEnabled val="1"/>
          </dgm:varLst>
          <dgm:alg type="tx"/>
          <dgm:shape xmlns:r="http://schemas.openxmlformats.org/officeDocument/2006/relationships" type="rect" r:blip="" hideGeom="1">
            <dgm:adjLst/>
          </dgm:shape>
          <dgm:choose name="Name44">
            <dgm:if name="Name45" func="var" arg="dir" op="equ" val="norm">
              <dgm:presOf axis="ch desOrSelf" ptType="node node" st="1 1" cnt="1 0"/>
            </dgm:if>
            <dgm:else name="Name46">
              <dgm:choose name="Name47">
                <dgm:if name="Name48" axis="ch" ptType="node" func="cnt" op="equ" val="1">
                  <dgm:presOf axis="ch desOrSelf" ptType="node node" st="1 1" cnt="1 0"/>
                </dgm:if>
                <dgm:if name="Name49" axis="ch" ptType="node" func="cnt" op="equ" val="2">
                  <dgm:presOf axis="ch desOrSelf" ptType="node node" st="2 1" cnt="1 0"/>
                </dgm:if>
                <dgm:if name="Name50" axis="ch" ptType="node" func="cnt" op="equ" val="3">
                  <dgm:presOf axis="ch desOrSelf" ptType="node node" st="3 1" cnt="1 0"/>
                </dgm:if>
                <dgm:if name="Name51" axis="ch" ptType="node" func="cnt" op="equ" val="4">
                  <dgm:presOf axis="ch desOrSelf" ptType="node node" st="4 1" cnt="1 0"/>
                </dgm:if>
                <dgm:if name="Name52" axis="ch" ptType="node" func="cnt" op="equ" val="5">
                  <dgm:presOf axis="ch desOrSelf" ptType="node node" st="5 1" cnt="1 0"/>
                </dgm:if>
                <dgm:if name="Name53" axis="ch" ptType="node" func="cnt" op="equ" val="6">
                  <dgm:presOf axis="ch desOrSelf" ptType="node node" st="6 1" cnt="1 0"/>
                </dgm:if>
                <dgm:else name="Name54">
                  <dgm:presOf axis="ch desOrSelf" ptType="node node" st="7 1" cnt="1 0"/>
                </dgm:else>
              </dgm:choose>
            </dgm:else>
          </dgm:choose>
          <dgm:constrLst>
            <dgm:constr type="tMarg" refType="primFontSz" fact="0.1"/>
            <dgm:constr type="bMarg" refType="primFontSz" fact="0.1"/>
            <dgm:constr type="lMarg" refType="primFontSz" fact="0.1"/>
            <dgm:constr type="rMarg" refType="primFontSz" fact="0.1"/>
            <dgm:constr type="primFontSz" val="65"/>
          </dgm:constrLst>
          <dgm:ruleLst>
            <dgm:rule type="primFontSz" val="5" fact="NaN" max="NaN"/>
          </dgm:ruleLst>
        </dgm:layoutNode>
      </dgm:if>
      <dgm:else name="Name55"/>
    </dgm:choose>
    <dgm:choose name="Name56">
      <dgm:if name="Name57" axis="ch" ptType="node" func="cnt" op="gte" val="2">
        <dgm:layoutNode name="wedge2">
          <dgm:alg type="sp"/>
          <dgm:choose name="Name58">
            <dgm:if name="Name59" axis="ch" ptType="node" func="cnt" op="equ" val="2">
              <dgm:shape xmlns:r="http://schemas.openxmlformats.org/officeDocument/2006/relationships" type="pie" r:blip="">
                <dgm:adjLst>
                  <dgm:adj idx="1" val="90"/>
                  <dgm:adj idx="2" val="270"/>
                </dgm:adjLst>
              </dgm:shape>
            </dgm:if>
            <dgm:if name="Name60" axis="ch" ptType="node" func="cnt" op="equ" val="3">
              <dgm:shape xmlns:r="http://schemas.openxmlformats.org/officeDocument/2006/relationships" type="pie" r:blip="">
                <dgm:adjLst>
                  <dgm:adj idx="1" val="30"/>
                  <dgm:adj idx="2" val="150"/>
                </dgm:adjLst>
              </dgm:shape>
            </dgm:if>
            <dgm:if name="Name61" axis="ch" ptType="node" func="cnt" op="equ" val="4">
              <dgm:shape xmlns:r="http://schemas.openxmlformats.org/officeDocument/2006/relationships" type="pie" r:blip="">
                <dgm:adjLst>
                  <dgm:adj idx="1" val="0"/>
                  <dgm:adj idx="2" val="90"/>
                </dgm:adjLst>
              </dgm:shape>
            </dgm:if>
            <dgm:if name="Name62" axis="ch" ptType="node" func="cnt" op="equ" val="5">
              <dgm:shape xmlns:r="http://schemas.openxmlformats.org/officeDocument/2006/relationships" type="pie" r:blip="">
                <dgm:adjLst>
                  <dgm:adj idx="1" val="342"/>
                  <dgm:adj idx="2" val="54"/>
                </dgm:adjLst>
              </dgm:shape>
            </dgm:if>
            <dgm:if name="Name63" axis="ch" ptType="node" func="cnt" op="equ" val="6">
              <dgm:shape xmlns:r="http://schemas.openxmlformats.org/officeDocument/2006/relationships" type="pie" r:blip="">
                <dgm:adjLst>
                  <dgm:adj idx="1" val="330"/>
                  <dgm:adj idx="2" val="30"/>
                </dgm:adjLst>
              </dgm:shape>
            </dgm:if>
            <dgm:else name="Name64">
              <dgm:shape xmlns:r="http://schemas.openxmlformats.org/officeDocument/2006/relationships" type="pie" r:blip="">
                <dgm:adjLst>
                  <dgm:adj idx="1" val="321.4286"/>
                  <dgm:adj idx="2" val="12.85714"/>
                </dgm:adjLst>
              </dgm:shape>
            </dgm:else>
          </dgm:choose>
          <dgm:choose name="Name65">
            <dgm:if name="Name66" func="var" arg="dir" op="equ" val="norm">
              <dgm:presOf axis="ch desOrSelf" ptType="node node" st="2 1" cnt="1 0"/>
            </dgm:if>
            <dgm:else name="Name67">
              <dgm:choose name="Name68">
                <dgm:if name="Name69" axis="ch" ptType="node" func="cnt" op="equ" val="2">
                  <dgm:presOf axis="ch desOrSelf" ptType="node node" st="1 1" cnt="1 0"/>
                </dgm:if>
                <dgm:if name="Name70" axis="ch" ptType="node" func="cnt" op="equ" val="3">
                  <dgm:presOf axis="ch desOrSelf" ptType="node node" st="2 1" cnt="1 0"/>
                </dgm:if>
                <dgm:if name="Name71" axis="ch" ptType="node" func="cnt" op="equ" val="4">
                  <dgm:presOf axis="ch desOrSelf" ptType="node node" st="3 1" cnt="1 0"/>
                </dgm:if>
                <dgm:if name="Name72" axis="ch" ptType="node" func="cnt" op="equ" val="5">
                  <dgm:presOf axis="ch desOrSelf" ptType="node node" st="4 1" cnt="1 0"/>
                </dgm:if>
                <dgm:if name="Name73" axis="ch" ptType="node" func="cnt" op="equ" val="6">
                  <dgm:presOf axis="ch desOrSelf" ptType="node node" st="5 1" cnt="1 0"/>
                </dgm:if>
                <dgm:else name="Name74">
                  <dgm:presOf axis="ch desOrSelf" ptType="node node" st="6 1" cnt="1 0"/>
                </dgm:else>
              </dgm:choose>
            </dgm:else>
          </dgm:choose>
          <dgm:constrLst/>
          <dgm:ruleLst/>
        </dgm:layoutNode>
        <dgm:layoutNode name="wedge2Tx" moveWith="wedge2">
          <dgm:varLst>
            <dgm:chMax val="0"/>
            <dgm:chPref val="0"/>
            <dgm:bulletEnabled val="1"/>
          </dgm:varLst>
          <dgm:alg type="tx"/>
          <dgm:shape xmlns:r="http://schemas.openxmlformats.org/officeDocument/2006/relationships" type="rect" r:blip="" hideGeom="1">
            <dgm:adjLst/>
          </dgm:shape>
          <dgm:choose name="Name75">
            <dgm:if name="Name76" func="var" arg="dir" op="equ" val="norm">
              <dgm:presOf axis="ch desOrSelf" ptType="node node" st="2 1" cnt="1 0"/>
            </dgm:if>
            <dgm:else name="Name77">
              <dgm:choose name="Name78">
                <dgm:if name="Name79" axis="ch" ptType="node" func="cnt" op="equ" val="2">
                  <dgm:presOf axis="ch desOrSelf" ptType="node node" st="1 1" cnt="1 0"/>
                </dgm:if>
                <dgm:if name="Name80" axis="ch" ptType="node" func="cnt" op="equ" val="3">
                  <dgm:presOf axis="ch desOrSelf" ptType="node node" st="2 1" cnt="1 0"/>
                </dgm:if>
                <dgm:if name="Name81" axis="ch" ptType="node" func="cnt" op="equ" val="4">
                  <dgm:presOf axis="ch desOrSelf" ptType="node node" st="3 1" cnt="1 0"/>
                </dgm:if>
                <dgm:if name="Name82" axis="ch" ptType="node" func="cnt" op="equ" val="5">
                  <dgm:presOf axis="ch desOrSelf" ptType="node node" st="4 1" cnt="1 0"/>
                </dgm:if>
                <dgm:if name="Name83" axis="ch" ptType="node" func="cnt" op="equ" val="6">
                  <dgm:presOf axis="ch desOrSelf" ptType="node node" st="5 1" cnt="1 0"/>
                </dgm:if>
                <dgm:else name="Name84">
                  <dgm:presOf axis="ch desOrSelf" ptType="node node" st="6 1" cnt="1 0"/>
                </dgm:else>
              </dgm:choose>
            </dgm:else>
          </dgm:choose>
          <dgm:constrLst>
            <dgm:constr type="tMarg" refType="primFontSz" fact="0.1"/>
            <dgm:constr type="bMarg" refType="primFontSz" fact="0.1"/>
            <dgm:constr type="lMarg" refType="primFontSz" fact="0.1"/>
            <dgm:constr type="rMarg" refType="primFontSz" fact="0.1"/>
            <dgm:constr type="primFontSz" val="65"/>
          </dgm:constrLst>
          <dgm:ruleLst>
            <dgm:rule type="primFontSz" val="5" fact="NaN" max="NaN"/>
          </dgm:ruleLst>
        </dgm:layoutNode>
      </dgm:if>
      <dgm:else name="Name85"/>
    </dgm:choose>
    <dgm:choose name="Name86">
      <dgm:if name="Name87" axis="ch" ptType="node" func="cnt" op="gte" val="3">
        <dgm:layoutNode name="wedge3">
          <dgm:alg type="sp"/>
          <dgm:choose name="Name88">
            <dgm:if name="Name89" axis="ch" ptType="node" func="cnt" op="equ" val="3">
              <dgm:shape xmlns:r="http://schemas.openxmlformats.org/officeDocument/2006/relationships" type="pie" r:blip="">
                <dgm:adjLst>
                  <dgm:adj idx="1" val="150"/>
                  <dgm:adj idx="2" val="270"/>
                </dgm:adjLst>
              </dgm:shape>
            </dgm:if>
            <dgm:if name="Name90" axis="ch" ptType="node" func="cnt" op="equ" val="4">
              <dgm:shape xmlns:r="http://schemas.openxmlformats.org/officeDocument/2006/relationships" type="pie" r:blip="">
                <dgm:adjLst>
                  <dgm:adj idx="1" val="90"/>
                  <dgm:adj idx="2" val="180"/>
                </dgm:adjLst>
              </dgm:shape>
            </dgm:if>
            <dgm:if name="Name91" axis="ch" ptType="node" func="cnt" op="equ" val="5">
              <dgm:shape xmlns:r="http://schemas.openxmlformats.org/officeDocument/2006/relationships" type="pie" r:blip="">
                <dgm:adjLst>
                  <dgm:adj idx="1" val="54"/>
                  <dgm:adj idx="2" val="126"/>
                </dgm:adjLst>
              </dgm:shape>
            </dgm:if>
            <dgm:if name="Name92" axis="ch" ptType="node" func="cnt" op="equ" val="6">
              <dgm:shape xmlns:r="http://schemas.openxmlformats.org/officeDocument/2006/relationships" type="pie" r:blip="">
                <dgm:adjLst>
                  <dgm:adj idx="1" val="30"/>
                  <dgm:adj idx="2" val="90"/>
                </dgm:adjLst>
              </dgm:shape>
            </dgm:if>
            <dgm:else name="Name93">
              <dgm:shape xmlns:r="http://schemas.openxmlformats.org/officeDocument/2006/relationships" type="pie" r:blip="">
                <dgm:adjLst>
                  <dgm:adj idx="1" val="12.85714"/>
                  <dgm:adj idx="2" val="64.28571"/>
                </dgm:adjLst>
              </dgm:shape>
            </dgm:else>
          </dgm:choose>
          <dgm:choose name="Name94">
            <dgm:if name="Name95" func="var" arg="dir" op="equ" val="norm">
              <dgm:presOf axis="ch desOrSelf" ptType="node node" st="3 1" cnt="1 0"/>
            </dgm:if>
            <dgm:else name="Name96">
              <dgm:choose name="Name97">
                <dgm:if name="Name98" axis="ch" ptType="node" func="cnt" op="equ" val="3">
                  <dgm:presOf axis="ch desOrSelf" ptType="node node" st="1 1" cnt="1 0"/>
                </dgm:if>
                <dgm:if name="Name99" axis="ch" ptType="node" func="cnt" op="equ" val="4">
                  <dgm:presOf axis="ch desOrSelf" ptType="node node" st="2 1" cnt="1 0"/>
                </dgm:if>
                <dgm:if name="Name100" axis="ch" ptType="node" func="cnt" op="equ" val="5">
                  <dgm:presOf axis="ch desOrSelf" ptType="node node" st="3 1" cnt="1 0"/>
                </dgm:if>
                <dgm:if name="Name101" axis="ch" ptType="node" func="cnt" op="equ" val="6">
                  <dgm:presOf axis="ch desOrSelf" ptType="node node" st="4 1" cnt="1 0"/>
                </dgm:if>
                <dgm:else name="Name102">
                  <dgm:presOf axis="ch desOrSelf" ptType="node node" st="5 1" cnt="1 0"/>
                </dgm:else>
              </dgm:choose>
            </dgm:else>
          </dgm:choose>
          <dgm:constrLst/>
          <dgm:ruleLst/>
        </dgm:layoutNode>
        <dgm:layoutNode name="wedge3Tx" moveWith="wedge3">
          <dgm:varLst>
            <dgm:chMax val="0"/>
            <dgm:chPref val="0"/>
            <dgm:bulletEnabled val="1"/>
          </dgm:varLst>
          <dgm:alg type="tx"/>
          <dgm:shape xmlns:r="http://schemas.openxmlformats.org/officeDocument/2006/relationships" type="rect" r:blip="" hideGeom="1">
            <dgm:adjLst/>
          </dgm:shape>
          <dgm:choose name="Name103">
            <dgm:if name="Name104" func="var" arg="dir" op="equ" val="norm">
              <dgm:presOf axis="ch desOrSelf" ptType="node node" st="3 1" cnt="1 0"/>
            </dgm:if>
            <dgm:else name="Name105">
              <dgm:choose name="Name106">
                <dgm:if name="Name107" axis="ch" ptType="node" func="cnt" op="equ" val="3">
                  <dgm:presOf axis="ch desOrSelf" ptType="node node" st="1 1" cnt="1 0"/>
                </dgm:if>
                <dgm:if name="Name108" axis="ch" ptType="node" func="cnt" op="equ" val="4">
                  <dgm:presOf axis="ch desOrSelf" ptType="node node" st="2 1" cnt="1 0"/>
                </dgm:if>
                <dgm:if name="Name109" axis="ch" ptType="node" func="cnt" op="equ" val="5">
                  <dgm:presOf axis="ch desOrSelf" ptType="node node" st="3 1" cnt="1 0"/>
                </dgm:if>
                <dgm:if name="Name110" axis="ch" ptType="node" func="cnt" op="equ" val="6">
                  <dgm:presOf axis="ch desOrSelf" ptType="node node" st="4 1" cnt="1 0"/>
                </dgm:if>
                <dgm:else name="Name111">
                  <dgm:presOf axis="ch desOrSelf" ptType="node node" st="5 1" cnt="1 0"/>
                </dgm:else>
              </dgm:choose>
            </dgm:else>
          </dgm:choose>
          <dgm:constrLst>
            <dgm:constr type="tMarg" refType="primFontSz" fact="0.1"/>
            <dgm:constr type="bMarg" refType="primFontSz" fact="0.1"/>
            <dgm:constr type="lMarg" refType="primFontSz" fact="0.1"/>
            <dgm:constr type="rMarg" refType="primFontSz" fact="0.1"/>
            <dgm:constr type="primFontSz" val="65"/>
          </dgm:constrLst>
          <dgm:ruleLst>
            <dgm:rule type="primFontSz" val="5" fact="NaN" max="NaN"/>
          </dgm:ruleLst>
        </dgm:layoutNode>
      </dgm:if>
      <dgm:else name="Name112"/>
    </dgm:choose>
    <dgm:choose name="Name113">
      <dgm:if name="Name114" axis="ch" ptType="node" func="cnt" op="gte" val="4">
        <dgm:layoutNode name="wedge4">
          <dgm:alg type="sp"/>
          <dgm:choose name="Name115">
            <dgm:if name="Name116" axis="ch" ptType="node" func="cnt" op="equ" val="4">
              <dgm:shape xmlns:r="http://schemas.openxmlformats.org/officeDocument/2006/relationships" type="pie" r:blip="">
                <dgm:adjLst>
                  <dgm:adj idx="1" val="180"/>
                  <dgm:adj idx="2" val="270"/>
                </dgm:adjLst>
              </dgm:shape>
            </dgm:if>
            <dgm:if name="Name117" axis="ch" ptType="node" func="cnt" op="equ" val="5">
              <dgm:shape xmlns:r="http://schemas.openxmlformats.org/officeDocument/2006/relationships" type="pie" r:blip="">
                <dgm:adjLst>
                  <dgm:adj idx="1" val="126"/>
                  <dgm:adj idx="2" val="198"/>
                </dgm:adjLst>
              </dgm:shape>
            </dgm:if>
            <dgm:if name="Name118" axis="ch" ptType="node" func="cnt" op="equ" val="6">
              <dgm:shape xmlns:r="http://schemas.openxmlformats.org/officeDocument/2006/relationships" type="pie" r:blip="">
                <dgm:adjLst>
                  <dgm:adj idx="1" val="90"/>
                  <dgm:adj idx="2" val="150"/>
                </dgm:adjLst>
              </dgm:shape>
            </dgm:if>
            <dgm:else name="Name119">
              <dgm:shape xmlns:r="http://schemas.openxmlformats.org/officeDocument/2006/relationships" type="pie" r:blip="">
                <dgm:adjLst>
                  <dgm:adj idx="1" val="64.2871"/>
                  <dgm:adj idx="2" val="115.7143"/>
                </dgm:adjLst>
              </dgm:shape>
            </dgm:else>
          </dgm:choose>
          <dgm:choose name="Name120">
            <dgm:if name="Name121" func="var" arg="dir" op="equ" val="norm">
              <dgm:presOf axis="ch desOrSelf" ptType="node node" st="4 1" cnt="1 0"/>
            </dgm:if>
            <dgm:else name="Name122">
              <dgm:choose name="Name123">
                <dgm:if name="Name124" axis="ch" ptType="node" func="cnt" op="equ" val="4">
                  <dgm:presOf axis="ch desOrSelf" ptType="node node" st="1 1" cnt="1 0"/>
                </dgm:if>
                <dgm:if name="Name125" axis="ch" ptType="node" func="cnt" op="equ" val="5">
                  <dgm:presOf axis="ch desOrSelf" ptType="node node" st="2 1" cnt="1 0"/>
                </dgm:if>
                <dgm:if name="Name126" axis="ch" ptType="node" func="cnt" op="equ" val="6">
                  <dgm:presOf axis="ch desOrSelf" ptType="node node" st="3 1" cnt="1 0"/>
                </dgm:if>
                <dgm:else name="Name127">
                  <dgm:presOf axis="ch desOrSelf" ptType="node node" st="4 1" cnt="1 0"/>
                </dgm:else>
              </dgm:choose>
            </dgm:else>
          </dgm:choose>
          <dgm:constrLst/>
          <dgm:ruleLst/>
        </dgm:layoutNode>
        <dgm:layoutNode name="wedge4Tx" moveWith="wedge4">
          <dgm:varLst>
            <dgm:chMax val="0"/>
            <dgm:chPref val="0"/>
            <dgm:bulletEnabled val="1"/>
          </dgm:varLst>
          <dgm:alg type="tx"/>
          <dgm:shape xmlns:r="http://schemas.openxmlformats.org/officeDocument/2006/relationships" type="rect" r:blip="" hideGeom="1">
            <dgm:adjLst/>
          </dgm:shape>
          <dgm:choose name="Name128">
            <dgm:if name="Name129" func="var" arg="dir" op="equ" val="norm">
              <dgm:presOf axis="ch desOrSelf" ptType="node node" st="4 1" cnt="1 0"/>
            </dgm:if>
            <dgm:else name="Name130">
              <dgm:choose name="Name131">
                <dgm:if name="Name132" axis="ch" ptType="node" func="cnt" op="equ" val="4">
                  <dgm:presOf axis="ch desOrSelf" ptType="node node" st="1 1" cnt="1 0"/>
                </dgm:if>
                <dgm:if name="Name133" axis="ch" ptType="node" func="cnt" op="equ" val="5">
                  <dgm:presOf axis="ch desOrSelf" ptType="node node" st="2 1" cnt="1 0"/>
                </dgm:if>
                <dgm:if name="Name134" axis="ch" ptType="node" func="cnt" op="equ" val="6">
                  <dgm:presOf axis="ch desOrSelf" ptType="node node" st="3 1" cnt="1 0"/>
                </dgm:if>
                <dgm:else name="Name135">
                  <dgm:presOf axis="ch desOrSelf" ptType="node node" st="4 1" cnt="1 0"/>
                </dgm:else>
              </dgm:choose>
            </dgm:else>
          </dgm:choose>
          <dgm:constrLst>
            <dgm:constr type="tMarg" refType="primFontSz" fact="0.1"/>
            <dgm:constr type="bMarg" refType="primFontSz" fact="0.1"/>
            <dgm:constr type="lMarg" refType="primFontSz" fact="0.1"/>
            <dgm:constr type="rMarg" refType="primFontSz" fact="0.1"/>
            <dgm:constr type="primFontSz" val="65"/>
          </dgm:constrLst>
          <dgm:ruleLst>
            <dgm:rule type="primFontSz" val="5" fact="NaN" max="NaN"/>
          </dgm:ruleLst>
        </dgm:layoutNode>
      </dgm:if>
      <dgm:else name="Name136"/>
    </dgm:choose>
    <dgm:choose name="Name137">
      <dgm:if name="Name138" axis="ch" ptType="node" func="cnt" op="gte" val="5">
        <dgm:layoutNode name="wedge5">
          <dgm:alg type="sp"/>
          <dgm:choose name="Name139">
            <dgm:if name="Name140" axis="ch" ptType="node" func="cnt" op="equ" val="5">
              <dgm:shape xmlns:r="http://schemas.openxmlformats.org/officeDocument/2006/relationships" type="pie" r:blip="">
                <dgm:adjLst>
                  <dgm:adj idx="1" val="198"/>
                  <dgm:adj idx="2" val="270"/>
                </dgm:adjLst>
              </dgm:shape>
            </dgm:if>
            <dgm:if name="Name141" axis="ch" ptType="node" func="cnt" op="equ" val="6">
              <dgm:shape xmlns:r="http://schemas.openxmlformats.org/officeDocument/2006/relationships" type="pie" r:blip="">
                <dgm:adjLst>
                  <dgm:adj idx="1" val="150"/>
                  <dgm:adj idx="2" val="210"/>
                </dgm:adjLst>
              </dgm:shape>
            </dgm:if>
            <dgm:else name="Name142">
              <dgm:shape xmlns:r="http://schemas.openxmlformats.org/officeDocument/2006/relationships" type="pie" r:blip="">
                <dgm:adjLst>
                  <dgm:adj idx="1" val="115.7143"/>
                  <dgm:adj idx="2" val="167.1429"/>
                </dgm:adjLst>
              </dgm:shape>
            </dgm:else>
          </dgm:choose>
          <dgm:choose name="Name143">
            <dgm:if name="Name144" func="var" arg="dir" op="equ" val="norm">
              <dgm:presOf axis="ch desOrSelf" ptType="node node" st="5 1" cnt="1 0"/>
            </dgm:if>
            <dgm:else name="Name145">
              <dgm:choose name="Name146">
                <dgm:if name="Name147" axis="ch" ptType="node" func="cnt" op="equ" val="5">
                  <dgm:presOf axis="ch desOrSelf" ptType="node node" st="1 1" cnt="1 0"/>
                </dgm:if>
                <dgm:if name="Name148" axis="ch" ptType="node" func="cnt" op="equ" val="6">
                  <dgm:presOf axis="ch desOrSelf" ptType="node node" st="2 1" cnt="1 0"/>
                </dgm:if>
                <dgm:else name="Name149">
                  <dgm:presOf axis="ch desOrSelf" ptType="node node" st="3 1" cnt="1 0"/>
                </dgm:else>
              </dgm:choose>
            </dgm:else>
          </dgm:choose>
          <dgm:constrLst/>
          <dgm:ruleLst/>
        </dgm:layoutNode>
        <dgm:layoutNode name="wedge5Tx" moveWith="wedge5">
          <dgm:varLst>
            <dgm:chMax val="0"/>
            <dgm:chPref val="0"/>
            <dgm:bulletEnabled val="1"/>
          </dgm:varLst>
          <dgm:alg type="tx"/>
          <dgm:shape xmlns:r="http://schemas.openxmlformats.org/officeDocument/2006/relationships" type="rect" r:blip="" hideGeom="1">
            <dgm:adjLst/>
          </dgm:shape>
          <dgm:choose name="Name150">
            <dgm:if name="Name151" func="var" arg="dir" op="equ" val="norm">
              <dgm:presOf axis="ch desOrSelf" ptType="node node" st="5 1" cnt="1 0"/>
            </dgm:if>
            <dgm:else name="Name152">
              <dgm:choose name="Name153">
                <dgm:if name="Name154" axis="ch" ptType="node" func="cnt" op="equ" val="5">
                  <dgm:presOf axis="ch desOrSelf" ptType="node node" st="1 1" cnt="1 0"/>
                </dgm:if>
                <dgm:if name="Name155" axis="ch" ptType="node" func="cnt" op="equ" val="6">
                  <dgm:presOf axis="ch desOrSelf" ptType="node node" st="2 1" cnt="1 0"/>
                </dgm:if>
                <dgm:else name="Name156">
                  <dgm:presOf axis="ch desOrSelf" ptType="node node" st="3 1" cnt="1 0"/>
                </dgm:else>
              </dgm:choose>
            </dgm:else>
          </dgm:choose>
          <dgm:constrLst>
            <dgm:constr type="tMarg" refType="primFontSz" fact="0.1"/>
            <dgm:constr type="bMarg" refType="primFontSz" fact="0.1"/>
            <dgm:constr type="lMarg" refType="primFontSz" fact="0.1"/>
            <dgm:constr type="rMarg" refType="primFontSz" fact="0.1"/>
            <dgm:constr type="primFontSz" val="65"/>
          </dgm:constrLst>
          <dgm:ruleLst>
            <dgm:rule type="primFontSz" val="5" fact="NaN" max="NaN"/>
          </dgm:ruleLst>
        </dgm:layoutNode>
      </dgm:if>
      <dgm:else name="Name157"/>
    </dgm:choose>
    <dgm:choose name="Name158">
      <dgm:if name="Name159" axis="ch" ptType="node" func="cnt" op="gte" val="6">
        <dgm:layoutNode name="wedge6">
          <dgm:alg type="sp"/>
          <dgm:choose name="Name160">
            <dgm:if name="Name161" axis="ch" ptType="node" func="cnt" op="equ" val="6">
              <dgm:shape xmlns:r="http://schemas.openxmlformats.org/officeDocument/2006/relationships" type="pie" r:blip="">
                <dgm:adjLst>
                  <dgm:adj idx="1" val="210"/>
                  <dgm:adj idx="2" val="270"/>
                </dgm:adjLst>
              </dgm:shape>
            </dgm:if>
            <dgm:else name="Name162">
              <dgm:shape xmlns:r="http://schemas.openxmlformats.org/officeDocument/2006/relationships" type="pie" r:blip="">
                <dgm:adjLst>
                  <dgm:adj idx="1" val="167.1429"/>
                  <dgm:adj idx="2" val="218.5714"/>
                </dgm:adjLst>
              </dgm:shape>
            </dgm:else>
          </dgm:choose>
          <dgm:choose name="Name163">
            <dgm:if name="Name164" func="var" arg="dir" op="equ" val="norm">
              <dgm:presOf axis="ch desOrSelf" ptType="node node" st="6 1" cnt="1 0"/>
            </dgm:if>
            <dgm:else name="Name165">
              <dgm:choose name="Name166">
                <dgm:if name="Name167" axis="ch" ptType="node" func="cnt" op="equ" val="6">
                  <dgm:presOf axis="ch desOrSelf" ptType="node node" st="1 1" cnt="1 0"/>
                </dgm:if>
                <dgm:else name="Name168">
                  <dgm:presOf axis="ch desOrSelf" ptType="node node" st="2 1" cnt="1 0"/>
                </dgm:else>
              </dgm:choose>
            </dgm:else>
          </dgm:choose>
          <dgm:constrLst/>
          <dgm:ruleLst/>
        </dgm:layoutNode>
        <dgm:layoutNode name="wedge6Tx" moveWith="wedge6">
          <dgm:varLst>
            <dgm:chMax val="0"/>
            <dgm:chPref val="0"/>
            <dgm:bulletEnabled val="1"/>
          </dgm:varLst>
          <dgm:alg type="tx"/>
          <dgm:shape xmlns:r="http://schemas.openxmlformats.org/officeDocument/2006/relationships" type="rect" r:blip="" hideGeom="1">
            <dgm:adjLst/>
          </dgm:shape>
          <dgm:choose name="Name169">
            <dgm:if name="Name170" func="var" arg="dir" op="equ" val="norm">
              <dgm:presOf axis="ch desOrSelf" ptType="node node" st="6 1" cnt="1 0"/>
            </dgm:if>
            <dgm:else name="Name171">
              <dgm:choose name="Name172">
                <dgm:if name="Name173" axis="ch" ptType="node" func="cnt" op="equ" val="6">
                  <dgm:presOf axis="ch desOrSelf" ptType="node node" st="1 1" cnt="1 0"/>
                </dgm:if>
                <dgm:else name="Name174">
                  <dgm:presOf axis="ch desOrSelf" ptType="node node" st="2 1" cnt="1 0"/>
                </dgm:else>
              </dgm:choose>
            </dgm:else>
          </dgm:choose>
          <dgm:constrLst>
            <dgm:constr type="tMarg" refType="primFontSz" fact="0.1"/>
            <dgm:constr type="bMarg" refType="primFontSz" fact="0.1"/>
            <dgm:constr type="lMarg" refType="primFontSz" fact="0.1"/>
            <dgm:constr type="rMarg" refType="primFontSz" fact="0.1"/>
            <dgm:constr type="primFontSz" val="65"/>
          </dgm:constrLst>
          <dgm:ruleLst>
            <dgm:rule type="primFontSz" val="5" fact="NaN" max="NaN"/>
          </dgm:ruleLst>
        </dgm:layoutNode>
      </dgm:if>
      <dgm:else name="Name175"/>
    </dgm:choose>
    <dgm:choose name="Name176">
      <dgm:if name="Name177" axis="ch" ptType="node" func="cnt" op="gte" val="7">
        <dgm:layoutNode name="wedge7">
          <dgm:alg type="sp"/>
          <dgm:shape xmlns:r="http://schemas.openxmlformats.org/officeDocument/2006/relationships" type="pie" r:blip="">
            <dgm:adjLst>
              <dgm:adj idx="1" val="218.5714"/>
              <dgm:adj idx="2" val="270"/>
            </dgm:adjLst>
          </dgm:shape>
          <dgm:choose name="Name178">
            <dgm:if name="Name179" func="var" arg="dir" op="equ" val="norm">
              <dgm:presOf axis="ch desOrSelf" ptType="node node" st="7 1" cnt="1 0"/>
            </dgm:if>
            <dgm:else name="Name180">
              <dgm:presOf axis="ch desOrSelf" ptType="node node" st="1 1" cnt="1 0"/>
            </dgm:else>
          </dgm:choose>
          <dgm:constrLst/>
          <dgm:ruleLst/>
        </dgm:layoutNode>
        <dgm:layoutNode name="wedge7Tx" moveWith="wedge7">
          <dgm:varLst>
            <dgm:chMax val="0"/>
            <dgm:chPref val="0"/>
            <dgm:bulletEnabled val="1"/>
          </dgm:varLst>
          <dgm:alg type="tx"/>
          <dgm:shape xmlns:r="http://schemas.openxmlformats.org/officeDocument/2006/relationships" type="rect" r:blip="" hideGeom="1">
            <dgm:adjLst/>
          </dgm:shape>
          <dgm:choose name="Name181">
            <dgm:if name="Name182" func="var" arg="dir" op="equ" val="norm">
              <dgm:presOf axis="ch desOrSelf" ptType="node node" st="7 1" cnt="1 0"/>
            </dgm:if>
            <dgm:else name="Name183">
              <dgm:presOf axis="ch desOrSelf" ptType="node node" st="1 1" cnt="1 0"/>
            </dgm:else>
          </dgm:choose>
          <dgm:constrLst>
            <dgm:constr type="tMarg" refType="primFontSz" fact="0.1"/>
            <dgm:constr type="bMarg" refType="primFontSz" fact="0.1"/>
            <dgm:constr type="lMarg" refType="primFontSz" fact="0.1"/>
            <dgm:constr type="rMarg" refType="primFontSz" fact="0.1"/>
            <dgm:constr type="primFontSz" val="65"/>
          </dgm:constrLst>
          <dgm:ruleLst>
            <dgm:rule type="primFontSz" val="5" fact="NaN" max="NaN"/>
          </dgm:ruleLst>
        </dgm:layoutNode>
      </dgm:if>
      <dgm:else name="Name184"/>
    </dgm:choose>
  </dgm:layoutNode>
</dgm:layoutDef>
</file>

<file path=ppt/diagrams/layout2.xml><?xml version="1.0" encoding="utf-8"?>
<dgm:layoutDef xmlns:dgm="http://schemas.openxmlformats.org/drawingml/2006/diagram" xmlns:a="http://schemas.openxmlformats.org/drawingml/2006/main" uniqueId="urn:microsoft.com/office/officeart/2005/8/layout/process2">
  <dgm:title val=""/>
  <dgm:desc val=""/>
  <dgm:catLst>
    <dgm:cat type="process" pri="13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Flow">
    <dgm:varLst>
      <dgm:resizeHandles val="exact"/>
    </dgm:varLst>
    <dgm:alg type="lin">
      <dgm:param type="linDir" val="fromT"/>
    </dgm:alg>
    <dgm:shape xmlns:r="http://schemas.openxmlformats.org/officeDocument/2006/relationships" r:blip="">
      <dgm:adjLst/>
    </dgm:shape>
    <dgm:presOf/>
    <dgm:constrLst>
      <dgm:constr type="h" for="ch" ptType="node" refType="h"/>
      <dgm:constr type="h" for="ch" ptType="sibTrans" refType="h" refFor="ch" refPtType="node" fact="0.5"/>
      <dgm:constr type="w" for="ch" ptType="node" op="equ"/>
      <dgm:constr type="primFontSz" for="ch" ptType="node" op="equ" val="65"/>
      <dgm:constr type="primFontSz" for="des" forName="connectorText" op="equ" val="55"/>
      <dgm:constr type="primFontSz" for="des" forName="connectorText" refType="primFontSz" refFor="ch" refPtType="node" op="lte" fact="0.8"/>
    </dgm:constrLst>
    <dgm:ruleLst/>
    <dgm:forEach name="nodesForEach" axis="ch" ptType="node">
      <dgm:layoutNode name="node">
        <dgm:varLst>
          <dgm:bulletEnabled val="1"/>
        </dgm:varLst>
        <dgm:choose name="Name0">
          <dgm:if name="Name1" axis="root des" ptType="all node" func="maxDepth" op="gt" val="1">
            <dgm:alg type="tx">
              <dgm:param type="parTxLTRAlign" val="l"/>
              <dgm:param type="parTxRTLAlign" val="r"/>
              <dgm:param type="txAnchorVertCh" val="mid"/>
            </dgm:alg>
          </dgm:if>
          <dgm:else name="Name2">
            <dgm:alg type="tx"/>
          </dgm:else>
        </dgm:choose>
        <dgm:shape xmlns:r="http://schemas.openxmlformats.org/officeDocument/2006/relationships" type="roundRect" r:blip="">
          <dgm:adjLst>
            <dgm:adj idx="1" val="0.1"/>
          </dgm:adjLst>
        </dgm:shape>
        <dgm:presOf axis="desOrSelf" ptType="node"/>
        <dgm:constrLst>
          <dgm:constr type="w" refType="h" fact="1.8"/>
          <dgm:constr type="tMarg" refType="primFontSz" fact="0.3"/>
          <dgm:constr type="bMarg" refType="primFontSz" fact="0.3"/>
          <dgm:constr type="lMarg" refType="primFontSz" fact="0.3"/>
          <dgm:constr type="rMarg" refType="primFontSz" fact="0.3"/>
        </dgm:constrLst>
        <dgm:ruleLst>
          <dgm:rule type="primFontSz" val="18" fact="NaN" max="NaN"/>
          <dgm:rule type="w" val="NaN" fact="4" max="NaN"/>
          <dgm:rule type="primFontSz" val="5" fact="NaN" max="NaN"/>
        </dgm:ruleLst>
      </dgm:layoutNode>
      <dgm:forEach name="sibTransForEach" axis="followSib" ptType="sibTrans" cnt="1">
        <dgm:layoutNode name="sibTrans">
          <dgm:alg type="conn">
            <dgm:param type="begPts" val="auto"/>
            <dgm:param type="endPts" val="auto"/>
          </dgm:alg>
          <dgm:shape xmlns:r="http://schemas.openxmlformats.org/officeDocument/2006/relationships" type="conn" r:blip="">
            <dgm:adjLst/>
          </dgm:shape>
          <dgm:presOf axis="self"/>
          <dgm:constrLst>
            <dgm:constr type="w" refType="h" fact="0.9"/>
            <dgm:constr type="connDist"/>
            <dgm:constr type="wArH" refType="w" fact="0.5"/>
            <dgm:constr type="hArH" refType="w"/>
            <dgm:constr type="stemThick" refType="w" fact="0.6"/>
            <dgm:constr type="begPad" refType="connDist" fact="0.125"/>
            <dgm:constr type="endPad" refType="connDist" fact="0.125"/>
          </dgm:constrLst>
          <dgm:ruleLst/>
          <dgm:layoutNode name="connectorText">
            <dgm:alg type="tx">
              <dgm:param type="autoTxRot" val="upr"/>
            </dgm:alg>
            <dgm:shape xmlns:r="http://schemas.openxmlformats.org/officeDocument/2006/relationships" type="conn" r:blip="" hideGeom="1">
              <dgm:adjLst/>
            </dgm:shape>
            <dgm:presOf axis="self"/>
            <dgm:constrLst>
              <dgm:constr type="lMarg"/>
              <dgm:constr type="rMarg"/>
              <dgm:constr type="tMarg"/>
              <dgm:constr type="bMarg"/>
            </dgm:constrLst>
            <dgm:ruleLst>
              <dgm:rule type="primFontSz" val="5" fact="NaN" max="NaN"/>
            </dgm:ruleLst>
          </dgm:layoutNode>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3d9">
  <dgm:title val=""/>
  <dgm:desc val=""/>
  <dgm:catLst>
    <dgm:cat type="3D" pri="11900"/>
  </dgm:catLst>
  <dgm:scene3d>
    <a:camera prst="perspectiveRelaxed">
      <a:rot lat="19149996" lon="20104178" rev="1577324"/>
    </a:camera>
    <a:lightRig rig="soft" dir="t"/>
    <a:backdrop>
      <a:anchor x="0" y="0" z="-210000"/>
      <a:norm dx="0" dy="0" dz="914400"/>
      <a:up dx="0" dy="914400" dz="0"/>
    </a:backdrop>
  </dgm:scene3d>
  <dgm:styleLbl name="node0">
    <dgm:scene3d>
      <a:camera prst="orthographicFront"/>
      <a:lightRig rig="threePt" dir="t"/>
    </dgm:scene3d>
    <dgm:sp3d extrusionH="152250" prstMaterial="matte">
      <a:bevelT w="165100" prst="coolSlant"/>
    </dgm:sp3d>
    <dgm:txPr>
      <a:sp3d extrusionH="28000" prstMaterial="matte"/>
    </dgm:txPr>
    <dgm:style>
      <a:lnRef idx="0">
        <a:scrgbClr r="0" g="0" b="0"/>
      </a:lnRef>
      <a:fillRef idx="1">
        <a:scrgbClr r="0" g="0" b="0"/>
      </a:fillRef>
      <a:effectRef idx="2">
        <a:scrgbClr r="0" g="0" b="0"/>
      </a:effectRef>
      <a:fontRef idx="minor">
        <a:schemeClr val="lt1"/>
      </a:fontRef>
    </dgm:style>
  </dgm:styleLbl>
  <dgm:styleLbl name="lnNode1">
    <dgm:scene3d>
      <a:camera prst="orthographicFront"/>
      <a:lightRig rig="threePt" dir="t"/>
    </dgm:scene3d>
    <dgm:sp3d extrusionH="152250" prstMaterial="matte">
      <a:bevelT w="165100" prst="coolSlant"/>
    </dgm:sp3d>
    <dgm:txPr>
      <a:sp3d extrusionH="28000" prstMaterial="matte"/>
    </dgm:txPr>
    <dgm:style>
      <a:lnRef idx="0">
        <a:scrgbClr r="0" g="0" b="0"/>
      </a:lnRef>
      <a:fillRef idx="1">
        <a:scrgbClr r="0" g="0" b="0"/>
      </a:fillRef>
      <a:effectRef idx="2">
        <a:scrgbClr r="0" g="0" b="0"/>
      </a:effectRef>
      <a:fontRef idx="minor">
        <a:schemeClr val="lt1"/>
      </a:fontRef>
    </dgm:style>
  </dgm:styleLbl>
  <dgm:styleLbl name="vennNode1">
    <dgm:scene3d>
      <a:camera prst="orthographicFront"/>
      <a:lightRig rig="threePt" dir="t"/>
    </dgm:scene3d>
    <dgm:sp3d extrusionH="152250" prstMaterial="matte">
      <a:bevelT w="165100" prst="coolSlant"/>
    </dgm:sp3d>
    <dgm:txPr>
      <a:sp3d extrusionH="28000" prstMaterial="matte"/>
    </dgm:txPr>
    <dgm:style>
      <a:lnRef idx="0">
        <a:scrgbClr r="0" g="0" b="0"/>
      </a:lnRef>
      <a:fillRef idx="1">
        <a:scrgbClr r="0" g="0" b="0"/>
      </a:fillRef>
      <a:effectRef idx="2">
        <a:scrgbClr r="0" g="0" b="0"/>
      </a:effectRef>
      <a:fontRef idx="minor">
        <a:schemeClr val="tx1"/>
      </a:fontRef>
    </dgm:style>
  </dgm:styleLbl>
  <dgm:styleLbl name="alignNode1">
    <dgm:scene3d>
      <a:camera prst="orthographicFront"/>
      <a:lightRig rig="threePt" dir="t"/>
    </dgm:scene3d>
    <dgm:sp3d extrusionH="152250" prstMaterial="matte">
      <a:bevelT w="165100" prst="coolSlant"/>
    </dgm:sp3d>
    <dgm:txPr>
      <a:sp3d extrusionH="28000" prstMaterial="matte"/>
    </dgm:txPr>
    <dgm:style>
      <a:lnRef idx="1">
        <a:scrgbClr r="0" g="0" b="0"/>
      </a:lnRef>
      <a:fillRef idx="1">
        <a:scrgbClr r="0" g="0" b="0"/>
      </a:fillRef>
      <a:effectRef idx="2">
        <a:scrgbClr r="0" g="0" b="0"/>
      </a:effectRef>
      <a:fontRef idx="minor">
        <a:schemeClr val="lt1"/>
      </a:fontRef>
    </dgm:style>
  </dgm:styleLbl>
  <dgm:styleLbl name="node1">
    <dgm:scene3d>
      <a:camera prst="orthographicFront"/>
      <a:lightRig rig="threePt" dir="t"/>
    </dgm:scene3d>
    <dgm:sp3d extrusionH="152250" prstMaterial="matte">
      <a:bevelT w="165100" prst="coolSlant"/>
    </dgm:sp3d>
    <dgm:txPr>
      <a:sp3d extrusionH="28000" prstMaterial="matte"/>
    </dgm:txPr>
    <dgm:style>
      <a:lnRef idx="0">
        <a:scrgbClr r="0" g="0" b="0"/>
      </a:lnRef>
      <a:fillRef idx="1">
        <a:scrgbClr r="0" g="0" b="0"/>
      </a:fillRef>
      <a:effectRef idx="2">
        <a:scrgbClr r="0" g="0" b="0"/>
      </a:effectRef>
      <a:fontRef idx="minor">
        <a:schemeClr val="lt1"/>
      </a:fontRef>
    </dgm:style>
  </dgm:styleLbl>
  <dgm:styleLbl name="node2">
    <dgm:scene3d>
      <a:camera prst="orthographicFront"/>
      <a:lightRig rig="threePt" dir="t"/>
    </dgm:scene3d>
    <dgm:sp3d extrusionH="152250" prstMaterial="matte">
      <a:bevelT w="165100" prst="coolSlant"/>
    </dgm:sp3d>
    <dgm:txPr>
      <a:sp3d extrusionH="28000" prstMaterial="matte"/>
    </dgm:txPr>
    <dgm:style>
      <a:lnRef idx="0">
        <a:scrgbClr r="0" g="0" b="0"/>
      </a:lnRef>
      <a:fillRef idx="1">
        <a:scrgbClr r="0" g="0" b="0"/>
      </a:fillRef>
      <a:effectRef idx="2">
        <a:scrgbClr r="0" g="0" b="0"/>
      </a:effectRef>
      <a:fontRef idx="minor">
        <a:schemeClr val="lt1"/>
      </a:fontRef>
    </dgm:style>
  </dgm:styleLbl>
  <dgm:styleLbl name="node3">
    <dgm:scene3d>
      <a:camera prst="orthographicFront"/>
      <a:lightRig rig="threePt" dir="t"/>
    </dgm:scene3d>
    <dgm:sp3d extrusionH="152250" prstMaterial="matte">
      <a:bevelT w="165100" prst="coolSlant"/>
    </dgm:sp3d>
    <dgm:txPr>
      <a:sp3d extrusionH="28000" prstMaterial="matte"/>
    </dgm:txPr>
    <dgm:style>
      <a:lnRef idx="0">
        <a:scrgbClr r="0" g="0" b="0"/>
      </a:lnRef>
      <a:fillRef idx="1">
        <a:scrgbClr r="0" g="0" b="0"/>
      </a:fillRef>
      <a:effectRef idx="2">
        <a:scrgbClr r="0" g="0" b="0"/>
      </a:effectRef>
      <a:fontRef idx="minor">
        <a:schemeClr val="lt1"/>
      </a:fontRef>
    </dgm:style>
  </dgm:styleLbl>
  <dgm:styleLbl name="node4">
    <dgm:scene3d>
      <a:camera prst="orthographicFront"/>
      <a:lightRig rig="threePt" dir="t"/>
    </dgm:scene3d>
    <dgm:sp3d extrusionH="152250" prstMaterial="matte">
      <a:bevelT w="165100" prst="coolSlant"/>
    </dgm:sp3d>
    <dgm:txPr>
      <a:sp3d extrusionH="28000" prstMaterial="matte"/>
    </dgm:txPr>
    <dgm:style>
      <a:lnRef idx="0">
        <a:scrgbClr r="0" g="0" b="0"/>
      </a:lnRef>
      <a:fillRef idx="1">
        <a:scrgbClr r="0" g="0" b="0"/>
      </a:fillRef>
      <a:effectRef idx="2">
        <a:scrgbClr r="0" g="0" b="0"/>
      </a:effectRef>
      <a:fontRef idx="minor">
        <a:schemeClr val="lt1"/>
      </a:fontRef>
    </dgm:style>
  </dgm:styleLbl>
  <dgm:styleLbl name="fgImgPlace1">
    <dgm:scene3d>
      <a:camera prst="orthographicFront"/>
      <a:lightRig rig="threePt" dir="t"/>
    </dgm:scene3d>
    <dgm:sp3d prstMaterial="matte"/>
    <dgm:txPr/>
    <dgm:style>
      <a:lnRef idx="0">
        <a:scrgbClr r="0" g="0" b="0"/>
      </a:lnRef>
      <a:fillRef idx="1">
        <a:scrgbClr r="0" g="0" b="0"/>
      </a:fillRef>
      <a:effectRef idx="0">
        <a:scrgbClr r="0" g="0" b="0"/>
      </a:effectRef>
      <a:fontRef idx="minor"/>
    </dgm:style>
  </dgm:styleLbl>
  <dgm:styleLbl name="alignImgPlace1">
    <dgm:scene3d>
      <a:camera prst="orthographicFront"/>
      <a:lightRig rig="threePt" dir="t"/>
    </dgm:scene3d>
    <dgm:sp3d extrusionH="152250" prstMaterial="matte">
      <a:bevelT w="165100" prst="coolSlant"/>
    </dgm:sp3d>
    <dgm:txPr/>
    <dgm:style>
      <a:lnRef idx="0">
        <a:scrgbClr r="0" g="0" b="0"/>
      </a:lnRef>
      <a:fillRef idx="1">
        <a:scrgbClr r="0" g="0" b="0"/>
      </a:fillRef>
      <a:effectRef idx="0">
        <a:scrgbClr r="0" g="0" b="0"/>
      </a:effectRef>
      <a:fontRef idx="minor"/>
    </dgm:style>
  </dgm:styleLbl>
  <dgm:styleLbl name="bgImgPlace1">
    <dgm:scene3d>
      <a:camera prst="orthographicFront"/>
      <a:lightRig rig="threePt" dir="t"/>
    </dgm:scene3d>
    <dgm:sp3d z="-227350" prstMaterial="matte"/>
    <dgm:txPr/>
    <dgm:style>
      <a:lnRef idx="0">
        <a:scrgbClr r="0" g="0" b="0"/>
      </a:lnRef>
      <a:fillRef idx="1">
        <a:scrgbClr r="0" g="0" b="0"/>
      </a:fillRef>
      <a:effectRef idx="0">
        <a:scrgbClr r="0" g="0" b="0"/>
      </a:effectRef>
      <a:fontRef idx="minor"/>
    </dgm:style>
  </dgm:styleLbl>
  <dgm:styleLbl name="sibTrans2D1">
    <dgm:scene3d>
      <a:camera prst="orthographicFront"/>
      <a:lightRig rig="threePt" dir="t"/>
    </dgm:scene3d>
    <dgm:sp3d z="-227350" prstMaterial="matte"/>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prstMaterial="matte"/>
    <dgm:txPr/>
    <dgm:style>
      <a:lnRef idx="0">
        <a:scrgbClr r="0" g="0" b="0"/>
      </a:lnRef>
      <a:fillRef idx="1">
        <a:scrgbClr r="0" g="0" b="0"/>
      </a:fillRef>
      <a:effectRef idx="2">
        <a:scrgbClr r="0" g="0" b="0"/>
      </a:effectRef>
      <a:fontRef idx="minor">
        <a:schemeClr val="lt1"/>
      </a:fontRef>
    </dgm:style>
  </dgm:styleLbl>
  <dgm:styleLbl name="bgSibTrans2D1">
    <dgm:scene3d>
      <a:camera prst="orthographicFront"/>
      <a:lightRig rig="threePt" dir="t"/>
    </dgm:scene3d>
    <dgm:sp3d z="-227350" prstMaterial="matte"/>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z="-227350" prstMaterial="matte"/>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prstMaterial="matte"/>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extrusionH="152250" prstMaterial="matte">
      <a:bevelT w="165100" prst="coolSlant"/>
    </dgm:sp3d>
    <dgm:txPr>
      <a:sp3d extrusionH="28000" prstMaterial="matte"/>
    </dgm:txPr>
    <dgm:style>
      <a:lnRef idx="0">
        <a:scrgbClr r="0" g="0" b="0"/>
      </a:lnRef>
      <a:fillRef idx="1">
        <a:scrgbClr r="0" g="0" b="0"/>
      </a:fillRef>
      <a:effectRef idx="2">
        <a:scrgbClr r="0" g="0" b="0"/>
      </a:effectRef>
      <a:fontRef idx="minor">
        <a:schemeClr val="lt1"/>
      </a:fontRef>
    </dgm:style>
  </dgm:styleLbl>
  <dgm:styleLbl name="asst1">
    <dgm:scene3d>
      <a:camera prst="orthographicFront"/>
      <a:lightRig rig="threePt" dir="t"/>
    </dgm:scene3d>
    <dgm:sp3d extrusionH="152250" prstMaterial="matte">
      <a:bevelT w="165100" prst="coolSlant"/>
    </dgm:sp3d>
    <dgm:txPr>
      <a:sp3d extrusionH="28000" prstMaterial="matte"/>
    </dgm:txPr>
    <dgm:style>
      <a:lnRef idx="0">
        <a:scrgbClr r="0" g="0" b="0"/>
      </a:lnRef>
      <a:fillRef idx="1">
        <a:scrgbClr r="0" g="0" b="0"/>
      </a:fillRef>
      <a:effectRef idx="2">
        <a:scrgbClr r="0" g="0" b="0"/>
      </a:effectRef>
      <a:fontRef idx="minor">
        <a:schemeClr val="lt1"/>
      </a:fontRef>
    </dgm:style>
  </dgm:styleLbl>
  <dgm:styleLbl name="asst2">
    <dgm:scene3d>
      <a:camera prst="orthographicFront"/>
      <a:lightRig rig="threePt" dir="t"/>
    </dgm:scene3d>
    <dgm:sp3d extrusionH="152250" prstMaterial="matte">
      <a:bevelT w="165100" prst="coolSlant"/>
    </dgm:sp3d>
    <dgm:txPr>
      <a:sp3d extrusionH="28000" prstMaterial="matte"/>
    </dgm:txPr>
    <dgm:style>
      <a:lnRef idx="0">
        <a:scrgbClr r="0" g="0" b="0"/>
      </a:lnRef>
      <a:fillRef idx="1">
        <a:scrgbClr r="0" g="0" b="0"/>
      </a:fillRef>
      <a:effectRef idx="2">
        <a:scrgbClr r="0" g="0" b="0"/>
      </a:effectRef>
      <a:fontRef idx="minor">
        <a:schemeClr val="lt1"/>
      </a:fontRef>
    </dgm:style>
  </dgm:styleLbl>
  <dgm:styleLbl name="asst3">
    <dgm:scene3d>
      <a:camera prst="orthographicFront"/>
      <a:lightRig rig="threePt" dir="t"/>
    </dgm:scene3d>
    <dgm:sp3d extrusionH="152250" prstMaterial="matte">
      <a:bevelT w="165100" prst="coolSlant"/>
    </dgm:sp3d>
    <dgm:txPr>
      <a:sp3d extrusionH="28000" prstMaterial="matte"/>
    </dgm:txPr>
    <dgm:style>
      <a:lnRef idx="0">
        <a:scrgbClr r="0" g="0" b="0"/>
      </a:lnRef>
      <a:fillRef idx="1">
        <a:scrgbClr r="0" g="0" b="0"/>
      </a:fillRef>
      <a:effectRef idx="2">
        <a:scrgbClr r="0" g="0" b="0"/>
      </a:effectRef>
      <a:fontRef idx="minor">
        <a:schemeClr val="lt1"/>
      </a:fontRef>
    </dgm:style>
  </dgm:styleLbl>
  <dgm:styleLbl name="parChTrans2D1">
    <dgm:scene3d>
      <a:camera prst="orthographicFront"/>
      <a:lightRig rig="threePt" dir="t"/>
    </dgm:scene3d>
    <dgm:sp3d z="-227350" prstMaterial="matte"/>
    <dgm:txPr/>
    <dgm:style>
      <a:lnRef idx="0">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z="-227350" prstMaterial="matte"/>
    <dgm:txPr/>
    <dgm:style>
      <a:lnRef idx="0">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z="-227350" prstMaterial="matte"/>
    <dgm:txPr/>
    <dgm:style>
      <a:lnRef idx="0">
        <a:scrgbClr r="0" g="0" b="0"/>
      </a:lnRef>
      <a:fillRef idx="3">
        <a:scrgbClr r="0" g="0" b="0"/>
      </a:fillRef>
      <a:effectRef idx="0">
        <a:scrgbClr r="0" g="0" b="0"/>
      </a:effectRef>
      <a:fontRef idx="minor">
        <a:schemeClr val="lt1"/>
      </a:fontRef>
    </dgm:style>
  </dgm:styleLbl>
  <dgm:styleLbl name="parChTrans2D4">
    <dgm:scene3d>
      <a:camera prst="orthographicFront"/>
      <a:lightRig rig="threePt" dir="t"/>
    </dgm:scene3d>
    <dgm:sp3d z="-227350" prstMaterial="matte"/>
    <dgm:txPr/>
    <dgm:style>
      <a:lnRef idx="0">
        <a:scrgbClr r="0" g="0" b="0"/>
      </a:lnRef>
      <a:fillRef idx="3">
        <a:scrgbClr r="0" g="0" b="0"/>
      </a:fillRef>
      <a:effectRef idx="0">
        <a:scrgbClr r="0" g="0" b="0"/>
      </a:effectRef>
      <a:fontRef idx="minor">
        <a:schemeClr val="lt1"/>
      </a:fontRef>
    </dgm:style>
  </dgm:styleLbl>
  <dgm:styleLbl name="parChTrans1D1">
    <dgm:scene3d>
      <a:camera prst="orthographicFront"/>
      <a:lightRig rig="threePt" dir="t"/>
    </dgm:scene3d>
    <dgm:sp3d z="-227350" prstMaterial="matte"/>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z="-227350" prstMaterial="matte"/>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z="-227350" prstMaterial="matte"/>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z="-227350" prstMaterial="matte"/>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prstMaterial="matte"/>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z="-227350" prstMaterial="matte"/>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extrusionH="152250" prstMaterial="matte">
      <a:bevelT w="165100" prst="coolSlant"/>
    </dgm:sp3d>
    <dgm:txPr/>
    <dgm:style>
      <a:lnRef idx="0">
        <a:scrgbClr r="0" g="0" b="0"/>
      </a:lnRef>
      <a:fillRef idx="1">
        <a:scrgbClr r="0" g="0" b="0"/>
      </a:fillRef>
      <a:effectRef idx="2">
        <a:scrgbClr r="0" g="0" b="0"/>
      </a:effectRef>
      <a:fontRef idx="minor"/>
    </dgm:style>
  </dgm:styleLbl>
  <dgm:styleLbl name="trAlignAcc1">
    <dgm:scene3d>
      <a:camera prst="orthographicFront"/>
      <a:lightRig rig="threePt" dir="t"/>
    </dgm:scene3d>
    <dgm:sp3d extrusionH="152250" prstMaterial="matte">
      <a:bevelT w="165100" prst="coolSlant"/>
    </dgm:sp3d>
    <dgm:txPr/>
    <dgm:style>
      <a:lnRef idx="0">
        <a:scrgbClr r="0" g="0" b="0"/>
      </a:lnRef>
      <a:fillRef idx="1">
        <a:scrgbClr r="0" g="0" b="0"/>
      </a:fillRef>
      <a:effectRef idx="2">
        <a:scrgbClr r="0" g="0" b="0"/>
      </a:effectRef>
      <a:fontRef idx="minor"/>
    </dgm:style>
  </dgm:styleLbl>
  <dgm:styleLbl name="bgAcc1">
    <dgm:scene3d>
      <a:camera prst="orthographicFront"/>
      <a:lightRig rig="threePt" dir="t"/>
    </dgm:scene3d>
    <dgm:sp3d z="-227350" prstMaterial="matte"/>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prstMaterial="matte"/>
    <dgm:txPr/>
    <dgm:style>
      <a:lnRef idx="1">
        <a:scrgbClr r="0" g="0" b="0"/>
      </a:lnRef>
      <a:fillRef idx="1">
        <a:scrgbClr r="0" g="0" b="0"/>
      </a:fillRef>
      <a:effectRef idx="0">
        <a:scrgbClr r="0" g="0" b="0"/>
      </a:effectRef>
      <a:fontRef idx="minor"/>
    </dgm:style>
  </dgm:styleLbl>
  <dgm:styleLbl name="solidAlignAcc1">
    <dgm:scene3d>
      <a:camera prst="orthographicFront"/>
      <a:lightRig rig="threePt" dir="t"/>
    </dgm:scene3d>
    <dgm:sp3d extrusionH="152250" prstMaterial="matte">
      <a:bevelT w="165100" prst="coolSlant"/>
    </dgm:sp3d>
    <dgm:txPr/>
    <dgm:style>
      <a:lnRef idx="0">
        <a:scrgbClr r="0" g="0" b="0"/>
      </a:lnRef>
      <a:fillRef idx="1">
        <a:scrgbClr r="0" g="0" b="0"/>
      </a:fillRef>
      <a:effectRef idx="2">
        <a:scrgbClr r="0" g="0" b="0"/>
      </a:effectRef>
      <a:fontRef idx="minor"/>
    </dgm:style>
  </dgm:styleLbl>
  <dgm:styleLbl name="solidBgAcc1">
    <dgm:scene3d>
      <a:camera prst="orthographicFront"/>
      <a:lightRig rig="threePt" dir="t"/>
    </dgm:scene3d>
    <dgm:sp3d z="-227350" prstMaterial="matte"/>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prstMaterial="matte"/>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extrusionH="152250" prstMaterial="matte">
      <a:bevelT w="165100" prst="coolSlant"/>
    </dgm:sp3d>
    <dgm:txPr/>
    <dgm:style>
      <a:lnRef idx="0">
        <a:scrgbClr r="0" g="0" b="0"/>
      </a:lnRef>
      <a:fillRef idx="1">
        <a:scrgbClr r="0" g="0" b="0"/>
      </a:fillRef>
      <a:effectRef idx="2">
        <a:scrgbClr r="0" g="0" b="0"/>
      </a:effectRef>
      <a:fontRef idx="minor"/>
    </dgm:style>
  </dgm:styleLbl>
  <dgm:styleLbl name="bgAccFollowNode1">
    <dgm:scene3d>
      <a:camera prst="orthographicFront"/>
      <a:lightRig rig="threePt" dir="t"/>
    </dgm:scene3d>
    <dgm:sp3d z="-227350" prstMaterial="matte"/>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prstMaterial="matte"/>
    <dgm:txPr/>
    <dgm:style>
      <a:lnRef idx="0">
        <a:scrgbClr r="0" g="0" b="0"/>
      </a:lnRef>
      <a:fillRef idx="1">
        <a:scrgbClr r="0" g="0" b="0"/>
      </a:fillRef>
      <a:effectRef idx="0">
        <a:scrgbClr r="0" g="0" b="0"/>
      </a:effectRef>
      <a:fontRef idx="minor"/>
    </dgm:style>
  </dgm:styleLbl>
  <dgm:styleLbl name="fgAcc2">
    <dgm:scene3d>
      <a:camera prst="orthographicFront"/>
      <a:lightRig rig="threePt" dir="t"/>
    </dgm:scene3d>
    <dgm:sp3d prstMaterial="matte"/>
    <dgm:txPr/>
    <dgm:style>
      <a:lnRef idx="0">
        <a:scrgbClr r="0" g="0" b="0"/>
      </a:lnRef>
      <a:fillRef idx="1">
        <a:scrgbClr r="0" g="0" b="0"/>
      </a:fillRef>
      <a:effectRef idx="0">
        <a:scrgbClr r="0" g="0" b="0"/>
      </a:effectRef>
      <a:fontRef idx="minor"/>
    </dgm:style>
  </dgm:styleLbl>
  <dgm:styleLbl name="fgAcc3">
    <dgm:scene3d>
      <a:camera prst="orthographicFront"/>
      <a:lightRig rig="threePt" dir="t"/>
    </dgm:scene3d>
    <dgm:sp3d prstMaterial="matte"/>
    <dgm:txPr/>
    <dgm:style>
      <a:lnRef idx="0">
        <a:scrgbClr r="0" g="0" b="0"/>
      </a:lnRef>
      <a:fillRef idx="1">
        <a:scrgbClr r="0" g="0" b="0"/>
      </a:fillRef>
      <a:effectRef idx="0">
        <a:scrgbClr r="0" g="0" b="0"/>
      </a:effectRef>
      <a:fontRef idx="minor"/>
    </dgm:style>
  </dgm:styleLbl>
  <dgm:styleLbl name="fgAcc4">
    <dgm:scene3d>
      <a:camera prst="orthographicFront"/>
      <a:lightRig rig="threePt" dir="t"/>
    </dgm:scene3d>
    <dgm:sp3d prstMaterial="matte"/>
    <dgm:txPr/>
    <dgm:style>
      <a:lnRef idx="0">
        <a:scrgbClr r="0" g="0" b="0"/>
      </a:lnRef>
      <a:fillRef idx="1">
        <a:scrgbClr r="0" g="0" b="0"/>
      </a:fillRef>
      <a:effectRef idx="0">
        <a:scrgbClr r="0" g="0" b="0"/>
      </a:effectRef>
      <a:fontRef idx="minor"/>
    </dgm:style>
  </dgm:styleLbl>
  <dgm:styleLbl name="bgShp">
    <dgm:scene3d>
      <a:camera prst="orthographicFront"/>
      <a:lightRig rig="threePt" dir="t"/>
    </dgm:scene3d>
    <dgm:sp3d z="-227350" prstMaterial="matte"/>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z="-227350" prstMaterial="matte"/>
    <dgm:txPr/>
    <dgm:style>
      <a:lnRef idx="0">
        <a:scrgbClr r="0" g="0" b="0"/>
      </a:lnRef>
      <a:fillRef idx="1">
        <a:scrgbClr r="0" g="0" b="0"/>
      </a:fillRef>
      <a:effectRef idx="0">
        <a:scrgbClr r="0" g="0" b="0"/>
      </a:effectRef>
      <a:fontRef idx="minor">
        <a:schemeClr val="lt1"/>
      </a:fontRef>
    </dgm:style>
  </dgm:styleLbl>
  <dgm:styleLbl name="trBgShp">
    <dgm:scene3d>
      <a:camera prst="orthographicFront"/>
      <a:lightRig rig="threePt" dir="t"/>
    </dgm:scene3d>
    <dgm:sp3d z="-227350" prstMaterial="matte"/>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prstMaterial="matte"/>
    <dgm:txPr/>
    <dgm:style>
      <a:lnRef idx="0">
        <a:scrgbClr r="0" g="0" b="0"/>
      </a:lnRef>
      <a:fillRef idx="1">
        <a:scrgbClr r="0" g="0" b="0"/>
      </a:fillRef>
      <a:effectRef idx="0">
        <a:scrgbClr r="0" g="0" b="0"/>
      </a:effectRef>
      <a:fontRef idx="minor">
        <a:schemeClr val="lt1"/>
      </a:fontRef>
    </dgm:style>
  </dgm:styleLbl>
  <dgm:styleLbl name="revTx">
    <dgm:scene3d>
      <a:camera prst="orthographicFront"/>
      <a:lightRig rig="threePt" dir="t"/>
    </dgm:scene3d>
    <dgm:sp3d/>
    <dgm:txPr>
      <a:sp3d extrusionH="28000" prstMaterial="matte"/>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3d3">
  <dgm:title val=""/>
  <dgm:desc val=""/>
  <dgm:catLst>
    <dgm:cat type="3D" pri="11300"/>
  </dgm:catLst>
  <dgm:scene3d>
    <a:camera prst="orthographicFront"/>
    <a:lightRig rig="threePt" dir="t"/>
  </dgm:scene3d>
  <dgm:styleLbl name="node0">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lnNode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vennNode1">
    <dgm:scene3d>
      <a:camera prst="orthographicFront">
        <a:rot lat="0" lon="0" rev="0"/>
      </a:camera>
      <a:lightRig rig="contrasting" dir="t">
        <a:rot lat="0" lon="0" rev="1200000"/>
      </a:lightRig>
    </dgm:scene3d>
    <dgm:sp3d contourW="12700" prstMaterial="clear">
      <a:bevelT w="177800" h="254000"/>
      <a:bevelB w="152400"/>
    </dgm:sp3d>
    <dgm:txPr/>
    <dgm:style>
      <a:lnRef idx="0">
        <a:scrgbClr r="0" g="0" b="0"/>
      </a:lnRef>
      <a:fillRef idx="1">
        <a:scrgbClr r="0" g="0" b="0"/>
      </a:fillRef>
      <a:effectRef idx="0">
        <a:scrgbClr r="0" g="0" b="0"/>
      </a:effectRef>
      <a:fontRef idx="minor">
        <a:schemeClr val="tx1"/>
      </a:fontRef>
    </dgm:style>
  </dgm:styleLbl>
  <dgm:styleLbl name="alignNode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2">
        <a:scrgbClr r="0" g="0" b="0"/>
      </a:effectRef>
      <a:fontRef idx="minor">
        <a:schemeClr val="lt1"/>
      </a:fontRef>
    </dgm:style>
  </dgm:styleLbl>
  <dgm:styleLbl name="node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2">
        <a:scrgbClr r="0" g="0" b="0"/>
      </a:effectRef>
      <a:fontRef idx="minor">
        <a:schemeClr val="lt1"/>
      </a:fontRef>
    </dgm:style>
  </dgm:styleLbl>
  <dgm:styleLbl name="node2">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node3">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node4">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fgImgPlace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1">
        <a:scrgbClr r="0" g="0" b="0"/>
      </a:effectRef>
      <a:fontRef idx="minor"/>
    </dgm:style>
  </dgm:styleLbl>
  <dgm:styleLbl name="alignImgPlace1">
    <dgm:scene3d>
      <a:camera prst="orthographicFront">
        <a:rot lat="0" lon="0" rev="0"/>
      </a:camera>
      <a:lightRig rig="contrasting" dir="t">
        <a:rot lat="0" lon="0" rev="1200000"/>
      </a:lightRig>
    </dgm:scene3d>
    <dgm:sp3d contourW="12700" prstMaterial="flat">
      <a:bevelT w="177800" h="254000"/>
      <a:bevelB w="152400"/>
    </dgm:sp3d>
    <dgm:txPr/>
    <dgm:style>
      <a:lnRef idx="0">
        <a:scrgbClr r="0" g="0" b="0"/>
      </a:lnRef>
      <a:fillRef idx="1">
        <a:scrgbClr r="0" g="0" b="0"/>
      </a:fillRef>
      <a:effectRef idx="1">
        <a:scrgbClr r="0" g="0" b="0"/>
      </a:effectRef>
      <a:fontRef idx="minor"/>
    </dgm:style>
  </dgm:styleLbl>
  <dgm:styleLbl name="bgImgPlace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1">
        <a:scrgbClr r="0" g="0" b="0"/>
      </a:effectRef>
      <a:fontRef idx="minor"/>
    </dgm:style>
  </dgm:styleLbl>
  <dgm:styleLbl name="sibTrans2D1">
    <dgm:scene3d>
      <a:camera prst="orthographicFront">
        <a:rot lat="0" lon="0" rev="0"/>
      </a:camera>
      <a:lightRig rig="contrasting" dir="t">
        <a:rot lat="0" lon="0" rev="1200000"/>
      </a:lightRig>
    </dgm:scene3d>
    <dgm:sp3d z="-182000" contourW="19050" prstMaterial="metal">
      <a:bevelT w="88900" h="203200"/>
      <a:bevelB w="165100" h="254000"/>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bgSibTrans2D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sibTrans1D1">
    <dgm:scene3d>
      <a:camera prst="orthographicFront">
        <a:rot lat="0" lon="0" rev="0"/>
      </a:camera>
      <a:lightRig rig="contrasting" dir="t">
        <a:rot lat="0" lon="0" rev="1200000"/>
      </a:lightRig>
    </dgm:scene3d>
    <dgm:sp3d z="-110000"/>
    <dgm:txPr/>
    <dgm:style>
      <a:lnRef idx="1">
        <a:scrgbClr r="0" g="0" b="0"/>
      </a:lnRef>
      <a:fillRef idx="0">
        <a:scrgbClr r="0" g="0" b="0"/>
      </a:fillRef>
      <a:effectRef idx="0">
        <a:scrgbClr r="0" g="0" b="0"/>
      </a:effectRef>
      <a:fontRef idx="minor"/>
    </dgm:style>
  </dgm:styleLbl>
  <dgm:styleLbl name="callout">
    <dgm:scene3d>
      <a:camera prst="orthographicFront">
        <a:rot lat="0" lon="0" rev="0"/>
      </a:camera>
      <a:lightRig rig="contrasting" dir="t">
        <a:rot lat="0" lon="0" rev="1200000"/>
      </a:lightRig>
    </dgm:scene3d>
    <dgm:sp3d z="10000"/>
    <dgm:txPr/>
    <dgm:style>
      <a:lnRef idx="2">
        <a:scrgbClr r="0" g="0" b="0"/>
      </a:lnRef>
      <a:fillRef idx="1">
        <a:scrgbClr r="0" g="0" b="0"/>
      </a:fillRef>
      <a:effectRef idx="0">
        <a:scrgbClr r="0" g="0" b="0"/>
      </a:effectRef>
      <a:fontRef idx="minor"/>
    </dgm:style>
  </dgm:styleLbl>
  <dgm:styleLbl name="asst0">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asst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asst2">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asst3">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asst4">
    <dgm:scene3d>
      <a:camera prst="orthographicFront"/>
      <a:lightRig rig="threePt" dir="t"/>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parChTrans2D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parChTrans2D2">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parChTrans2D3">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parChTrans2D4">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parChTrans1D1">
    <dgm:scene3d>
      <a:camera prst="orthographicFront">
        <a:rot lat="0" lon="0" rev="0"/>
      </a:camera>
      <a:lightRig rig="contrasting" dir="t">
        <a:rot lat="0" lon="0" rev="1200000"/>
      </a:lightRig>
    </dgm:scene3d>
    <dgm:sp3d z="-110000"/>
    <dgm:txPr/>
    <dgm:style>
      <a:lnRef idx="2">
        <a:scrgbClr r="0" g="0" b="0"/>
      </a:lnRef>
      <a:fillRef idx="0">
        <a:scrgbClr r="0" g="0" b="0"/>
      </a:fillRef>
      <a:effectRef idx="0">
        <a:scrgbClr r="0" g="0" b="0"/>
      </a:effectRef>
      <a:fontRef idx="minor"/>
    </dgm:style>
  </dgm:styleLbl>
  <dgm:styleLbl name="parChTrans1D2">
    <dgm:scene3d>
      <a:camera prst="orthographicFront">
        <a:rot lat="0" lon="0" rev="0"/>
      </a:camera>
      <a:lightRig rig="contrasting" dir="t">
        <a:rot lat="0" lon="0" rev="1200000"/>
      </a:lightRig>
    </dgm:scene3d>
    <dgm:sp3d z="-110000"/>
    <dgm:txPr/>
    <dgm:style>
      <a:lnRef idx="2">
        <a:scrgbClr r="0" g="0" b="0"/>
      </a:lnRef>
      <a:fillRef idx="0">
        <a:scrgbClr r="0" g="0" b="0"/>
      </a:fillRef>
      <a:effectRef idx="0">
        <a:scrgbClr r="0" g="0" b="0"/>
      </a:effectRef>
      <a:fontRef idx="minor"/>
    </dgm:style>
  </dgm:styleLbl>
  <dgm:styleLbl name="parChTrans1D3">
    <dgm:scene3d>
      <a:camera prst="orthographicFront">
        <a:rot lat="0" lon="0" rev="0"/>
      </a:camera>
      <a:lightRig rig="contrasting" dir="t">
        <a:rot lat="0" lon="0" rev="1200000"/>
      </a:lightRig>
    </dgm:scene3d>
    <dgm:sp3d z="-110000"/>
    <dgm:txPr/>
    <dgm:style>
      <a:lnRef idx="2">
        <a:scrgbClr r="0" g="0" b="0"/>
      </a:lnRef>
      <a:fillRef idx="0">
        <a:scrgbClr r="0" g="0" b="0"/>
      </a:fillRef>
      <a:effectRef idx="0">
        <a:scrgbClr r="0" g="0" b="0"/>
      </a:effectRef>
      <a:fontRef idx="minor"/>
    </dgm:style>
  </dgm:styleLbl>
  <dgm:styleLbl name="parChTrans1D4">
    <dgm:scene3d>
      <a:camera prst="orthographicFront">
        <a:rot lat="0" lon="0" rev="0"/>
      </a:camera>
      <a:lightRig rig="contrasting" dir="t">
        <a:rot lat="0" lon="0" rev="1200000"/>
      </a:lightRig>
    </dgm:scene3d>
    <dgm:sp3d z="-110000"/>
    <dgm:txPr/>
    <dgm:style>
      <a:lnRef idx="2">
        <a:scrgbClr r="0" g="0" b="0"/>
      </a:lnRef>
      <a:fillRef idx="0">
        <a:scrgbClr r="0" g="0" b="0"/>
      </a:fillRef>
      <a:effectRef idx="0">
        <a:scrgbClr r="0" g="0" b="0"/>
      </a:effectRef>
      <a:fontRef idx="minor"/>
    </dgm:style>
  </dgm:styleLbl>
  <dgm:styleLbl name="fgAcc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conFgAcc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alignAcc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trAlignAcc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dgm:style>
  </dgm:styleLbl>
  <dgm:styleLbl name="bgAcc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solidFgAcc1">
    <dgm:scene3d>
      <a:camera prst="orthographicFront">
        <a:rot lat="0" lon="0" rev="0"/>
      </a:camera>
      <a:lightRig rig="contrasting" dir="t">
        <a:rot lat="0" lon="0" rev="1200000"/>
      </a:lightRig>
    </dgm:scene3d>
    <dgm:sp3d z="300000" contourW="12700" prstMaterial="flat">
      <a:bevelT w="177800" h="254000"/>
      <a:bevelB w="152400"/>
    </dgm:sp3d>
    <dgm:txPr/>
    <dgm:style>
      <a:lnRef idx="0">
        <a:scrgbClr r="0" g="0" b="0"/>
      </a:lnRef>
      <a:fillRef idx="1">
        <a:scrgbClr r="0" g="0" b="0"/>
      </a:fillRef>
      <a:effectRef idx="0">
        <a:scrgbClr r="0" g="0" b="0"/>
      </a:effectRef>
      <a:fontRef idx="minor"/>
    </dgm:style>
  </dgm:styleLbl>
  <dgm:styleLbl name="solidAlignAcc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solidBgAcc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fgAccFollowNode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alignAccFollowNode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bgAccFollowNode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fgAcc0">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fgAcc2">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fgAcc3">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fgAcc4">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bgShp">
    <dgm:scene3d>
      <a:camera prst="orthographicFront">
        <a:rot lat="0" lon="0" rev="0"/>
      </a:camera>
      <a:lightRig rig="contrasting" dir="t">
        <a:rot lat="0" lon="0" rev="1200000"/>
      </a:lightRig>
    </dgm:scene3d>
    <dgm:sp3d z="-300000" prstMaterial="plastic"/>
    <dgm:txPr/>
    <dgm:style>
      <a:lnRef idx="1">
        <a:scrgbClr r="0" g="0" b="0"/>
      </a:lnRef>
      <a:fillRef idx="1">
        <a:scrgbClr r="0" g="0" b="0"/>
      </a:fillRef>
      <a:effectRef idx="0">
        <a:scrgbClr r="0" g="0" b="0"/>
      </a:effectRef>
      <a:fontRef idx="minor"/>
    </dgm:style>
  </dgm:styleLbl>
  <dgm:styleLbl name="dkBgShp">
    <dgm:scene3d>
      <a:camera prst="orthographicFront">
        <a:rot lat="0" lon="0" rev="0"/>
      </a:camera>
      <a:lightRig rig="contrasting" dir="t">
        <a:rot lat="0" lon="0" rev="1200000"/>
      </a:lightRig>
    </dgm:scene3d>
    <dgm:sp3d contourW="12700" prstMaterial="flat">
      <a:bevelT w="100800" h="154000"/>
      <a:bevelB w="152400"/>
    </dgm:sp3d>
    <dgm:txPr/>
    <dgm:style>
      <a:lnRef idx="0">
        <a:scrgbClr r="0" g="0" b="0"/>
      </a:lnRef>
      <a:fillRef idx="1">
        <a:scrgbClr r="0" g="0" b="0"/>
      </a:fillRef>
      <a:effectRef idx="0">
        <a:scrgbClr r="0" g="0" b="0"/>
      </a:effectRef>
      <a:fontRef idx="minor"/>
    </dgm:style>
  </dgm:styleLbl>
  <dgm:styleLbl name="trBgShp">
    <dgm:scene3d>
      <a:camera prst="orthographicFront">
        <a:rot lat="0" lon="0" rev="0"/>
      </a:camera>
      <a:lightRig rig="contrasting" dir="t">
        <a:rot lat="0" lon="0" rev="1200000"/>
      </a:lightRig>
    </dgm:scene3d>
    <dgm:sp3d z="-152400" prstMaterial="matte"/>
    <dgm:txPr/>
    <dgm:style>
      <a:lnRef idx="1">
        <a:scrgbClr r="0" g="0" b="0"/>
      </a:lnRef>
      <a:fillRef idx="1">
        <a:scrgbClr r="0" g="0" b="0"/>
      </a:fillRef>
      <a:effectRef idx="0">
        <a:scrgbClr r="0" g="0" b="0"/>
      </a:effectRef>
      <a:fontRef idx="minor"/>
    </dgm:style>
  </dgm:styleLbl>
  <dgm:styleLbl name="fgShp">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1">
        <a:scrgbClr r="0" g="0" b="0"/>
      </a:lnRef>
      <a:fillRef idx="0">
        <a:scrgbClr r="0" g="0" b="0"/>
      </a:fillRef>
      <a:effectRef idx="0">
        <a:scrgbClr r="0" g="0" b="0"/>
      </a:effectRef>
      <a:fontRef idx="minor"/>
    </dgm:style>
  </dgm:styleLbl>
</dgm:styleDef>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Pladsholder til sidehoved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da-DK"/>
          </a:p>
        </p:txBody>
      </p:sp>
      <p:sp>
        <p:nvSpPr>
          <p:cNvPr id="3" name="Pladsholder til dato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1844CBDB-E0A5-4653-800E-B2747B5F08C6}" type="datetimeFigureOut">
              <a:rPr lang="da-DK" smtClean="0"/>
              <a:t>08-02-2021</a:t>
            </a:fld>
            <a:endParaRPr lang="da-DK"/>
          </a:p>
        </p:txBody>
      </p:sp>
      <p:sp>
        <p:nvSpPr>
          <p:cNvPr id="4" name="Pladsholder til sidefod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da-DK"/>
          </a:p>
        </p:txBody>
      </p:sp>
      <p:sp>
        <p:nvSpPr>
          <p:cNvPr id="5" name="Pladsholder til slidenummer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B98DEFF4-B6D5-41C9-B04D-2FC252336508}" type="slidenum">
              <a:rPr lang="da-DK" smtClean="0"/>
              <a:t>‹nr.›</a:t>
            </a:fld>
            <a:endParaRPr lang="da-DK"/>
          </a:p>
        </p:txBody>
      </p:sp>
    </p:spTree>
    <p:extLst>
      <p:ext uri="{BB962C8B-B14F-4D97-AF65-F5344CB8AC3E}">
        <p14:creationId xmlns:p14="http://schemas.microsoft.com/office/powerpoint/2010/main" val="3736797691"/>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Pladsholder til sidehoved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da-DK"/>
          </a:p>
        </p:txBody>
      </p:sp>
      <p:sp>
        <p:nvSpPr>
          <p:cNvPr id="3" name="Pladsholder til dato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6DD8FF86-EBB5-49C3-8EA9-1FF7B3A17EBD}" type="datetimeFigureOut">
              <a:rPr lang="da-DK" smtClean="0"/>
              <a:t>08-02-2021</a:t>
            </a:fld>
            <a:endParaRPr lang="da-DK"/>
          </a:p>
        </p:txBody>
      </p:sp>
      <p:sp>
        <p:nvSpPr>
          <p:cNvPr id="4" name="Pladsholder til diasbillede 3"/>
          <p:cNvSpPr>
            <a:spLocks noGrp="1" noRot="1" noChangeAspect="1"/>
          </p:cNvSpPr>
          <p:nvPr>
            <p:ph type="sldImg" idx="2"/>
          </p:nvPr>
        </p:nvSpPr>
        <p:spPr>
          <a:xfrm>
            <a:off x="381000" y="685800"/>
            <a:ext cx="6096000" cy="3429000"/>
          </a:xfrm>
          <a:prstGeom prst="rect">
            <a:avLst/>
          </a:prstGeom>
          <a:noFill/>
          <a:ln w="12700">
            <a:solidFill>
              <a:prstClr val="black"/>
            </a:solidFill>
          </a:ln>
        </p:spPr>
        <p:txBody>
          <a:bodyPr vert="horz" lIns="91440" tIns="45720" rIns="91440" bIns="45720" rtlCol="0" anchor="ctr"/>
          <a:lstStyle/>
          <a:p>
            <a:endParaRPr lang="da-DK"/>
          </a:p>
        </p:txBody>
      </p:sp>
      <p:sp>
        <p:nvSpPr>
          <p:cNvPr id="5" name="Pladsholder til not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da-DK"/>
              <a:t>Klik for at redigere i master</a:t>
            </a:r>
          </a:p>
          <a:p>
            <a:pPr lvl="1"/>
            <a:r>
              <a:rPr lang="da-DK"/>
              <a:t>Andet niveau</a:t>
            </a:r>
          </a:p>
          <a:p>
            <a:pPr lvl="2"/>
            <a:r>
              <a:rPr lang="da-DK"/>
              <a:t>Tredje niveau</a:t>
            </a:r>
          </a:p>
          <a:p>
            <a:pPr lvl="3"/>
            <a:r>
              <a:rPr lang="da-DK"/>
              <a:t>Fjerde niveau</a:t>
            </a:r>
          </a:p>
          <a:p>
            <a:pPr lvl="4"/>
            <a:r>
              <a:rPr lang="da-DK"/>
              <a:t>Femte niveau</a:t>
            </a:r>
          </a:p>
        </p:txBody>
      </p:sp>
      <p:sp>
        <p:nvSpPr>
          <p:cNvPr id="6" name="Pladsholder til sidefod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da-DK"/>
          </a:p>
        </p:txBody>
      </p:sp>
      <p:sp>
        <p:nvSpPr>
          <p:cNvPr id="7" name="Pladsholder til diasnumm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1597D6B3-27A1-4AFC-9DFA-E99013D84442}" type="slidenum">
              <a:rPr lang="da-DK" smtClean="0"/>
              <a:t>‹nr.›</a:t>
            </a:fld>
            <a:endParaRPr lang="da-DK"/>
          </a:p>
        </p:txBody>
      </p:sp>
    </p:spTree>
    <p:extLst>
      <p:ext uri="{BB962C8B-B14F-4D97-AF65-F5344CB8AC3E}">
        <p14:creationId xmlns:p14="http://schemas.microsoft.com/office/powerpoint/2010/main" val="934736757"/>
      </p:ext>
    </p:extLst>
  </p:cSld>
  <p:clrMap bg1="lt1" tx1="dk1" bg2="lt2" tx2="dk2" accent1="accent1" accent2="accent2" accent3="accent3" accent4="accent4" accent5="accent5" accent6="accent6" hlink="hlink" folHlink="folHlink"/>
  <p:notesStyle>
    <a:lvl1pPr marL="0" algn="l" defTabSz="1219170" rtl="0" eaLnBrk="1" latinLnBrk="0" hangingPunct="1">
      <a:defRPr sz="1600" kern="1200">
        <a:solidFill>
          <a:schemeClr val="tx1"/>
        </a:solidFill>
        <a:latin typeface="+mn-lt"/>
        <a:ea typeface="+mn-ea"/>
        <a:cs typeface="+mn-cs"/>
      </a:defRPr>
    </a:lvl1pPr>
    <a:lvl2pPr marL="609585" algn="l" defTabSz="1219170" rtl="0" eaLnBrk="1" latinLnBrk="0" hangingPunct="1">
      <a:defRPr sz="1600" kern="1200">
        <a:solidFill>
          <a:schemeClr val="tx1"/>
        </a:solidFill>
        <a:latin typeface="+mn-lt"/>
        <a:ea typeface="+mn-ea"/>
        <a:cs typeface="+mn-cs"/>
      </a:defRPr>
    </a:lvl2pPr>
    <a:lvl3pPr marL="1219170" algn="l" defTabSz="1219170" rtl="0" eaLnBrk="1" latinLnBrk="0" hangingPunct="1">
      <a:defRPr sz="1600" kern="1200">
        <a:solidFill>
          <a:schemeClr val="tx1"/>
        </a:solidFill>
        <a:latin typeface="+mn-lt"/>
        <a:ea typeface="+mn-ea"/>
        <a:cs typeface="+mn-cs"/>
      </a:defRPr>
    </a:lvl3pPr>
    <a:lvl4pPr marL="1828754" algn="l" defTabSz="1219170" rtl="0" eaLnBrk="1" latinLnBrk="0" hangingPunct="1">
      <a:defRPr sz="1600" kern="1200">
        <a:solidFill>
          <a:schemeClr val="tx1"/>
        </a:solidFill>
        <a:latin typeface="+mn-lt"/>
        <a:ea typeface="+mn-ea"/>
        <a:cs typeface="+mn-cs"/>
      </a:defRPr>
    </a:lvl4pPr>
    <a:lvl5pPr marL="2438339" algn="l" defTabSz="1219170" rtl="0" eaLnBrk="1" latinLnBrk="0" hangingPunct="1">
      <a:defRPr sz="1600" kern="1200">
        <a:solidFill>
          <a:schemeClr val="tx1"/>
        </a:solidFill>
        <a:latin typeface="+mn-lt"/>
        <a:ea typeface="+mn-ea"/>
        <a:cs typeface="+mn-cs"/>
      </a:defRPr>
    </a:lvl5pPr>
    <a:lvl6pPr marL="3047924" algn="l" defTabSz="1219170" rtl="0" eaLnBrk="1" latinLnBrk="0" hangingPunct="1">
      <a:defRPr sz="1600" kern="1200">
        <a:solidFill>
          <a:schemeClr val="tx1"/>
        </a:solidFill>
        <a:latin typeface="+mn-lt"/>
        <a:ea typeface="+mn-ea"/>
        <a:cs typeface="+mn-cs"/>
      </a:defRPr>
    </a:lvl6pPr>
    <a:lvl7pPr marL="3657509" algn="l" defTabSz="1219170" rtl="0" eaLnBrk="1" latinLnBrk="0" hangingPunct="1">
      <a:defRPr sz="1600" kern="1200">
        <a:solidFill>
          <a:schemeClr val="tx1"/>
        </a:solidFill>
        <a:latin typeface="+mn-lt"/>
        <a:ea typeface="+mn-ea"/>
        <a:cs typeface="+mn-cs"/>
      </a:defRPr>
    </a:lvl7pPr>
    <a:lvl8pPr marL="4267093" algn="l" defTabSz="1219170" rtl="0" eaLnBrk="1" latinLnBrk="0" hangingPunct="1">
      <a:defRPr sz="1600" kern="1200">
        <a:solidFill>
          <a:schemeClr val="tx1"/>
        </a:solidFill>
        <a:latin typeface="+mn-lt"/>
        <a:ea typeface="+mn-ea"/>
        <a:cs typeface="+mn-cs"/>
      </a:defRPr>
    </a:lvl8pPr>
    <a:lvl9pPr marL="4876678" algn="l" defTabSz="1219170" rtl="0" eaLnBrk="1" latinLnBrk="0" hangingPunct="1">
      <a:defRPr sz="16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ladsholder til slidebillede 1"/>
          <p:cNvSpPr>
            <a:spLocks noGrp="1" noRot="1" noChangeAspect="1"/>
          </p:cNvSpPr>
          <p:nvPr>
            <p:ph type="sldImg"/>
          </p:nvPr>
        </p:nvSpPr>
        <p:spPr/>
      </p:sp>
      <p:sp>
        <p:nvSpPr>
          <p:cNvPr id="3" name="Pladsholder til noter 2"/>
          <p:cNvSpPr>
            <a:spLocks noGrp="1"/>
          </p:cNvSpPr>
          <p:nvPr>
            <p:ph type="body" idx="1"/>
          </p:nvPr>
        </p:nvSpPr>
        <p:spPr/>
        <p:txBody>
          <a:bodyPr/>
          <a:lstStyle/>
          <a:p>
            <a:endParaRPr lang="da-DK" dirty="0"/>
          </a:p>
        </p:txBody>
      </p:sp>
      <p:sp>
        <p:nvSpPr>
          <p:cNvPr id="4" name="Pladsholder til slidenummer 3"/>
          <p:cNvSpPr>
            <a:spLocks noGrp="1"/>
          </p:cNvSpPr>
          <p:nvPr>
            <p:ph type="sldNum" sz="quarter" idx="5"/>
          </p:nvPr>
        </p:nvSpPr>
        <p:spPr/>
        <p:txBody>
          <a:bodyPr/>
          <a:lstStyle/>
          <a:p>
            <a:fld id="{1597D6B3-27A1-4AFC-9DFA-E99013D84442}" type="slidenum">
              <a:rPr lang="da-DK" smtClean="0"/>
              <a:t>2</a:t>
            </a:fld>
            <a:endParaRPr lang="da-DK"/>
          </a:p>
        </p:txBody>
      </p:sp>
    </p:spTree>
    <p:extLst>
      <p:ext uri="{BB962C8B-B14F-4D97-AF65-F5344CB8AC3E}">
        <p14:creationId xmlns:p14="http://schemas.microsoft.com/office/powerpoint/2010/main" val="280541474"/>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ladsholder til slidebillede 1"/>
          <p:cNvSpPr>
            <a:spLocks noGrp="1" noRot="1" noChangeAspect="1"/>
          </p:cNvSpPr>
          <p:nvPr>
            <p:ph type="sldImg"/>
          </p:nvPr>
        </p:nvSpPr>
        <p:spPr/>
      </p:sp>
      <p:sp>
        <p:nvSpPr>
          <p:cNvPr id="3" name="Pladsholder til noter 2"/>
          <p:cNvSpPr>
            <a:spLocks noGrp="1"/>
          </p:cNvSpPr>
          <p:nvPr>
            <p:ph type="body" idx="1"/>
          </p:nvPr>
        </p:nvSpPr>
        <p:spPr/>
        <p:txBody>
          <a:bodyPr/>
          <a:lstStyle/>
          <a:p>
            <a:r>
              <a:rPr lang="en-US" dirty="0"/>
              <a:t>Running tests automatically helps to identify software regressions introduced by changes in the source code. Having a high test coverage of your code allows you to continue developing features without having to perform lots of manual tests.</a:t>
            </a:r>
            <a:endParaRPr lang="da-DK" dirty="0"/>
          </a:p>
        </p:txBody>
      </p:sp>
      <p:sp>
        <p:nvSpPr>
          <p:cNvPr id="4" name="Pladsholder til dato 3"/>
          <p:cNvSpPr>
            <a:spLocks noGrp="1"/>
          </p:cNvSpPr>
          <p:nvPr>
            <p:ph type="dt" idx="1"/>
          </p:nvPr>
        </p:nvSpPr>
        <p:spPr/>
        <p:txBody>
          <a:bodyPr/>
          <a:lstStyle/>
          <a:p>
            <a:fld id="{3EBD32A6-B312-4E71-99E0-A6654BA176FE}" type="datetime1">
              <a:rPr lang="da-DK" smtClean="0"/>
              <a:t>08-02-2021</a:t>
            </a:fld>
            <a:endParaRPr lang="da-DK"/>
          </a:p>
        </p:txBody>
      </p:sp>
      <p:sp>
        <p:nvSpPr>
          <p:cNvPr id="5" name="Pladsholder til sidefod 4"/>
          <p:cNvSpPr>
            <a:spLocks noGrp="1"/>
          </p:cNvSpPr>
          <p:nvPr>
            <p:ph type="ftr" sz="quarter" idx="4"/>
          </p:nvPr>
        </p:nvSpPr>
        <p:spPr/>
        <p:txBody>
          <a:bodyPr/>
          <a:lstStyle/>
          <a:p>
            <a:endParaRPr lang="da-DK"/>
          </a:p>
        </p:txBody>
      </p:sp>
      <p:sp>
        <p:nvSpPr>
          <p:cNvPr id="6" name="Pladsholder til slidenummer 5"/>
          <p:cNvSpPr>
            <a:spLocks noGrp="1"/>
          </p:cNvSpPr>
          <p:nvPr>
            <p:ph type="sldNum" sz="quarter" idx="5"/>
          </p:nvPr>
        </p:nvSpPr>
        <p:spPr/>
        <p:txBody>
          <a:bodyPr/>
          <a:lstStyle/>
          <a:p>
            <a:fld id="{A9C4E1A5-6CB7-5447-B42E-8AE694A2D83A}" type="slidenum">
              <a:rPr lang="da-DK" smtClean="0"/>
              <a:t>3</a:t>
            </a:fld>
            <a:endParaRPr lang="da-DK"/>
          </a:p>
        </p:txBody>
      </p:sp>
    </p:spTree>
    <p:extLst>
      <p:ext uri="{BB962C8B-B14F-4D97-AF65-F5344CB8AC3E}">
        <p14:creationId xmlns:p14="http://schemas.microsoft.com/office/powerpoint/2010/main" val="2499331302"/>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dirty="0"/>
              <a:t>Test is a major part of system development. Time used for test in system development projects is  approximately:</a:t>
            </a:r>
          </a:p>
          <a:p>
            <a:pPr eaLnBrk="1" hangingPunct="1">
              <a:buFont typeface="Arial" charset="0"/>
              <a:buNone/>
            </a:pPr>
            <a:endParaRPr lang="en-US" dirty="0"/>
          </a:p>
          <a:p>
            <a:pPr eaLnBrk="1" hangingPunct="1"/>
            <a:r>
              <a:rPr lang="en-US" dirty="0"/>
              <a:t>1/3 for requirement, analysis and design</a:t>
            </a:r>
          </a:p>
          <a:p>
            <a:pPr eaLnBrk="1" hangingPunct="1"/>
            <a:r>
              <a:rPr lang="en-US" dirty="0"/>
              <a:t>1/3 for detailed design and construction</a:t>
            </a:r>
          </a:p>
          <a:p>
            <a:pPr eaLnBrk="1" hangingPunct="1"/>
            <a:r>
              <a:rPr lang="da-DK" dirty="0"/>
              <a:t>1/3 for test. </a:t>
            </a:r>
            <a:r>
              <a:rPr lang="en-US" dirty="0"/>
              <a:t>Or is this only as it should be in an ideal world?</a:t>
            </a:r>
          </a:p>
          <a:p>
            <a:endParaRPr lang="da-DK" dirty="0"/>
          </a:p>
        </p:txBody>
      </p:sp>
      <p:sp>
        <p:nvSpPr>
          <p:cNvPr id="4" name="Slide Number Placeholder 3"/>
          <p:cNvSpPr>
            <a:spLocks noGrp="1"/>
          </p:cNvSpPr>
          <p:nvPr>
            <p:ph type="sldNum" sz="quarter" idx="10"/>
          </p:nvPr>
        </p:nvSpPr>
        <p:spPr/>
        <p:txBody>
          <a:bodyPr/>
          <a:lstStyle/>
          <a:p>
            <a:pPr>
              <a:defRPr/>
            </a:pPr>
            <a:fld id="{E1530965-2D50-44CC-A4A5-EE11210592E9}" type="slidenum">
              <a:rPr lang="da-DK" smtClean="0"/>
              <a:pPr>
                <a:defRPr/>
              </a:pPr>
              <a:t>7</a:t>
            </a:fld>
            <a:endParaRPr lang="da-DK"/>
          </a:p>
        </p:txBody>
      </p:sp>
    </p:spTree>
    <p:extLst>
      <p:ext uri="{BB962C8B-B14F-4D97-AF65-F5344CB8AC3E}">
        <p14:creationId xmlns:p14="http://schemas.microsoft.com/office/powerpoint/2010/main" val="1684195154"/>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ladsholder til slidebillede 1"/>
          <p:cNvSpPr>
            <a:spLocks noGrp="1" noRot="1" noChangeAspect="1"/>
          </p:cNvSpPr>
          <p:nvPr>
            <p:ph type="sldImg"/>
          </p:nvPr>
        </p:nvSpPr>
        <p:spPr/>
      </p:sp>
      <p:sp>
        <p:nvSpPr>
          <p:cNvPr id="3" name="Pladsholder til noter 2"/>
          <p:cNvSpPr>
            <a:spLocks noGrp="1"/>
          </p:cNvSpPr>
          <p:nvPr>
            <p:ph type="body" idx="1"/>
          </p:nvPr>
        </p:nvSpPr>
        <p:spPr/>
        <p:txBody>
          <a:bodyPr/>
          <a:lstStyle/>
          <a:p>
            <a:r>
              <a:rPr lang="en-US" sz="1200" b="0" i="0" u="none" strike="noStrike" kern="1200" baseline="0" dirty="0">
                <a:solidFill>
                  <a:schemeClr val="tx1"/>
                </a:solidFill>
                <a:latin typeface="+mn-lt"/>
                <a:ea typeface="+mn-ea"/>
                <a:cs typeface="+mn-cs"/>
              </a:rPr>
              <a:t>Errors of the two former kinds are relatively trivial: the Java compiler </a:t>
            </a:r>
            <a:r>
              <a:rPr lang="en-US" sz="1200" b="0" i="0" u="none" strike="noStrike" kern="1200" baseline="0" dirty="0" err="1">
                <a:solidFill>
                  <a:schemeClr val="tx1"/>
                </a:solidFill>
                <a:latin typeface="+mn-lt"/>
                <a:ea typeface="+mn-ea"/>
                <a:cs typeface="+mn-cs"/>
              </a:rPr>
              <a:t>javac</a:t>
            </a:r>
            <a:r>
              <a:rPr lang="en-US" sz="1200" b="0" i="0" u="none" strike="noStrike" kern="1200" baseline="0" dirty="0">
                <a:solidFill>
                  <a:schemeClr val="tx1"/>
                </a:solidFill>
                <a:latin typeface="+mn-lt"/>
                <a:ea typeface="+mn-ea"/>
                <a:cs typeface="+mn-cs"/>
              </a:rPr>
              <a:t> will </a:t>
            </a:r>
            <a:r>
              <a:rPr lang="en-US" sz="1200" b="0" i="0" u="none" strike="noStrike" kern="1200" baseline="0" dirty="0" err="1">
                <a:solidFill>
                  <a:schemeClr val="tx1"/>
                </a:solidFill>
                <a:latin typeface="+mn-lt"/>
                <a:ea typeface="+mn-ea"/>
                <a:cs typeface="+mn-cs"/>
              </a:rPr>
              <a:t>automati</a:t>
            </a:r>
            <a:r>
              <a:rPr lang="en-US" sz="1200" b="0" i="0" u="none" strike="noStrike" kern="1200" baseline="0" dirty="0">
                <a:solidFill>
                  <a:schemeClr val="tx1"/>
                </a:solidFill>
                <a:latin typeface="+mn-lt"/>
                <a:ea typeface="+mn-ea"/>
                <a:cs typeface="+mn-cs"/>
              </a:rPr>
              <a:t>-</a:t>
            </a:r>
          </a:p>
          <a:p>
            <a:r>
              <a:rPr lang="en-US" sz="1200" b="0" i="0" u="none" strike="noStrike" kern="1200" baseline="0" dirty="0" err="1">
                <a:solidFill>
                  <a:schemeClr val="tx1"/>
                </a:solidFill>
                <a:latin typeface="+mn-lt"/>
                <a:ea typeface="+mn-ea"/>
                <a:cs typeface="+mn-cs"/>
              </a:rPr>
              <a:t>cally</a:t>
            </a:r>
            <a:r>
              <a:rPr lang="en-US" sz="1200" b="0" i="0" u="none" strike="noStrike" kern="1200" baseline="0" dirty="0">
                <a:solidFill>
                  <a:schemeClr val="tx1"/>
                </a:solidFill>
                <a:latin typeface="+mn-lt"/>
                <a:ea typeface="+mn-ea"/>
                <a:cs typeface="+mn-cs"/>
              </a:rPr>
              <a:t> discover them and tell us about them. </a:t>
            </a:r>
          </a:p>
          <a:p>
            <a:endParaRPr lang="en-US" sz="1200" b="0" i="0" u="none" strike="noStrike" kern="1200" baseline="0" dirty="0">
              <a:solidFill>
                <a:schemeClr val="tx1"/>
              </a:solidFill>
              <a:latin typeface="+mn-lt"/>
              <a:ea typeface="+mn-ea"/>
              <a:cs typeface="+mn-cs"/>
            </a:endParaRPr>
          </a:p>
          <a:p>
            <a:r>
              <a:rPr lang="en-US" sz="1200" b="0" i="0" u="none" strike="noStrike" kern="1200" baseline="0" dirty="0">
                <a:solidFill>
                  <a:schemeClr val="tx1"/>
                </a:solidFill>
                <a:latin typeface="+mn-lt"/>
                <a:ea typeface="+mn-ea"/>
                <a:cs typeface="+mn-cs"/>
              </a:rPr>
              <a:t>Logical errors (the third kind) are harder to deal with: they cannot be found automatically, and it is our own responsibility to find them.</a:t>
            </a:r>
            <a:endParaRPr lang="da-DK" dirty="0"/>
          </a:p>
        </p:txBody>
      </p:sp>
      <p:sp>
        <p:nvSpPr>
          <p:cNvPr id="4" name="Pladsholder til dato 3"/>
          <p:cNvSpPr>
            <a:spLocks noGrp="1"/>
          </p:cNvSpPr>
          <p:nvPr>
            <p:ph type="dt" idx="1"/>
          </p:nvPr>
        </p:nvSpPr>
        <p:spPr/>
        <p:txBody>
          <a:bodyPr/>
          <a:lstStyle/>
          <a:p>
            <a:fld id="{3EBD32A6-B312-4E71-99E0-A6654BA176FE}" type="datetime1">
              <a:rPr lang="da-DK" smtClean="0"/>
              <a:t>08-02-2021</a:t>
            </a:fld>
            <a:endParaRPr lang="da-DK"/>
          </a:p>
        </p:txBody>
      </p:sp>
      <p:sp>
        <p:nvSpPr>
          <p:cNvPr id="5" name="Pladsholder til sidefod 4"/>
          <p:cNvSpPr>
            <a:spLocks noGrp="1"/>
          </p:cNvSpPr>
          <p:nvPr>
            <p:ph type="ftr" sz="quarter" idx="4"/>
          </p:nvPr>
        </p:nvSpPr>
        <p:spPr/>
        <p:txBody>
          <a:bodyPr/>
          <a:lstStyle/>
          <a:p>
            <a:endParaRPr lang="da-DK"/>
          </a:p>
        </p:txBody>
      </p:sp>
      <p:sp>
        <p:nvSpPr>
          <p:cNvPr id="6" name="Pladsholder til slidenummer 5"/>
          <p:cNvSpPr>
            <a:spLocks noGrp="1"/>
          </p:cNvSpPr>
          <p:nvPr>
            <p:ph type="sldNum" sz="quarter" idx="5"/>
          </p:nvPr>
        </p:nvSpPr>
        <p:spPr/>
        <p:txBody>
          <a:bodyPr/>
          <a:lstStyle/>
          <a:p>
            <a:fld id="{A9C4E1A5-6CB7-5447-B42E-8AE694A2D83A}" type="slidenum">
              <a:rPr lang="da-DK" smtClean="0"/>
              <a:t>8</a:t>
            </a:fld>
            <a:endParaRPr lang="da-DK"/>
          </a:p>
        </p:txBody>
      </p:sp>
    </p:spTree>
    <p:extLst>
      <p:ext uri="{BB962C8B-B14F-4D97-AF65-F5344CB8AC3E}">
        <p14:creationId xmlns:p14="http://schemas.microsoft.com/office/powerpoint/2010/main" val="321228581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6" name="Slide Image Placeholder 1"/>
          <p:cNvSpPr>
            <a:spLocks noGrp="1" noRot="1" noChangeAspect="1" noTextEdit="1"/>
          </p:cNvSpPr>
          <p:nvPr>
            <p:ph type="sldImg"/>
          </p:nvPr>
        </p:nvSpPr>
        <p:spPr>
          <a:ln/>
        </p:spPr>
      </p:sp>
      <p:sp>
        <p:nvSpPr>
          <p:cNvPr id="26627" name="Notes Placeholder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a:solidFill>
                  <a:srgbClr val="0070C0"/>
                </a:solidFill>
              </a:rPr>
              <a:t>The V-Model demonstrates the relationships between each phase of the development life cycle and its associated phase of testing. Planning and executing of the test takes place in opposite time directions. The V-model may be considered an extension of the waterfall model. Instead of moving down in a linear way, the process steps are bent upwards after the coding phase, to form the typical V shape. The horizontal and vertical axes represents time or project completeness (left-to-right) and level of abstraction (coarsest-grain abstraction uppermost), respectively. </a:t>
            </a:r>
          </a:p>
          <a:p>
            <a:endParaRPr lang="en-US">
              <a:solidFill>
                <a:srgbClr val="0070C0"/>
              </a:solidFill>
            </a:endParaRPr>
          </a:p>
          <a:p>
            <a:endParaRPr lang="da-DK"/>
          </a:p>
        </p:txBody>
      </p:sp>
      <p:sp>
        <p:nvSpPr>
          <p:cNvPr id="26628" name="Slide Number Placeholder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eaLnBrk="1" hangingPunct="1"/>
            <a:fld id="{096DB686-472C-4F0A-A450-C7B15ABEFDB1}" type="slidenum">
              <a:rPr lang="da-DK" smtClean="0"/>
              <a:pPr eaLnBrk="1" hangingPunct="1"/>
              <a:t>11</a:t>
            </a:fld>
            <a:endParaRPr lang="da-DK"/>
          </a:p>
        </p:txBody>
      </p:sp>
    </p:spTree>
    <p:extLst>
      <p:ext uri="{BB962C8B-B14F-4D97-AF65-F5344CB8AC3E}">
        <p14:creationId xmlns:p14="http://schemas.microsoft.com/office/powerpoint/2010/main" val="389873680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ladsholder til diasbillede 1"/>
          <p:cNvSpPr>
            <a:spLocks noGrp="1" noRot="1" noChangeAspect="1"/>
          </p:cNvSpPr>
          <p:nvPr>
            <p:ph type="sldImg"/>
          </p:nvPr>
        </p:nvSpPr>
        <p:spPr/>
      </p:sp>
      <p:sp>
        <p:nvSpPr>
          <p:cNvPr id="3" name="Pladsholder til noter 2"/>
          <p:cNvSpPr>
            <a:spLocks noGrp="1"/>
          </p:cNvSpPr>
          <p:nvPr>
            <p:ph type="body" idx="1"/>
          </p:nvPr>
        </p:nvSpPr>
        <p:spPr/>
        <p:txBody>
          <a:bodyPr>
            <a:normAutofit/>
          </a:bodyPr>
          <a:lstStyle/>
          <a:p>
            <a:r>
              <a:rPr lang="da-DK" dirty="0" err="1"/>
              <a:t>Witch</a:t>
            </a:r>
            <a:r>
              <a:rPr lang="da-DK" baseline="0" dirty="0"/>
              <a:t> </a:t>
            </a:r>
            <a:r>
              <a:rPr lang="da-DK" baseline="0" dirty="0" err="1"/>
              <a:t>brings</a:t>
            </a:r>
            <a:r>
              <a:rPr lang="da-DK" baseline="0" dirty="0"/>
              <a:t> </a:t>
            </a:r>
            <a:r>
              <a:rPr lang="da-DK" baseline="0" dirty="0" err="1"/>
              <a:t>us</a:t>
            </a:r>
            <a:r>
              <a:rPr lang="da-DK" baseline="0" dirty="0"/>
              <a:t> to the </a:t>
            </a:r>
            <a:r>
              <a:rPr lang="da-DK" baseline="0" dirty="0" err="1"/>
              <a:t>phases</a:t>
            </a:r>
            <a:r>
              <a:rPr lang="da-DK" baseline="0" dirty="0"/>
              <a:t> and </a:t>
            </a:r>
            <a:r>
              <a:rPr lang="da-DK" baseline="0" dirty="0" err="1"/>
              <a:t>how</a:t>
            </a:r>
            <a:r>
              <a:rPr lang="da-DK" baseline="0" dirty="0"/>
              <a:t> </a:t>
            </a:r>
            <a:r>
              <a:rPr lang="da-DK" baseline="0" dirty="0" err="1"/>
              <a:t>they</a:t>
            </a:r>
            <a:r>
              <a:rPr lang="da-DK" baseline="0" dirty="0"/>
              <a:t> </a:t>
            </a:r>
            <a:r>
              <a:rPr lang="da-DK" baseline="0" dirty="0" err="1"/>
              <a:t>relate</a:t>
            </a:r>
            <a:r>
              <a:rPr lang="da-DK" baseline="0" dirty="0"/>
              <a:t>. </a:t>
            </a:r>
            <a:endParaRPr lang="da-DK" dirty="0"/>
          </a:p>
        </p:txBody>
      </p:sp>
      <p:sp>
        <p:nvSpPr>
          <p:cNvPr id="4" name="Pladsholder til diasnummer 3"/>
          <p:cNvSpPr>
            <a:spLocks noGrp="1"/>
          </p:cNvSpPr>
          <p:nvPr>
            <p:ph type="sldNum" sz="quarter" idx="10"/>
          </p:nvPr>
        </p:nvSpPr>
        <p:spPr/>
        <p:txBody>
          <a:bodyPr/>
          <a:lstStyle/>
          <a:p>
            <a:pPr>
              <a:defRPr/>
            </a:pPr>
            <a:fld id="{E1530965-2D50-44CC-A4A5-EE11210592E9}" type="slidenum">
              <a:rPr lang="da-DK" smtClean="0"/>
              <a:pPr>
                <a:defRPr/>
              </a:pPr>
              <a:t>13</a:t>
            </a:fld>
            <a:endParaRPr lang="da-DK"/>
          </a:p>
        </p:txBody>
      </p:sp>
    </p:spTree>
    <p:extLst>
      <p:ext uri="{BB962C8B-B14F-4D97-AF65-F5344CB8AC3E}">
        <p14:creationId xmlns:p14="http://schemas.microsoft.com/office/powerpoint/2010/main" val="243233560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da-DK" dirty="0"/>
          </a:p>
        </p:txBody>
      </p:sp>
      <p:sp>
        <p:nvSpPr>
          <p:cNvPr id="4" name="Date Placeholder 3"/>
          <p:cNvSpPr>
            <a:spLocks noGrp="1"/>
          </p:cNvSpPr>
          <p:nvPr>
            <p:ph type="dt" idx="10"/>
          </p:nvPr>
        </p:nvSpPr>
        <p:spPr/>
        <p:txBody>
          <a:bodyPr/>
          <a:lstStyle/>
          <a:p>
            <a:fld id="{3EBD32A6-B312-4E71-99E0-A6654BA176FE}" type="datetime1">
              <a:rPr lang="da-DK" smtClean="0"/>
              <a:t>08-02-2021</a:t>
            </a:fld>
            <a:endParaRPr lang="da-DK"/>
          </a:p>
        </p:txBody>
      </p:sp>
      <p:sp>
        <p:nvSpPr>
          <p:cNvPr id="5" name="Footer Placeholder 4"/>
          <p:cNvSpPr>
            <a:spLocks noGrp="1"/>
          </p:cNvSpPr>
          <p:nvPr>
            <p:ph type="ftr" sz="quarter" idx="11"/>
          </p:nvPr>
        </p:nvSpPr>
        <p:spPr/>
        <p:txBody>
          <a:bodyPr/>
          <a:lstStyle/>
          <a:p>
            <a:endParaRPr lang="da-DK"/>
          </a:p>
        </p:txBody>
      </p:sp>
      <p:sp>
        <p:nvSpPr>
          <p:cNvPr id="6" name="Slide Number Placeholder 5"/>
          <p:cNvSpPr>
            <a:spLocks noGrp="1"/>
          </p:cNvSpPr>
          <p:nvPr>
            <p:ph type="sldNum" sz="quarter" idx="12"/>
          </p:nvPr>
        </p:nvSpPr>
        <p:spPr/>
        <p:txBody>
          <a:bodyPr/>
          <a:lstStyle/>
          <a:p>
            <a:fld id="{A9C4E1A5-6CB7-5447-B42E-8AE694A2D83A}" type="slidenum">
              <a:rPr lang="da-DK" smtClean="0"/>
              <a:t>14</a:t>
            </a:fld>
            <a:endParaRPr lang="da-DK"/>
          </a:p>
        </p:txBody>
      </p:sp>
    </p:spTree>
    <p:extLst>
      <p:ext uri="{BB962C8B-B14F-4D97-AF65-F5344CB8AC3E}">
        <p14:creationId xmlns:p14="http://schemas.microsoft.com/office/powerpoint/2010/main" val="3572370898"/>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i="0" kern="1200" dirty="0">
                <a:solidFill>
                  <a:schemeClr val="tx1"/>
                </a:solidFill>
                <a:effectLst/>
                <a:latin typeface="+mn-lt"/>
                <a:ea typeface="+mn-ea"/>
                <a:cs typeface="+mn-cs"/>
              </a:rPr>
              <a:t>The test model contains test cases that are often derived directly from use cases. Testers perform black-box testing using the original use case text.</a:t>
            </a:r>
          </a:p>
          <a:p>
            <a:endParaRPr lang="en-US" sz="1200" b="0" i="0" kern="1200" dirty="0">
              <a:solidFill>
                <a:schemeClr val="tx1"/>
              </a:solidFill>
              <a:effectLst/>
              <a:latin typeface="+mn-lt"/>
              <a:ea typeface="+mn-ea"/>
              <a:cs typeface="+mn-cs"/>
            </a:endParaRPr>
          </a:p>
          <a:p>
            <a:r>
              <a:rPr lang="da-DK" dirty="0"/>
              <a:t>http://tryqa.com/what-are-master-test-plans-level-test-plan-examples-when-to-use/</a:t>
            </a:r>
          </a:p>
        </p:txBody>
      </p:sp>
      <p:sp>
        <p:nvSpPr>
          <p:cNvPr id="4" name="Date Placeholder 3"/>
          <p:cNvSpPr>
            <a:spLocks noGrp="1"/>
          </p:cNvSpPr>
          <p:nvPr>
            <p:ph type="dt" idx="10"/>
          </p:nvPr>
        </p:nvSpPr>
        <p:spPr/>
        <p:txBody>
          <a:bodyPr/>
          <a:lstStyle/>
          <a:p>
            <a:fld id="{3EBD32A6-B312-4E71-99E0-A6654BA176FE}" type="datetime1">
              <a:rPr lang="da-DK" smtClean="0"/>
              <a:t>08-02-2021</a:t>
            </a:fld>
            <a:endParaRPr lang="da-DK"/>
          </a:p>
        </p:txBody>
      </p:sp>
      <p:sp>
        <p:nvSpPr>
          <p:cNvPr id="5" name="Footer Placeholder 4"/>
          <p:cNvSpPr>
            <a:spLocks noGrp="1"/>
          </p:cNvSpPr>
          <p:nvPr>
            <p:ph type="ftr" sz="quarter" idx="11"/>
          </p:nvPr>
        </p:nvSpPr>
        <p:spPr/>
        <p:txBody>
          <a:bodyPr/>
          <a:lstStyle/>
          <a:p>
            <a:endParaRPr lang="da-DK"/>
          </a:p>
        </p:txBody>
      </p:sp>
      <p:sp>
        <p:nvSpPr>
          <p:cNvPr id="6" name="Slide Number Placeholder 5"/>
          <p:cNvSpPr>
            <a:spLocks noGrp="1"/>
          </p:cNvSpPr>
          <p:nvPr>
            <p:ph type="sldNum" sz="quarter" idx="12"/>
          </p:nvPr>
        </p:nvSpPr>
        <p:spPr/>
        <p:txBody>
          <a:bodyPr/>
          <a:lstStyle/>
          <a:p>
            <a:fld id="{A9C4E1A5-6CB7-5447-B42E-8AE694A2D83A}" type="slidenum">
              <a:rPr lang="da-DK" smtClean="0"/>
              <a:t>15</a:t>
            </a:fld>
            <a:endParaRPr lang="da-DK"/>
          </a:p>
        </p:txBody>
      </p:sp>
    </p:spTree>
    <p:extLst>
      <p:ext uri="{BB962C8B-B14F-4D97-AF65-F5344CB8AC3E}">
        <p14:creationId xmlns:p14="http://schemas.microsoft.com/office/powerpoint/2010/main" val="2478691887"/>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ladsholder til slidebillede 1"/>
          <p:cNvSpPr>
            <a:spLocks noGrp="1" noRot="1" noChangeAspect="1"/>
          </p:cNvSpPr>
          <p:nvPr>
            <p:ph type="sldImg"/>
          </p:nvPr>
        </p:nvSpPr>
        <p:spPr/>
      </p:sp>
      <p:sp>
        <p:nvSpPr>
          <p:cNvPr id="3" name="Pladsholder til noter 2"/>
          <p:cNvSpPr>
            <a:spLocks noGrp="1"/>
          </p:cNvSpPr>
          <p:nvPr>
            <p:ph type="body" idx="1"/>
          </p:nvPr>
        </p:nvSpPr>
        <p:spPr/>
        <p:txBody>
          <a:bodyPr/>
          <a:lstStyle/>
          <a:p>
            <a:r>
              <a:rPr lang="en-US" sz="1200" b="0" i="0" u="none" strike="noStrike" kern="1200" baseline="0" dirty="0">
                <a:solidFill>
                  <a:schemeClr val="tx1"/>
                </a:solidFill>
                <a:latin typeface="+mn-lt"/>
                <a:ea typeface="+mn-ea"/>
                <a:cs typeface="+mn-cs"/>
              </a:rPr>
              <a:t>Although few actually do it, developers can begin creating test cases as soon as use cases are available, well before any code is written. </a:t>
            </a:r>
          </a:p>
          <a:p>
            <a:endParaRPr lang="en-US" sz="1200" b="0" i="0" u="none" strike="noStrike" kern="1200" baseline="0" dirty="0">
              <a:solidFill>
                <a:schemeClr val="tx1"/>
              </a:solidFill>
              <a:latin typeface="+mn-lt"/>
              <a:ea typeface="+mn-ea"/>
              <a:cs typeface="+mn-cs"/>
            </a:endParaRPr>
          </a:p>
          <a:p>
            <a:r>
              <a:rPr lang="en-US" sz="1200" b="0" i="0" u="none" strike="noStrike" kern="1200" baseline="0" dirty="0">
                <a:solidFill>
                  <a:schemeClr val="tx1"/>
                </a:solidFill>
                <a:latin typeface="+mn-lt"/>
                <a:ea typeface="+mn-ea"/>
                <a:cs typeface="+mn-cs"/>
              </a:rPr>
              <a:t>Test cases are necessary to verify successful and acceptable implementation of the product requirements (use cases).</a:t>
            </a:r>
          </a:p>
          <a:p>
            <a:endParaRPr lang="da-DK" dirty="0"/>
          </a:p>
        </p:txBody>
      </p:sp>
      <p:sp>
        <p:nvSpPr>
          <p:cNvPr id="4" name="Pladsholder til dato 3"/>
          <p:cNvSpPr>
            <a:spLocks noGrp="1"/>
          </p:cNvSpPr>
          <p:nvPr>
            <p:ph type="dt" idx="1"/>
          </p:nvPr>
        </p:nvSpPr>
        <p:spPr/>
        <p:txBody>
          <a:bodyPr/>
          <a:lstStyle/>
          <a:p>
            <a:fld id="{3EBD32A6-B312-4E71-99E0-A6654BA176FE}" type="datetime1">
              <a:rPr lang="da-DK" smtClean="0"/>
              <a:t>08-02-2021</a:t>
            </a:fld>
            <a:endParaRPr lang="da-DK"/>
          </a:p>
        </p:txBody>
      </p:sp>
      <p:sp>
        <p:nvSpPr>
          <p:cNvPr id="5" name="Pladsholder til sidefod 4"/>
          <p:cNvSpPr>
            <a:spLocks noGrp="1"/>
          </p:cNvSpPr>
          <p:nvPr>
            <p:ph type="ftr" sz="quarter" idx="4"/>
          </p:nvPr>
        </p:nvSpPr>
        <p:spPr/>
        <p:txBody>
          <a:bodyPr/>
          <a:lstStyle/>
          <a:p>
            <a:endParaRPr lang="da-DK"/>
          </a:p>
        </p:txBody>
      </p:sp>
      <p:sp>
        <p:nvSpPr>
          <p:cNvPr id="6" name="Pladsholder til slidenummer 5"/>
          <p:cNvSpPr>
            <a:spLocks noGrp="1"/>
          </p:cNvSpPr>
          <p:nvPr>
            <p:ph type="sldNum" sz="quarter" idx="5"/>
          </p:nvPr>
        </p:nvSpPr>
        <p:spPr/>
        <p:txBody>
          <a:bodyPr/>
          <a:lstStyle/>
          <a:p>
            <a:fld id="{A9C4E1A5-6CB7-5447-B42E-8AE694A2D83A}" type="slidenum">
              <a:rPr lang="da-DK" smtClean="0"/>
              <a:t>22</a:t>
            </a:fld>
            <a:endParaRPr lang="da-DK"/>
          </a:p>
        </p:txBody>
      </p:sp>
    </p:spTree>
    <p:extLst>
      <p:ext uri="{BB962C8B-B14F-4D97-AF65-F5344CB8AC3E}">
        <p14:creationId xmlns:p14="http://schemas.microsoft.com/office/powerpoint/2010/main" val="46757444"/>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ladsholder til slidebillede 1"/>
          <p:cNvSpPr>
            <a:spLocks noGrp="1" noRot="1" noChangeAspect="1"/>
          </p:cNvSpPr>
          <p:nvPr>
            <p:ph type="sldImg"/>
          </p:nvPr>
        </p:nvSpPr>
        <p:spPr/>
      </p:sp>
      <p:sp>
        <p:nvSpPr>
          <p:cNvPr id="3" name="Pladsholder til noter 2"/>
          <p:cNvSpPr>
            <a:spLocks noGrp="1"/>
          </p:cNvSpPr>
          <p:nvPr>
            <p:ph type="body" idx="1"/>
          </p:nvPr>
        </p:nvSpPr>
        <p:spPr/>
        <p:txBody>
          <a:bodyPr/>
          <a:lstStyle/>
          <a:p>
            <a:endParaRPr lang="da-DK" dirty="0"/>
          </a:p>
        </p:txBody>
      </p:sp>
      <p:sp>
        <p:nvSpPr>
          <p:cNvPr id="4" name="Pladsholder til slidenummer 3"/>
          <p:cNvSpPr>
            <a:spLocks noGrp="1"/>
          </p:cNvSpPr>
          <p:nvPr>
            <p:ph type="sldNum" sz="quarter" idx="5"/>
          </p:nvPr>
        </p:nvSpPr>
        <p:spPr/>
        <p:txBody>
          <a:bodyPr/>
          <a:lstStyle/>
          <a:p>
            <a:fld id="{1597D6B3-27A1-4AFC-9DFA-E99013D84442}" type="slidenum">
              <a:rPr lang="da-DK" smtClean="0"/>
              <a:t>27</a:t>
            </a:fld>
            <a:endParaRPr lang="da-DK"/>
          </a:p>
        </p:txBody>
      </p:sp>
    </p:spTree>
    <p:extLst>
      <p:ext uri="{BB962C8B-B14F-4D97-AF65-F5344CB8AC3E}">
        <p14:creationId xmlns:p14="http://schemas.microsoft.com/office/powerpoint/2010/main" val="533017388"/>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ladsholder til slidebillede 1"/>
          <p:cNvSpPr>
            <a:spLocks noGrp="1" noRot="1" noChangeAspect="1"/>
          </p:cNvSpPr>
          <p:nvPr>
            <p:ph type="sldImg"/>
          </p:nvPr>
        </p:nvSpPr>
        <p:spPr/>
      </p:sp>
      <p:sp>
        <p:nvSpPr>
          <p:cNvPr id="3" name="Pladsholder til noter 2"/>
          <p:cNvSpPr>
            <a:spLocks noGrp="1"/>
          </p:cNvSpPr>
          <p:nvPr>
            <p:ph type="body" idx="1"/>
          </p:nvPr>
        </p:nvSpPr>
        <p:spPr/>
        <p:txBody>
          <a:bodyPr/>
          <a:lstStyle/>
          <a:p>
            <a:r>
              <a:rPr lang="en-US" sz="1600" b="0" i="0" u="none" strike="noStrike" kern="1200" baseline="0" dirty="0">
                <a:solidFill>
                  <a:schemeClr val="tx1"/>
                </a:solidFill>
                <a:latin typeface="+mn-lt"/>
                <a:ea typeface="+mn-ea"/>
                <a:cs typeface="+mn-cs"/>
              </a:rPr>
              <a:t>Alternate flows always specify where they start in the basic flow and where they go when they end.</a:t>
            </a:r>
            <a:endParaRPr lang="da-DK" dirty="0"/>
          </a:p>
        </p:txBody>
      </p:sp>
      <p:sp>
        <p:nvSpPr>
          <p:cNvPr id="4" name="Pladsholder til slidenummer 3"/>
          <p:cNvSpPr>
            <a:spLocks noGrp="1"/>
          </p:cNvSpPr>
          <p:nvPr>
            <p:ph type="sldNum" sz="quarter" idx="5"/>
          </p:nvPr>
        </p:nvSpPr>
        <p:spPr/>
        <p:txBody>
          <a:bodyPr/>
          <a:lstStyle/>
          <a:p>
            <a:fld id="{1597D6B3-27A1-4AFC-9DFA-E99013D84442}" type="slidenum">
              <a:rPr lang="da-DK" smtClean="0"/>
              <a:t>32</a:t>
            </a:fld>
            <a:endParaRPr lang="da-DK"/>
          </a:p>
        </p:txBody>
      </p:sp>
    </p:spTree>
    <p:extLst>
      <p:ext uri="{BB962C8B-B14F-4D97-AF65-F5344CB8AC3E}">
        <p14:creationId xmlns:p14="http://schemas.microsoft.com/office/powerpoint/2010/main" val="1607085875"/>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ladsholder til slidebillede 1"/>
          <p:cNvSpPr>
            <a:spLocks noGrp="1" noRot="1" noChangeAspect="1"/>
          </p:cNvSpPr>
          <p:nvPr>
            <p:ph type="sldImg"/>
          </p:nvPr>
        </p:nvSpPr>
        <p:spPr/>
      </p:sp>
      <p:sp>
        <p:nvSpPr>
          <p:cNvPr id="3" name="Pladsholder til noter 2"/>
          <p:cNvSpPr>
            <a:spLocks noGrp="1"/>
          </p:cNvSpPr>
          <p:nvPr>
            <p:ph type="body" idx="1"/>
          </p:nvPr>
        </p:nvSpPr>
        <p:spPr/>
        <p:txBody>
          <a:bodyPr/>
          <a:lstStyle/>
          <a:p>
            <a:r>
              <a:rPr lang="da-DK" dirty="0"/>
              <a:t>Alternative flows </a:t>
            </a:r>
            <a:r>
              <a:rPr lang="da-DK" dirty="0" err="1"/>
              <a:t>can</a:t>
            </a:r>
            <a:r>
              <a:rPr lang="da-DK" dirty="0"/>
              <a:t> </a:t>
            </a:r>
            <a:r>
              <a:rPr lang="da-DK" dirty="0" err="1"/>
              <a:t>be</a:t>
            </a:r>
            <a:r>
              <a:rPr lang="da-DK" dirty="0"/>
              <a:t> </a:t>
            </a:r>
            <a:r>
              <a:rPr lang="da-DK" dirty="0" err="1"/>
              <a:t>nested</a:t>
            </a:r>
            <a:r>
              <a:rPr lang="da-DK" dirty="0"/>
              <a:t> (basic flow -&gt; A1 -&gt; A2)</a:t>
            </a:r>
          </a:p>
        </p:txBody>
      </p:sp>
      <p:sp>
        <p:nvSpPr>
          <p:cNvPr id="4" name="Pladsholder til slidenummer 3"/>
          <p:cNvSpPr>
            <a:spLocks noGrp="1"/>
          </p:cNvSpPr>
          <p:nvPr>
            <p:ph type="sldNum" sz="quarter" idx="5"/>
          </p:nvPr>
        </p:nvSpPr>
        <p:spPr/>
        <p:txBody>
          <a:bodyPr/>
          <a:lstStyle/>
          <a:p>
            <a:fld id="{1597D6B3-27A1-4AFC-9DFA-E99013D84442}" type="slidenum">
              <a:rPr lang="da-DK" smtClean="0"/>
              <a:t>34</a:t>
            </a:fld>
            <a:endParaRPr lang="da-DK"/>
          </a:p>
        </p:txBody>
      </p:sp>
    </p:spTree>
    <p:extLst>
      <p:ext uri="{BB962C8B-B14F-4D97-AF65-F5344CB8AC3E}">
        <p14:creationId xmlns:p14="http://schemas.microsoft.com/office/powerpoint/2010/main" val="3524954808"/>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ladsholder til slidebillede 1"/>
          <p:cNvSpPr>
            <a:spLocks noGrp="1" noRot="1" noChangeAspect="1"/>
          </p:cNvSpPr>
          <p:nvPr>
            <p:ph type="sldImg"/>
          </p:nvPr>
        </p:nvSpPr>
        <p:spPr/>
      </p:sp>
      <p:sp>
        <p:nvSpPr>
          <p:cNvPr id="3" name="Pladsholder til noter 2"/>
          <p:cNvSpPr>
            <a:spLocks noGrp="1"/>
          </p:cNvSpPr>
          <p:nvPr>
            <p:ph type="body" idx="1"/>
          </p:nvPr>
        </p:nvSpPr>
        <p:spPr/>
        <p:txBody>
          <a:bodyPr/>
          <a:lstStyle/>
          <a:p>
            <a:r>
              <a:rPr lang="en-US" sz="1600" b="0" i="0" u="none" strike="noStrike" kern="1200" baseline="0" dirty="0">
                <a:solidFill>
                  <a:schemeClr val="tx1"/>
                </a:solidFill>
                <a:latin typeface="+mn-lt"/>
                <a:ea typeface="+mn-ea"/>
                <a:cs typeface="+mn-cs"/>
              </a:rPr>
              <a:t>Once the full set of scenarios has been identified, the next step is to identify the test cases. We can do this by analyzing the scenarios and reviewing the use case textual description as well. There should be at least one test case for each scenario, but there will probably be more. For example, if the textual description for an alternate flow is written in a very cursory way, like the description below,</a:t>
            </a:r>
          </a:p>
          <a:p>
            <a:endParaRPr lang="en-US" sz="1600" b="0" i="0" u="none" strike="noStrike" kern="1200" baseline="0" dirty="0">
              <a:solidFill>
                <a:schemeClr val="tx1"/>
              </a:solidFill>
              <a:latin typeface="+mn-lt"/>
              <a:ea typeface="+mn-ea"/>
              <a:cs typeface="+mn-cs"/>
            </a:endParaRPr>
          </a:p>
          <a:p>
            <a:r>
              <a:rPr lang="en-US" sz="1600" b="0" i="0" u="none" strike="noStrike" kern="1200" baseline="0" dirty="0">
                <a:solidFill>
                  <a:schemeClr val="tx1"/>
                </a:solidFill>
                <a:latin typeface="+mn-lt"/>
                <a:ea typeface="+mn-ea"/>
                <a:cs typeface="+mn-cs"/>
              </a:rPr>
              <a:t>3A. Unfulfilled Prerequisites, Course Full, or Schedule Conflicts</a:t>
            </a:r>
          </a:p>
          <a:p>
            <a:endParaRPr lang="en-US" sz="1600" b="0" i="0" u="none" strike="noStrike" kern="1200" baseline="0" dirty="0">
              <a:solidFill>
                <a:schemeClr val="tx1"/>
              </a:solidFill>
              <a:latin typeface="+mn-lt"/>
              <a:ea typeface="+mn-ea"/>
              <a:cs typeface="+mn-cs"/>
            </a:endParaRPr>
          </a:p>
          <a:p>
            <a:r>
              <a:rPr lang="en-US" sz="1600" b="0" i="0" u="none" strike="noStrike" kern="1200" baseline="0" dirty="0">
                <a:solidFill>
                  <a:schemeClr val="tx1"/>
                </a:solidFill>
                <a:latin typeface="+mn-lt"/>
                <a:ea typeface="+mn-ea"/>
                <a:cs typeface="+mn-cs"/>
              </a:rPr>
              <a:t>then additional test cases may be required to test all the possibilities. In addition, we may wish to add test cases to test boundary conditions.</a:t>
            </a:r>
            <a:endParaRPr lang="da-DK" dirty="0"/>
          </a:p>
        </p:txBody>
      </p:sp>
      <p:sp>
        <p:nvSpPr>
          <p:cNvPr id="4" name="Pladsholder til slidenummer 3"/>
          <p:cNvSpPr>
            <a:spLocks noGrp="1"/>
          </p:cNvSpPr>
          <p:nvPr>
            <p:ph type="sldNum" sz="quarter" idx="5"/>
          </p:nvPr>
        </p:nvSpPr>
        <p:spPr/>
        <p:txBody>
          <a:bodyPr/>
          <a:lstStyle/>
          <a:p>
            <a:fld id="{1597D6B3-27A1-4AFC-9DFA-E99013D84442}" type="slidenum">
              <a:rPr lang="da-DK" smtClean="0"/>
              <a:t>35</a:t>
            </a:fld>
            <a:endParaRPr lang="da-DK"/>
          </a:p>
        </p:txBody>
      </p:sp>
    </p:spTree>
    <p:extLst>
      <p:ext uri="{BB962C8B-B14F-4D97-AF65-F5344CB8AC3E}">
        <p14:creationId xmlns:p14="http://schemas.microsoft.com/office/powerpoint/2010/main" val="1895505208"/>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9.pn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10.pn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11.png"/><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elslide ver. 1">
    <p:spTree>
      <p:nvGrpSpPr>
        <p:cNvPr id="1" name=""/>
        <p:cNvGrpSpPr/>
        <p:nvPr/>
      </p:nvGrpSpPr>
      <p:grpSpPr>
        <a:xfrm>
          <a:off x="0" y="0"/>
          <a:ext cx="0" cy="0"/>
          <a:chOff x="0" y="0"/>
          <a:chExt cx="0" cy="0"/>
        </a:xfrm>
      </p:grpSpPr>
      <p:pic>
        <p:nvPicPr>
          <p:cNvPr id="9" name="Billede 8"/>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el 1"/>
          <p:cNvSpPr>
            <a:spLocks noGrp="1"/>
          </p:cNvSpPr>
          <p:nvPr>
            <p:ph type="title" hasCustomPrompt="1"/>
          </p:nvPr>
        </p:nvSpPr>
        <p:spPr>
          <a:xfrm>
            <a:off x="468000" y="3140968"/>
            <a:ext cx="11232000" cy="576792"/>
          </a:xfrm>
        </p:spPr>
        <p:txBody>
          <a:bodyPr anchor="b" anchorCtr="0">
            <a:noAutofit/>
          </a:bodyPr>
          <a:lstStyle>
            <a:lvl1pPr algn="l">
              <a:lnSpc>
                <a:spcPts val="4000"/>
              </a:lnSpc>
              <a:defRPr sz="4000" cap="none" spc="23" baseline="0">
                <a:solidFill>
                  <a:schemeClr val="bg1"/>
                </a:solidFill>
              </a:defRPr>
            </a:lvl1pPr>
          </a:lstStyle>
          <a:p>
            <a:r>
              <a:rPr lang="en-GB" noProof="0" dirty="0" err="1"/>
              <a:t>Titel</a:t>
            </a:r>
            <a:endParaRPr lang="en-GB" noProof="0" dirty="0"/>
          </a:p>
        </p:txBody>
      </p:sp>
      <p:sp>
        <p:nvSpPr>
          <p:cNvPr id="5" name="Pladsholder til tekst 4"/>
          <p:cNvSpPr>
            <a:spLocks noGrp="1"/>
          </p:cNvSpPr>
          <p:nvPr>
            <p:ph type="body" sz="quarter" idx="17" hasCustomPrompt="1"/>
          </p:nvPr>
        </p:nvSpPr>
        <p:spPr>
          <a:xfrm>
            <a:off x="468000" y="3841444"/>
            <a:ext cx="11232000" cy="361936"/>
          </a:xfrm>
        </p:spPr>
        <p:txBody>
          <a:bodyPr>
            <a:noAutofit/>
          </a:bodyPr>
          <a:lstStyle>
            <a:lvl1pPr marL="0" indent="0" algn="l">
              <a:lnSpc>
                <a:spcPts val="2400"/>
              </a:lnSpc>
              <a:spcBef>
                <a:spcPts val="0"/>
              </a:spcBef>
              <a:buNone/>
              <a:defRPr sz="2200" b="0" cap="none" baseline="0">
                <a:solidFill>
                  <a:schemeClr val="bg1"/>
                </a:solidFill>
                <a:latin typeface="+mj-lt"/>
              </a:defRPr>
            </a:lvl1pPr>
          </a:lstStyle>
          <a:p>
            <a:pPr lvl="0"/>
            <a:r>
              <a:rPr lang="en-GB" noProof="0" dirty="0" err="1"/>
              <a:t>Undertitel</a:t>
            </a:r>
            <a:endParaRPr lang="en-GB" noProof="0" dirty="0"/>
          </a:p>
        </p:txBody>
      </p:sp>
      <p:sp>
        <p:nvSpPr>
          <p:cNvPr id="10" name="Pladsholder til tekst 9"/>
          <p:cNvSpPr>
            <a:spLocks noGrp="1"/>
          </p:cNvSpPr>
          <p:nvPr>
            <p:ph type="body" sz="quarter" idx="18" hasCustomPrompt="1"/>
          </p:nvPr>
        </p:nvSpPr>
        <p:spPr>
          <a:xfrm>
            <a:off x="468312" y="404813"/>
            <a:ext cx="3600000" cy="252000"/>
          </a:xfrm>
        </p:spPr>
        <p:txBody>
          <a:bodyPr/>
          <a:lstStyle>
            <a:lvl1pPr marL="0" indent="0">
              <a:lnSpc>
                <a:spcPct val="100000"/>
              </a:lnSpc>
              <a:buNone/>
              <a:defRPr sz="1200" b="1">
                <a:solidFill>
                  <a:schemeClr val="bg1"/>
                </a:solidFill>
              </a:defRPr>
            </a:lvl1pPr>
          </a:lstStyle>
          <a:p>
            <a:pPr lvl="0"/>
            <a:r>
              <a:rPr lang="en-GB" noProof="0" dirty="0" err="1"/>
              <a:t>Indsæt</a:t>
            </a:r>
            <a:r>
              <a:rPr lang="en-GB" noProof="0" dirty="0"/>
              <a:t> </a:t>
            </a:r>
            <a:r>
              <a:rPr lang="en-GB" noProof="0" dirty="0" err="1"/>
              <a:t>navn</a:t>
            </a:r>
            <a:r>
              <a:rPr lang="en-GB" noProof="0" dirty="0"/>
              <a:t>, </a:t>
            </a:r>
            <a:r>
              <a:rPr lang="en-GB" noProof="0" dirty="0" err="1"/>
              <a:t>uddannelse</a:t>
            </a:r>
            <a:r>
              <a:rPr lang="en-GB" noProof="0" dirty="0"/>
              <a:t> </a:t>
            </a:r>
            <a:r>
              <a:rPr lang="en-GB" noProof="0" dirty="0" err="1"/>
              <a:t>eller</a:t>
            </a:r>
            <a:r>
              <a:rPr lang="en-GB" noProof="0" dirty="0"/>
              <a:t> </a:t>
            </a:r>
            <a:r>
              <a:rPr lang="en-GB" noProof="0" dirty="0" err="1"/>
              <a:t>kontekst</a:t>
            </a:r>
            <a:endParaRPr lang="en-GB" noProof="0" dirty="0"/>
          </a:p>
        </p:txBody>
      </p:sp>
      <p:pic>
        <p:nvPicPr>
          <p:cNvPr id="12" name="Billede 11"/>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468000" y="6012000"/>
            <a:ext cx="2340000" cy="360000"/>
          </a:xfrm>
          <a:prstGeom prst="rect">
            <a:avLst/>
          </a:prstGeom>
        </p:spPr>
      </p:pic>
    </p:spTree>
    <p:extLst>
      <p:ext uri="{BB962C8B-B14F-4D97-AF65-F5344CB8AC3E}">
        <p14:creationId xmlns:p14="http://schemas.microsoft.com/office/powerpoint/2010/main" val="126075252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itelslide ver. 2">
    <p:spTree>
      <p:nvGrpSpPr>
        <p:cNvPr id="1" name=""/>
        <p:cNvGrpSpPr/>
        <p:nvPr/>
      </p:nvGrpSpPr>
      <p:grpSpPr>
        <a:xfrm>
          <a:off x="0" y="0"/>
          <a:ext cx="0" cy="0"/>
          <a:chOff x="0" y="0"/>
          <a:chExt cx="0" cy="0"/>
        </a:xfrm>
      </p:grpSpPr>
      <p:pic>
        <p:nvPicPr>
          <p:cNvPr id="9" name="Billede 8"/>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el 1"/>
          <p:cNvSpPr>
            <a:spLocks noGrp="1"/>
          </p:cNvSpPr>
          <p:nvPr>
            <p:ph type="title" hasCustomPrompt="1"/>
          </p:nvPr>
        </p:nvSpPr>
        <p:spPr>
          <a:xfrm>
            <a:off x="468000" y="3140968"/>
            <a:ext cx="11232000" cy="576792"/>
          </a:xfrm>
        </p:spPr>
        <p:txBody>
          <a:bodyPr anchor="b" anchorCtr="0">
            <a:noAutofit/>
          </a:bodyPr>
          <a:lstStyle>
            <a:lvl1pPr algn="l">
              <a:lnSpc>
                <a:spcPts val="4000"/>
              </a:lnSpc>
              <a:defRPr sz="4000" cap="none" spc="23" baseline="0">
                <a:solidFill>
                  <a:schemeClr val="bg1"/>
                </a:solidFill>
              </a:defRPr>
            </a:lvl1pPr>
          </a:lstStyle>
          <a:p>
            <a:r>
              <a:rPr lang="da-DK" noProof="0" dirty="0"/>
              <a:t>Titel</a:t>
            </a:r>
          </a:p>
        </p:txBody>
      </p:sp>
      <p:sp>
        <p:nvSpPr>
          <p:cNvPr id="5" name="Pladsholder til tekst 4"/>
          <p:cNvSpPr>
            <a:spLocks noGrp="1"/>
          </p:cNvSpPr>
          <p:nvPr>
            <p:ph type="body" sz="quarter" idx="17" hasCustomPrompt="1"/>
          </p:nvPr>
        </p:nvSpPr>
        <p:spPr>
          <a:xfrm>
            <a:off x="468000" y="3841444"/>
            <a:ext cx="11232000" cy="361936"/>
          </a:xfrm>
        </p:spPr>
        <p:txBody>
          <a:bodyPr>
            <a:noAutofit/>
          </a:bodyPr>
          <a:lstStyle>
            <a:lvl1pPr marL="0" indent="0" algn="l">
              <a:lnSpc>
                <a:spcPts val="2400"/>
              </a:lnSpc>
              <a:spcBef>
                <a:spcPts val="0"/>
              </a:spcBef>
              <a:buNone/>
              <a:defRPr sz="2200" b="0" cap="none" baseline="0">
                <a:solidFill>
                  <a:schemeClr val="bg1"/>
                </a:solidFill>
                <a:latin typeface="+mj-lt"/>
              </a:defRPr>
            </a:lvl1pPr>
          </a:lstStyle>
          <a:p>
            <a:pPr lvl="0"/>
            <a:r>
              <a:rPr lang="da-DK" noProof="0" dirty="0"/>
              <a:t>Undertitel</a:t>
            </a:r>
          </a:p>
        </p:txBody>
      </p:sp>
      <p:sp>
        <p:nvSpPr>
          <p:cNvPr id="10" name="Pladsholder til tekst 9"/>
          <p:cNvSpPr>
            <a:spLocks noGrp="1"/>
          </p:cNvSpPr>
          <p:nvPr>
            <p:ph type="body" sz="quarter" idx="18" hasCustomPrompt="1"/>
          </p:nvPr>
        </p:nvSpPr>
        <p:spPr>
          <a:xfrm>
            <a:off x="468312" y="404813"/>
            <a:ext cx="3600000" cy="252000"/>
          </a:xfrm>
        </p:spPr>
        <p:txBody>
          <a:bodyPr/>
          <a:lstStyle>
            <a:lvl1pPr marL="0" indent="0">
              <a:lnSpc>
                <a:spcPct val="100000"/>
              </a:lnSpc>
              <a:buNone/>
              <a:defRPr sz="1200" b="1">
                <a:solidFill>
                  <a:schemeClr val="bg1"/>
                </a:solidFill>
              </a:defRPr>
            </a:lvl1pPr>
          </a:lstStyle>
          <a:p>
            <a:pPr lvl="0"/>
            <a:r>
              <a:rPr lang="en-GB" noProof="0" dirty="0" err="1"/>
              <a:t>Indsæt</a:t>
            </a:r>
            <a:r>
              <a:rPr lang="en-GB" noProof="0" dirty="0"/>
              <a:t> </a:t>
            </a:r>
            <a:r>
              <a:rPr lang="en-GB" noProof="0" dirty="0" err="1"/>
              <a:t>navn</a:t>
            </a:r>
            <a:r>
              <a:rPr lang="en-GB" noProof="0" dirty="0"/>
              <a:t>, </a:t>
            </a:r>
            <a:r>
              <a:rPr lang="en-GB" noProof="0" dirty="0" err="1"/>
              <a:t>uddannelse</a:t>
            </a:r>
            <a:r>
              <a:rPr lang="en-GB" noProof="0" dirty="0"/>
              <a:t> </a:t>
            </a:r>
            <a:r>
              <a:rPr lang="en-GB" noProof="0" dirty="0" err="1"/>
              <a:t>eller</a:t>
            </a:r>
            <a:r>
              <a:rPr lang="en-GB" noProof="0" dirty="0"/>
              <a:t> </a:t>
            </a:r>
            <a:r>
              <a:rPr lang="en-GB" noProof="0" dirty="0" err="1"/>
              <a:t>kontekst</a:t>
            </a:r>
            <a:endParaRPr lang="en-GB" noProof="0" dirty="0"/>
          </a:p>
        </p:txBody>
      </p:sp>
      <p:pic>
        <p:nvPicPr>
          <p:cNvPr id="13" name="Billede 12"/>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468000" y="6012000"/>
            <a:ext cx="2340000" cy="360000"/>
          </a:xfrm>
          <a:prstGeom prst="rect">
            <a:avLst/>
          </a:prstGeom>
        </p:spPr>
      </p:pic>
    </p:spTree>
    <p:extLst>
      <p:ext uri="{BB962C8B-B14F-4D97-AF65-F5344CB8AC3E}">
        <p14:creationId xmlns:p14="http://schemas.microsoft.com/office/powerpoint/2010/main" val="22528040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Titelslide ver. 3">
    <p:spTree>
      <p:nvGrpSpPr>
        <p:cNvPr id="1" name=""/>
        <p:cNvGrpSpPr/>
        <p:nvPr/>
      </p:nvGrpSpPr>
      <p:grpSpPr>
        <a:xfrm>
          <a:off x="0" y="0"/>
          <a:ext cx="0" cy="0"/>
          <a:chOff x="0" y="0"/>
          <a:chExt cx="0" cy="0"/>
        </a:xfrm>
      </p:grpSpPr>
      <p:pic>
        <p:nvPicPr>
          <p:cNvPr id="3" name="Billede 2"/>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el 1"/>
          <p:cNvSpPr>
            <a:spLocks noGrp="1"/>
          </p:cNvSpPr>
          <p:nvPr>
            <p:ph type="title" hasCustomPrompt="1"/>
          </p:nvPr>
        </p:nvSpPr>
        <p:spPr>
          <a:xfrm>
            <a:off x="468000" y="3140968"/>
            <a:ext cx="11232000" cy="576792"/>
          </a:xfrm>
        </p:spPr>
        <p:txBody>
          <a:bodyPr anchor="b" anchorCtr="0">
            <a:noAutofit/>
          </a:bodyPr>
          <a:lstStyle>
            <a:lvl1pPr algn="l">
              <a:lnSpc>
                <a:spcPts val="4000"/>
              </a:lnSpc>
              <a:defRPr sz="4000" cap="none" spc="23" baseline="0">
                <a:solidFill>
                  <a:schemeClr val="bg1"/>
                </a:solidFill>
              </a:defRPr>
            </a:lvl1pPr>
          </a:lstStyle>
          <a:p>
            <a:r>
              <a:rPr lang="en-GB" noProof="0" dirty="0" err="1"/>
              <a:t>Titel</a:t>
            </a:r>
            <a:endParaRPr lang="en-GB" noProof="0" dirty="0"/>
          </a:p>
        </p:txBody>
      </p:sp>
      <p:sp>
        <p:nvSpPr>
          <p:cNvPr id="5" name="Pladsholder til tekst 4"/>
          <p:cNvSpPr>
            <a:spLocks noGrp="1"/>
          </p:cNvSpPr>
          <p:nvPr>
            <p:ph type="body" sz="quarter" idx="17" hasCustomPrompt="1"/>
          </p:nvPr>
        </p:nvSpPr>
        <p:spPr>
          <a:xfrm>
            <a:off x="468000" y="3841444"/>
            <a:ext cx="11232000" cy="361936"/>
          </a:xfrm>
        </p:spPr>
        <p:txBody>
          <a:bodyPr>
            <a:noAutofit/>
          </a:bodyPr>
          <a:lstStyle>
            <a:lvl1pPr marL="0" indent="0" algn="l">
              <a:lnSpc>
                <a:spcPts val="2400"/>
              </a:lnSpc>
              <a:spcBef>
                <a:spcPts val="0"/>
              </a:spcBef>
              <a:buNone/>
              <a:defRPr sz="2200" b="0" cap="none" baseline="0">
                <a:solidFill>
                  <a:schemeClr val="bg1"/>
                </a:solidFill>
                <a:latin typeface="+mj-lt"/>
              </a:defRPr>
            </a:lvl1pPr>
          </a:lstStyle>
          <a:p>
            <a:pPr lvl="0"/>
            <a:r>
              <a:rPr lang="en-GB" noProof="0" dirty="0" err="1"/>
              <a:t>Undertitel</a:t>
            </a:r>
            <a:endParaRPr lang="en-GB" noProof="0" dirty="0"/>
          </a:p>
        </p:txBody>
      </p:sp>
      <p:sp>
        <p:nvSpPr>
          <p:cNvPr id="10" name="Pladsholder til tekst 9"/>
          <p:cNvSpPr>
            <a:spLocks noGrp="1"/>
          </p:cNvSpPr>
          <p:nvPr>
            <p:ph type="body" sz="quarter" idx="18" hasCustomPrompt="1"/>
          </p:nvPr>
        </p:nvSpPr>
        <p:spPr>
          <a:xfrm>
            <a:off x="468312" y="404813"/>
            <a:ext cx="3600000" cy="252000"/>
          </a:xfrm>
        </p:spPr>
        <p:txBody>
          <a:bodyPr/>
          <a:lstStyle>
            <a:lvl1pPr marL="0" indent="0">
              <a:lnSpc>
                <a:spcPct val="100000"/>
              </a:lnSpc>
              <a:buNone/>
              <a:defRPr sz="1200" b="1">
                <a:solidFill>
                  <a:schemeClr val="bg1"/>
                </a:solidFill>
              </a:defRPr>
            </a:lvl1pPr>
          </a:lstStyle>
          <a:p>
            <a:pPr lvl="0"/>
            <a:r>
              <a:rPr lang="en-GB" noProof="0" dirty="0" err="1"/>
              <a:t>Indsæt</a:t>
            </a:r>
            <a:r>
              <a:rPr lang="en-GB" noProof="0" dirty="0"/>
              <a:t> </a:t>
            </a:r>
            <a:r>
              <a:rPr lang="en-GB" noProof="0" dirty="0" err="1"/>
              <a:t>navn</a:t>
            </a:r>
            <a:r>
              <a:rPr lang="en-GB" noProof="0" dirty="0"/>
              <a:t>, </a:t>
            </a:r>
            <a:r>
              <a:rPr lang="en-GB" noProof="0" dirty="0" err="1"/>
              <a:t>uddannelse</a:t>
            </a:r>
            <a:r>
              <a:rPr lang="en-GB" noProof="0" dirty="0"/>
              <a:t> </a:t>
            </a:r>
            <a:r>
              <a:rPr lang="en-GB" noProof="0" dirty="0" err="1"/>
              <a:t>eller</a:t>
            </a:r>
            <a:r>
              <a:rPr lang="en-GB" noProof="0" dirty="0"/>
              <a:t> </a:t>
            </a:r>
            <a:r>
              <a:rPr lang="en-GB" noProof="0" dirty="0" err="1"/>
              <a:t>kontekst</a:t>
            </a:r>
            <a:endParaRPr lang="en-GB" noProof="0" dirty="0"/>
          </a:p>
        </p:txBody>
      </p:sp>
      <p:pic>
        <p:nvPicPr>
          <p:cNvPr id="9" name="Billede 8"/>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468000" y="6012000"/>
            <a:ext cx="2340000" cy="360000"/>
          </a:xfrm>
          <a:prstGeom prst="rect">
            <a:avLst/>
          </a:prstGeom>
        </p:spPr>
      </p:pic>
    </p:spTree>
    <p:extLst>
      <p:ext uri="{BB962C8B-B14F-4D97-AF65-F5344CB8AC3E}">
        <p14:creationId xmlns:p14="http://schemas.microsoft.com/office/powerpoint/2010/main" val="388198165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Titelslide ver. 4">
    <p:spTree>
      <p:nvGrpSpPr>
        <p:cNvPr id="1" name=""/>
        <p:cNvGrpSpPr/>
        <p:nvPr/>
      </p:nvGrpSpPr>
      <p:grpSpPr>
        <a:xfrm>
          <a:off x="0" y="0"/>
          <a:ext cx="0" cy="0"/>
          <a:chOff x="0" y="0"/>
          <a:chExt cx="0" cy="0"/>
        </a:xfrm>
      </p:grpSpPr>
      <p:pic>
        <p:nvPicPr>
          <p:cNvPr id="4" name="Billede 3"/>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el 1"/>
          <p:cNvSpPr>
            <a:spLocks noGrp="1"/>
          </p:cNvSpPr>
          <p:nvPr>
            <p:ph type="title" hasCustomPrompt="1"/>
          </p:nvPr>
        </p:nvSpPr>
        <p:spPr>
          <a:xfrm>
            <a:off x="468000" y="3140968"/>
            <a:ext cx="11232000" cy="576792"/>
          </a:xfrm>
        </p:spPr>
        <p:txBody>
          <a:bodyPr anchor="b" anchorCtr="0">
            <a:noAutofit/>
          </a:bodyPr>
          <a:lstStyle>
            <a:lvl1pPr algn="l">
              <a:lnSpc>
                <a:spcPts val="4000"/>
              </a:lnSpc>
              <a:defRPr sz="4000" cap="none" spc="23" baseline="0">
                <a:solidFill>
                  <a:schemeClr val="bg1"/>
                </a:solidFill>
              </a:defRPr>
            </a:lvl1pPr>
          </a:lstStyle>
          <a:p>
            <a:r>
              <a:rPr lang="en-GB" noProof="0" dirty="0" err="1"/>
              <a:t>Titel</a:t>
            </a:r>
            <a:endParaRPr lang="en-GB" noProof="0" dirty="0"/>
          </a:p>
        </p:txBody>
      </p:sp>
      <p:sp>
        <p:nvSpPr>
          <p:cNvPr id="5" name="Pladsholder til tekst 4"/>
          <p:cNvSpPr>
            <a:spLocks noGrp="1"/>
          </p:cNvSpPr>
          <p:nvPr>
            <p:ph type="body" sz="quarter" idx="17" hasCustomPrompt="1"/>
          </p:nvPr>
        </p:nvSpPr>
        <p:spPr>
          <a:xfrm>
            <a:off x="468000" y="3841444"/>
            <a:ext cx="11232000" cy="361936"/>
          </a:xfrm>
        </p:spPr>
        <p:txBody>
          <a:bodyPr>
            <a:noAutofit/>
          </a:bodyPr>
          <a:lstStyle>
            <a:lvl1pPr marL="0" indent="0" algn="l">
              <a:lnSpc>
                <a:spcPts val="2400"/>
              </a:lnSpc>
              <a:spcBef>
                <a:spcPts val="0"/>
              </a:spcBef>
              <a:buNone/>
              <a:defRPr sz="2200" b="0" cap="none" baseline="0">
                <a:solidFill>
                  <a:schemeClr val="bg1"/>
                </a:solidFill>
                <a:latin typeface="+mj-lt"/>
              </a:defRPr>
            </a:lvl1pPr>
          </a:lstStyle>
          <a:p>
            <a:pPr lvl="0"/>
            <a:r>
              <a:rPr lang="en-GB" noProof="0" dirty="0" err="1"/>
              <a:t>Undertitel</a:t>
            </a:r>
            <a:endParaRPr lang="en-GB" noProof="0" dirty="0"/>
          </a:p>
        </p:txBody>
      </p:sp>
      <p:sp>
        <p:nvSpPr>
          <p:cNvPr id="10" name="Pladsholder til tekst 9"/>
          <p:cNvSpPr>
            <a:spLocks noGrp="1"/>
          </p:cNvSpPr>
          <p:nvPr>
            <p:ph type="body" sz="quarter" idx="18" hasCustomPrompt="1"/>
          </p:nvPr>
        </p:nvSpPr>
        <p:spPr>
          <a:xfrm>
            <a:off x="468312" y="404813"/>
            <a:ext cx="3600000" cy="252000"/>
          </a:xfrm>
        </p:spPr>
        <p:txBody>
          <a:bodyPr/>
          <a:lstStyle>
            <a:lvl1pPr marL="0" indent="0">
              <a:lnSpc>
                <a:spcPct val="100000"/>
              </a:lnSpc>
              <a:buNone/>
              <a:defRPr sz="1200" b="1">
                <a:solidFill>
                  <a:schemeClr val="bg1"/>
                </a:solidFill>
              </a:defRPr>
            </a:lvl1pPr>
          </a:lstStyle>
          <a:p>
            <a:pPr lvl="0"/>
            <a:r>
              <a:rPr lang="en-GB" noProof="0" dirty="0" err="1"/>
              <a:t>Indsæt</a:t>
            </a:r>
            <a:r>
              <a:rPr lang="en-GB" noProof="0" dirty="0"/>
              <a:t> </a:t>
            </a:r>
            <a:r>
              <a:rPr lang="en-GB" noProof="0" dirty="0" err="1"/>
              <a:t>navn</a:t>
            </a:r>
            <a:r>
              <a:rPr lang="en-GB" noProof="0" dirty="0"/>
              <a:t>, </a:t>
            </a:r>
            <a:r>
              <a:rPr lang="en-GB" noProof="0" dirty="0" err="1"/>
              <a:t>uddannelse</a:t>
            </a:r>
            <a:r>
              <a:rPr lang="en-GB" noProof="0" dirty="0"/>
              <a:t> </a:t>
            </a:r>
            <a:r>
              <a:rPr lang="en-GB" noProof="0" dirty="0" err="1"/>
              <a:t>eller</a:t>
            </a:r>
            <a:r>
              <a:rPr lang="en-GB" noProof="0" dirty="0"/>
              <a:t> </a:t>
            </a:r>
            <a:r>
              <a:rPr lang="en-GB" noProof="0" dirty="0" err="1"/>
              <a:t>kontekst</a:t>
            </a:r>
            <a:endParaRPr lang="en-GB" noProof="0" dirty="0"/>
          </a:p>
        </p:txBody>
      </p:sp>
      <p:pic>
        <p:nvPicPr>
          <p:cNvPr id="9" name="Billede 8"/>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468000" y="6012000"/>
            <a:ext cx="2340000" cy="360000"/>
          </a:xfrm>
          <a:prstGeom prst="rect">
            <a:avLst/>
          </a:prstGeom>
        </p:spPr>
      </p:pic>
    </p:spTree>
    <p:extLst>
      <p:ext uri="{BB962C8B-B14F-4D97-AF65-F5344CB8AC3E}">
        <p14:creationId xmlns:p14="http://schemas.microsoft.com/office/powerpoint/2010/main" val="31112718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Titel og indholdsobjekt">
    <p:spTree>
      <p:nvGrpSpPr>
        <p:cNvPr id="1" name=""/>
        <p:cNvGrpSpPr/>
        <p:nvPr/>
      </p:nvGrpSpPr>
      <p:grpSpPr>
        <a:xfrm>
          <a:off x="0" y="0"/>
          <a:ext cx="0" cy="0"/>
          <a:chOff x="0" y="0"/>
          <a:chExt cx="0" cy="0"/>
        </a:xfrm>
      </p:grpSpPr>
      <p:sp>
        <p:nvSpPr>
          <p:cNvPr id="5" name="Pladsholder til slidenummer 4"/>
          <p:cNvSpPr>
            <a:spLocks noGrp="1"/>
          </p:cNvSpPr>
          <p:nvPr>
            <p:ph type="sldNum" sz="quarter" idx="12"/>
          </p:nvPr>
        </p:nvSpPr>
        <p:spPr/>
        <p:txBody>
          <a:bodyPr/>
          <a:lstStyle/>
          <a:p>
            <a:fld id="{20EB7ABC-56F9-4FEF-9CF0-E2D14234E329}" type="slidenum">
              <a:rPr lang="da-DK" noProof="0" smtClean="0"/>
              <a:pPr/>
              <a:t>‹nr.›</a:t>
            </a:fld>
            <a:endParaRPr lang="da-DK" noProof="0" dirty="0"/>
          </a:p>
        </p:txBody>
      </p:sp>
      <p:sp>
        <p:nvSpPr>
          <p:cNvPr id="9" name="Titel 1"/>
          <p:cNvSpPr>
            <a:spLocks noGrp="1"/>
          </p:cNvSpPr>
          <p:nvPr>
            <p:ph type="title" hasCustomPrompt="1"/>
          </p:nvPr>
        </p:nvSpPr>
        <p:spPr>
          <a:xfrm>
            <a:off x="468000" y="756000"/>
            <a:ext cx="11232000" cy="468000"/>
          </a:xfrm>
        </p:spPr>
        <p:txBody>
          <a:bodyPr/>
          <a:lstStyle>
            <a:lvl1pPr>
              <a:defRPr/>
            </a:lvl1pPr>
          </a:lstStyle>
          <a:p>
            <a:r>
              <a:rPr lang="da-DK" noProof="0" dirty="0"/>
              <a:t>Overskrift</a:t>
            </a:r>
          </a:p>
        </p:txBody>
      </p:sp>
      <p:sp>
        <p:nvSpPr>
          <p:cNvPr id="10" name="Pladsholder til tekst 3"/>
          <p:cNvSpPr>
            <a:spLocks noGrp="1"/>
          </p:cNvSpPr>
          <p:nvPr>
            <p:ph type="body" sz="quarter" idx="13" hasCustomPrompt="1"/>
          </p:nvPr>
        </p:nvSpPr>
        <p:spPr>
          <a:xfrm>
            <a:off x="480485" y="1548000"/>
            <a:ext cx="11231033" cy="3960000"/>
          </a:xfrm>
        </p:spPr>
        <p:txBody>
          <a:bodyPr/>
          <a:lstStyle>
            <a:lvl1pPr>
              <a:lnSpc>
                <a:spcPct val="100000"/>
              </a:lnSpc>
              <a:defRPr sz="2800"/>
            </a:lvl1pPr>
            <a:lvl2pPr>
              <a:lnSpc>
                <a:spcPct val="100000"/>
              </a:lnSpc>
              <a:defRPr sz="2400"/>
            </a:lvl2pPr>
            <a:lvl3pPr>
              <a:lnSpc>
                <a:spcPct val="100000"/>
              </a:lnSpc>
              <a:spcAft>
                <a:spcPts val="200"/>
              </a:spcAft>
              <a:defRPr sz="2000"/>
            </a:lvl3pPr>
            <a:lvl4pPr>
              <a:lnSpc>
                <a:spcPct val="100000"/>
              </a:lnSpc>
              <a:spcAft>
                <a:spcPts val="200"/>
              </a:spcAft>
              <a:defRPr sz="1800"/>
            </a:lvl4pPr>
            <a:lvl5pPr>
              <a:lnSpc>
                <a:spcPct val="100000"/>
              </a:lnSpc>
              <a:spcAft>
                <a:spcPts val="200"/>
              </a:spcAft>
              <a:defRPr sz="1600"/>
            </a:lvl5pPr>
          </a:lstStyle>
          <a:p>
            <a:pPr lvl="0"/>
            <a:r>
              <a:rPr lang="da-DK" noProof="0" dirty="0"/>
              <a:t>Tekst</a:t>
            </a:r>
          </a:p>
          <a:p>
            <a:pPr lvl="1"/>
            <a:r>
              <a:rPr lang="da-DK" noProof="0" dirty="0"/>
              <a:t>Tekst</a:t>
            </a:r>
          </a:p>
          <a:p>
            <a:pPr lvl="2"/>
            <a:r>
              <a:rPr lang="da-DK" noProof="0" dirty="0"/>
              <a:t>Tekst</a:t>
            </a:r>
          </a:p>
          <a:p>
            <a:pPr lvl="3"/>
            <a:r>
              <a:rPr lang="da-DK" noProof="0" dirty="0"/>
              <a:t>Tekst</a:t>
            </a:r>
          </a:p>
          <a:p>
            <a:pPr lvl="4"/>
            <a:r>
              <a:rPr lang="da-DK" noProof="0" dirty="0"/>
              <a:t>Tekst</a:t>
            </a:r>
          </a:p>
        </p:txBody>
      </p:sp>
      <p:sp>
        <p:nvSpPr>
          <p:cNvPr id="2" name="Pladsholder til dato 1"/>
          <p:cNvSpPr>
            <a:spLocks noGrp="1"/>
          </p:cNvSpPr>
          <p:nvPr>
            <p:ph type="dt" sz="half" idx="14"/>
          </p:nvPr>
        </p:nvSpPr>
        <p:spPr/>
        <p:txBody>
          <a:bodyPr/>
          <a:lstStyle/>
          <a:p>
            <a:fld id="{1355A041-B03D-48BC-BC28-9378ED6A4301}" type="datetime1">
              <a:rPr lang="da-DK" noProof="0" smtClean="0"/>
              <a:t>08-02-2021</a:t>
            </a:fld>
            <a:endParaRPr lang="da-DK" noProof="0" dirty="0"/>
          </a:p>
        </p:txBody>
      </p:sp>
    </p:spTree>
    <p:extLst>
      <p:ext uri="{BB962C8B-B14F-4D97-AF65-F5344CB8AC3E}">
        <p14:creationId xmlns:p14="http://schemas.microsoft.com/office/powerpoint/2010/main" val="214484801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To indholdsobjekter">
    <p:spTree>
      <p:nvGrpSpPr>
        <p:cNvPr id="1" name=""/>
        <p:cNvGrpSpPr/>
        <p:nvPr/>
      </p:nvGrpSpPr>
      <p:grpSpPr>
        <a:xfrm>
          <a:off x="0" y="0"/>
          <a:ext cx="0" cy="0"/>
          <a:chOff x="0" y="0"/>
          <a:chExt cx="0" cy="0"/>
        </a:xfrm>
      </p:grpSpPr>
      <p:sp>
        <p:nvSpPr>
          <p:cNvPr id="8" name="Pladsholder til indhold 7"/>
          <p:cNvSpPr>
            <a:spLocks noGrp="1"/>
          </p:cNvSpPr>
          <p:nvPr>
            <p:ph sz="quarter" idx="18" hasCustomPrompt="1"/>
          </p:nvPr>
        </p:nvSpPr>
        <p:spPr>
          <a:xfrm>
            <a:off x="8124000" y="0"/>
            <a:ext cx="4068000" cy="6858000"/>
          </a:xfrm>
        </p:spPr>
        <p:txBody>
          <a:bodyPr/>
          <a:lstStyle>
            <a:lvl1pPr marL="0" indent="0">
              <a:lnSpc>
                <a:spcPts val="2400"/>
              </a:lnSpc>
              <a:buNone/>
              <a:defRPr sz="2000"/>
            </a:lvl1pPr>
          </a:lstStyle>
          <a:p>
            <a:pPr lvl="0"/>
            <a:r>
              <a:rPr lang="da-DK" noProof="0" dirty="0"/>
              <a:t>Indsæt element</a:t>
            </a:r>
          </a:p>
        </p:txBody>
      </p:sp>
      <p:sp>
        <p:nvSpPr>
          <p:cNvPr id="5" name="Pladsholder til slidenummer 4"/>
          <p:cNvSpPr>
            <a:spLocks noGrp="1"/>
          </p:cNvSpPr>
          <p:nvPr>
            <p:ph type="sldNum" sz="quarter" idx="12"/>
          </p:nvPr>
        </p:nvSpPr>
        <p:spPr/>
        <p:txBody>
          <a:bodyPr/>
          <a:lstStyle/>
          <a:p>
            <a:fld id="{20EB7ABC-56F9-4FEF-9CF0-E2D14234E329}" type="slidenum">
              <a:rPr lang="da-DK" noProof="0" smtClean="0"/>
              <a:pPr/>
              <a:t>‹nr.›</a:t>
            </a:fld>
            <a:endParaRPr lang="da-DK" noProof="0" dirty="0"/>
          </a:p>
        </p:txBody>
      </p:sp>
      <p:sp>
        <p:nvSpPr>
          <p:cNvPr id="9" name="Titel 1"/>
          <p:cNvSpPr>
            <a:spLocks noGrp="1"/>
          </p:cNvSpPr>
          <p:nvPr>
            <p:ph type="title" hasCustomPrompt="1"/>
          </p:nvPr>
        </p:nvSpPr>
        <p:spPr>
          <a:xfrm>
            <a:off x="467999" y="756000"/>
            <a:ext cx="7200000" cy="1016816"/>
          </a:xfrm>
        </p:spPr>
        <p:txBody>
          <a:bodyPr/>
          <a:lstStyle>
            <a:lvl1pPr>
              <a:defRPr baseline="0"/>
            </a:lvl1pPr>
          </a:lstStyle>
          <a:p>
            <a:r>
              <a:rPr lang="da-DK" noProof="0" dirty="0"/>
              <a:t>Overskrift (2 linjer)</a:t>
            </a:r>
          </a:p>
        </p:txBody>
      </p:sp>
      <p:sp>
        <p:nvSpPr>
          <p:cNvPr id="6" name="Pladsholder til tekst 5"/>
          <p:cNvSpPr>
            <a:spLocks noGrp="1"/>
          </p:cNvSpPr>
          <p:nvPr>
            <p:ph type="body" sz="quarter" idx="17" hasCustomPrompt="1"/>
          </p:nvPr>
        </p:nvSpPr>
        <p:spPr>
          <a:xfrm>
            <a:off x="467998" y="1916832"/>
            <a:ext cx="7200000" cy="3591168"/>
          </a:xfrm>
        </p:spPr>
        <p:txBody>
          <a:bodyPr/>
          <a:lstStyle>
            <a:lvl1pPr marL="0" indent="0">
              <a:lnSpc>
                <a:spcPts val="2400"/>
              </a:lnSpc>
              <a:buNone/>
              <a:defRPr sz="2800"/>
            </a:lvl1pPr>
          </a:lstStyle>
          <a:p>
            <a:pPr lvl="0"/>
            <a:r>
              <a:rPr lang="da-DK" noProof="0" dirty="0"/>
              <a:t>Tekst</a:t>
            </a:r>
          </a:p>
        </p:txBody>
      </p:sp>
      <p:sp>
        <p:nvSpPr>
          <p:cNvPr id="15" name="Pladsholder til dato 14"/>
          <p:cNvSpPr>
            <a:spLocks noGrp="1"/>
          </p:cNvSpPr>
          <p:nvPr>
            <p:ph type="dt" sz="half" idx="19"/>
          </p:nvPr>
        </p:nvSpPr>
        <p:spPr/>
        <p:txBody>
          <a:bodyPr/>
          <a:lstStyle/>
          <a:p>
            <a:fld id="{98B50CFE-C3F3-41F5-BC0F-B4A7BF7636D9}" type="datetime1">
              <a:rPr lang="da-DK" noProof="0" smtClean="0"/>
              <a:t>08-02-2021</a:t>
            </a:fld>
            <a:endParaRPr lang="da-DK" noProof="0" dirty="0"/>
          </a:p>
        </p:txBody>
      </p:sp>
    </p:spTree>
    <p:extLst>
      <p:ext uri="{BB962C8B-B14F-4D97-AF65-F5344CB8AC3E}">
        <p14:creationId xmlns:p14="http://schemas.microsoft.com/office/powerpoint/2010/main" val="234233713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Tre indholdsobjekter">
    <p:spTree>
      <p:nvGrpSpPr>
        <p:cNvPr id="1" name=""/>
        <p:cNvGrpSpPr/>
        <p:nvPr/>
      </p:nvGrpSpPr>
      <p:grpSpPr>
        <a:xfrm>
          <a:off x="0" y="0"/>
          <a:ext cx="0" cy="0"/>
          <a:chOff x="0" y="0"/>
          <a:chExt cx="0" cy="0"/>
        </a:xfrm>
      </p:grpSpPr>
      <p:sp>
        <p:nvSpPr>
          <p:cNvPr id="7" name="Pladsholder til indhold 7"/>
          <p:cNvSpPr>
            <a:spLocks noGrp="1"/>
          </p:cNvSpPr>
          <p:nvPr>
            <p:ph sz="quarter" idx="20" hasCustomPrompt="1"/>
          </p:nvPr>
        </p:nvSpPr>
        <p:spPr>
          <a:xfrm>
            <a:off x="8123730" y="3524228"/>
            <a:ext cx="4068000" cy="3330000"/>
          </a:xfrm>
        </p:spPr>
        <p:txBody>
          <a:bodyPr/>
          <a:lstStyle>
            <a:lvl1pPr marL="0" indent="0">
              <a:lnSpc>
                <a:spcPts val="2400"/>
              </a:lnSpc>
              <a:buNone/>
              <a:defRPr sz="2000"/>
            </a:lvl1pPr>
          </a:lstStyle>
          <a:p>
            <a:pPr lvl="0"/>
            <a:r>
              <a:rPr lang="da-DK" noProof="0" dirty="0"/>
              <a:t>Indsæt element</a:t>
            </a:r>
          </a:p>
        </p:txBody>
      </p:sp>
      <p:sp>
        <p:nvSpPr>
          <p:cNvPr id="8" name="Pladsholder til indhold 7"/>
          <p:cNvSpPr>
            <a:spLocks noGrp="1"/>
          </p:cNvSpPr>
          <p:nvPr>
            <p:ph sz="quarter" idx="18" hasCustomPrompt="1"/>
          </p:nvPr>
        </p:nvSpPr>
        <p:spPr>
          <a:xfrm>
            <a:off x="8124000" y="0"/>
            <a:ext cx="4068000" cy="3330000"/>
          </a:xfrm>
        </p:spPr>
        <p:txBody>
          <a:bodyPr/>
          <a:lstStyle>
            <a:lvl1pPr marL="0" indent="0">
              <a:lnSpc>
                <a:spcPts val="2400"/>
              </a:lnSpc>
              <a:buNone/>
              <a:defRPr sz="2000"/>
            </a:lvl1pPr>
          </a:lstStyle>
          <a:p>
            <a:pPr lvl="0"/>
            <a:r>
              <a:rPr lang="da-DK" noProof="0" dirty="0"/>
              <a:t>Indsæt element</a:t>
            </a:r>
          </a:p>
        </p:txBody>
      </p:sp>
      <p:sp>
        <p:nvSpPr>
          <p:cNvPr id="5" name="Pladsholder til slidenummer 4"/>
          <p:cNvSpPr>
            <a:spLocks noGrp="1"/>
          </p:cNvSpPr>
          <p:nvPr>
            <p:ph type="sldNum" sz="quarter" idx="12"/>
          </p:nvPr>
        </p:nvSpPr>
        <p:spPr/>
        <p:txBody>
          <a:bodyPr/>
          <a:lstStyle/>
          <a:p>
            <a:fld id="{20EB7ABC-56F9-4FEF-9CF0-E2D14234E329}" type="slidenum">
              <a:rPr lang="da-DK" noProof="0" smtClean="0"/>
              <a:pPr/>
              <a:t>‹nr.›</a:t>
            </a:fld>
            <a:endParaRPr lang="da-DK" noProof="0" dirty="0"/>
          </a:p>
        </p:txBody>
      </p:sp>
      <p:sp>
        <p:nvSpPr>
          <p:cNvPr id="9" name="Titel 1"/>
          <p:cNvSpPr>
            <a:spLocks noGrp="1"/>
          </p:cNvSpPr>
          <p:nvPr>
            <p:ph type="title" hasCustomPrompt="1"/>
          </p:nvPr>
        </p:nvSpPr>
        <p:spPr>
          <a:xfrm>
            <a:off x="467999" y="756000"/>
            <a:ext cx="7200000" cy="1016816"/>
          </a:xfrm>
        </p:spPr>
        <p:txBody>
          <a:bodyPr/>
          <a:lstStyle>
            <a:lvl1pPr>
              <a:defRPr baseline="0"/>
            </a:lvl1pPr>
          </a:lstStyle>
          <a:p>
            <a:r>
              <a:rPr lang="da-DK" noProof="0" dirty="0"/>
              <a:t>Overskrift (2 linjer)</a:t>
            </a:r>
          </a:p>
        </p:txBody>
      </p:sp>
      <p:sp>
        <p:nvSpPr>
          <p:cNvPr id="6" name="Pladsholder til tekst 5"/>
          <p:cNvSpPr>
            <a:spLocks noGrp="1"/>
          </p:cNvSpPr>
          <p:nvPr>
            <p:ph type="body" sz="quarter" idx="17" hasCustomPrompt="1"/>
          </p:nvPr>
        </p:nvSpPr>
        <p:spPr>
          <a:xfrm>
            <a:off x="467998" y="1916832"/>
            <a:ext cx="7200000" cy="3591168"/>
          </a:xfrm>
        </p:spPr>
        <p:txBody>
          <a:bodyPr/>
          <a:lstStyle>
            <a:lvl1pPr marL="0" indent="0">
              <a:lnSpc>
                <a:spcPts val="2400"/>
              </a:lnSpc>
              <a:buNone/>
              <a:defRPr sz="2800"/>
            </a:lvl1pPr>
          </a:lstStyle>
          <a:p>
            <a:pPr lvl="0"/>
            <a:r>
              <a:rPr lang="da-DK" noProof="0" dirty="0"/>
              <a:t>Tekst</a:t>
            </a:r>
          </a:p>
        </p:txBody>
      </p:sp>
      <p:sp>
        <p:nvSpPr>
          <p:cNvPr id="15" name="Pladsholder til dato 14"/>
          <p:cNvSpPr>
            <a:spLocks noGrp="1"/>
          </p:cNvSpPr>
          <p:nvPr>
            <p:ph type="dt" sz="half" idx="19"/>
          </p:nvPr>
        </p:nvSpPr>
        <p:spPr/>
        <p:txBody>
          <a:bodyPr/>
          <a:lstStyle/>
          <a:p>
            <a:fld id="{4F6DD8BD-B016-4AA5-8EDB-B089D0DAC8DC}" type="datetime1">
              <a:rPr lang="da-DK" noProof="0" smtClean="0"/>
              <a:t>08-02-2021</a:t>
            </a:fld>
            <a:endParaRPr lang="da-DK" noProof="0" dirty="0"/>
          </a:p>
        </p:txBody>
      </p:sp>
    </p:spTree>
    <p:extLst>
      <p:ext uri="{BB962C8B-B14F-4D97-AF65-F5344CB8AC3E}">
        <p14:creationId xmlns:p14="http://schemas.microsoft.com/office/powerpoint/2010/main" val="47442008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Sammenligning">
    <p:spTree>
      <p:nvGrpSpPr>
        <p:cNvPr id="1" name=""/>
        <p:cNvGrpSpPr/>
        <p:nvPr/>
      </p:nvGrpSpPr>
      <p:grpSpPr>
        <a:xfrm>
          <a:off x="0" y="0"/>
          <a:ext cx="0" cy="0"/>
          <a:chOff x="0" y="0"/>
          <a:chExt cx="0" cy="0"/>
        </a:xfrm>
      </p:grpSpPr>
      <p:sp>
        <p:nvSpPr>
          <p:cNvPr id="5" name="Pladsholder til slidenummer 4"/>
          <p:cNvSpPr>
            <a:spLocks noGrp="1"/>
          </p:cNvSpPr>
          <p:nvPr>
            <p:ph type="sldNum" sz="quarter" idx="12"/>
          </p:nvPr>
        </p:nvSpPr>
        <p:spPr/>
        <p:txBody>
          <a:bodyPr/>
          <a:lstStyle/>
          <a:p>
            <a:fld id="{20EB7ABC-56F9-4FEF-9CF0-E2D14234E329}" type="slidenum">
              <a:rPr lang="da-DK" noProof="0" smtClean="0"/>
              <a:pPr/>
              <a:t>‹nr.›</a:t>
            </a:fld>
            <a:endParaRPr lang="da-DK" noProof="0" dirty="0"/>
          </a:p>
        </p:txBody>
      </p:sp>
      <p:sp>
        <p:nvSpPr>
          <p:cNvPr id="9" name="Titel 1"/>
          <p:cNvSpPr>
            <a:spLocks noGrp="1"/>
          </p:cNvSpPr>
          <p:nvPr>
            <p:ph type="title" hasCustomPrompt="1"/>
          </p:nvPr>
        </p:nvSpPr>
        <p:spPr>
          <a:xfrm>
            <a:off x="468000" y="756000"/>
            <a:ext cx="11232000" cy="468000"/>
          </a:xfrm>
        </p:spPr>
        <p:txBody>
          <a:bodyPr/>
          <a:lstStyle>
            <a:lvl1pPr>
              <a:defRPr/>
            </a:lvl1pPr>
          </a:lstStyle>
          <a:p>
            <a:r>
              <a:rPr lang="da-DK" noProof="0" dirty="0"/>
              <a:t>Overskrift</a:t>
            </a:r>
          </a:p>
        </p:txBody>
      </p:sp>
      <p:sp>
        <p:nvSpPr>
          <p:cNvPr id="16" name="Pladsholder til tekst 9"/>
          <p:cNvSpPr>
            <a:spLocks noGrp="1"/>
          </p:cNvSpPr>
          <p:nvPr>
            <p:ph type="body" sz="quarter" idx="19" hasCustomPrompt="1"/>
          </p:nvPr>
        </p:nvSpPr>
        <p:spPr>
          <a:xfrm>
            <a:off x="468000" y="1548000"/>
            <a:ext cx="5457600" cy="648000"/>
          </a:xfrm>
        </p:spPr>
        <p:txBody>
          <a:bodyPr/>
          <a:lstStyle>
            <a:lvl1pPr marL="0" indent="0">
              <a:lnSpc>
                <a:spcPct val="100000"/>
              </a:lnSpc>
              <a:buNone/>
              <a:defRPr sz="2800" b="0">
                <a:solidFill>
                  <a:schemeClr val="bg2"/>
                </a:solidFill>
              </a:defRPr>
            </a:lvl1pPr>
          </a:lstStyle>
          <a:p>
            <a:pPr lvl="0"/>
            <a:r>
              <a:rPr lang="da-DK" noProof="0" dirty="0"/>
              <a:t>Tekst</a:t>
            </a:r>
          </a:p>
        </p:txBody>
      </p:sp>
      <p:sp>
        <p:nvSpPr>
          <p:cNvPr id="17" name="Pladsholder til indhold 7"/>
          <p:cNvSpPr>
            <a:spLocks noGrp="1"/>
          </p:cNvSpPr>
          <p:nvPr>
            <p:ph sz="quarter" idx="20" hasCustomPrompt="1"/>
          </p:nvPr>
        </p:nvSpPr>
        <p:spPr>
          <a:xfrm>
            <a:off x="468000" y="2196000"/>
            <a:ext cx="5457600" cy="3312256"/>
          </a:xfrm>
        </p:spPr>
        <p:txBody>
          <a:bodyPr/>
          <a:lstStyle>
            <a:lvl1pPr>
              <a:lnSpc>
                <a:spcPct val="100000"/>
              </a:lnSpc>
              <a:defRPr sz="2800"/>
            </a:lvl1pPr>
            <a:lvl2pPr>
              <a:lnSpc>
                <a:spcPts val="2400"/>
              </a:lnSpc>
              <a:defRPr sz="2000"/>
            </a:lvl2pPr>
            <a:lvl3pPr>
              <a:lnSpc>
                <a:spcPts val="2400"/>
              </a:lnSpc>
              <a:defRPr sz="2000"/>
            </a:lvl3pPr>
            <a:lvl4pPr>
              <a:lnSpc>
                <a:spcPts val="2400"/>
              </a:lnSpc>
              <a:defRPr sz="2000"/>
            </a:lvl4pPr>
            <a:lvl5pPr>
              <a:lnSpc>
                <a:spcPts val="2400"/>
              </a:lnSpc>
              <a:defRPr sz="2000"/>
            </a:lvl5pPr>
          </a:lstStyle>
          <a:p>
            <a:pPr lvl="0"/>
            <a:r>
              <a:rPr lang="da-DK" noProof="0" dirty="0"/>
              <a:t>Indsæt tekst eller element</a:t>
            </a:r>
          </a:p>
        </p:txBody>
      </p:sp>
      <p:sp>
        <p:nvSpPr>
          <p:cNvPr id="18" name="Pladsholder til indhold 7"/>
          <p:cNvSpPr>
            <a:spLocks noGrp="1"/>
          </p:cNvSpPr>
          <p:nvPr>
            <p:ph sz="quarter" idx="21" hasCustomPrompt="1"/>
          </p:nvPr>
        </p:nvSpPr>
        <p:spPr>
          <a:xfrm>
            <a:off x="6240016" y="2196000"/>
            <a:ext cx="5458159" cy="3312256"/>
          </a:xfrm>
        </p:spPr>
        <p:txBody>
          <a:bodyPr/>
          <a:lstStyle>
            <a:lvl1pPr>
              <a:lnSpc>
                <a:spcPct val="100000"/>
              </a:lnSpc>
              <a:defRPr sz="2800"/>
            </a:lvl1pPr>
            <a:lvl2pPr>
              <a:lnSpc>
                <a:spcPts val="2400"/>
              </a:lnSpc>
              <a:defRPr sz="2000"/>
            </a:lvl2pPr>
            <a:lvl3pPr>
              <a:lnSpc>
                <a:spcPts val="2400"/>
              </a:lnSpc>
              <a:defRPr sz="2000"/>
            </a:lvl3pPr>
            <a:lvl4pPr>
              <a:lnSpc>
                <a:spcPts val="2400"/>
              </a:lnSpc>
              <a:defRPr sz="2000"/>
            </a:lvl4pPr>
            <a:lvl5pPr>
              <a:lnSpc>
                <a:spcPts val="2400"/>
              </a:lnSpc>
              <a:defRPr sz="2000"/>
            </a:lvl5pPr>
          </a:lstStyle>
          <a:p>
            <a:pPr lvl="0"/>
            <a:r>
              <a:rPr lang="da-DK" noProof="0" dirty="0"/>
              <a:t>Indsæt tekst eller element</a:t>
            </a:r>
          </a:p>
        </p:txBody>
      </p:sp>
      <p:sp>
        <p:nvSpPr>
          <p:cNvPr id="21" name="Pladsholder til tekst 9"/>
          <p:cNvSpPr>
            <a:spLocks noGrp="1"/>
          </p:cNvSpPr>
          <p:nvPr>
            <p:ph type="body" sz="quarter" idx="22" hasCustomPrompt="1"/>
          </p:nvPr>
        </p:nvSpPr>
        <p:spPr>
          <a:xfrm>
            <a:off x="6240016" y="1548000"/>
            <a:ext cx="5457600" cy="648000"/>
          </a:xfrm>
        </p:spPr>
        <p:txBody>
          <a:bodyPr/>
          <a:lstStyle>
            <a:lvl1pPr marL="0" indent="0">
              <a:lnSpc>
                <a:spcPct val="100000"/>
              </a:lnSpc>
              <a:buNone/>
              <a:defRPr sz="2800" b="0">
                <a:solidFill>
                  <a:schemeClr val="bg2"/>
                </a:solidFill>
              </a:defRPr>
            </a:lvl1pPr>
          </a:lstStyle>
          <a:p>
            <a:pPr lvl="0"/>
            <a:r>
              <a:rPr lang="da-DK" noProof="0" dirty="0"/>
              <a:t>Tekst</a:t>
            </a:r>
          </a:p>
        </p:txBody>
      </p:sp>
      <p:sp>
        <p:nvSpPr>
          <p:cNvPr id="2" name="Pladsholder til dato 1"/>
          <p:cNvSpPr>
            <a:spLocks noGrp="1"/>
          </p:cNvSpPr>
          <p:nvPr>
            <p:ph type="dt" sz="half" idx="23"/>
          </p:nvPr>
        </p:nvSpPr>
        <p:spPr/>
        <p:txBody>
          <a:bodyPr/>
          <a:lstStyle/>
          <a:p>
            <a:fld id="{44E0263C-B748-48D4-A418-EB2CCC1280A0}" type="datetime1">
              <a:rPr lang="da-DK" noProof="0" smtClean="0"/>
              <a:t>08-02-2021</a:t>
            </a:fld>
            <a:endParaRPr lang="da-DK" noProof="0" dirty="0"/>
          </a:p>
        </p:txBody>
      </p:sp>
    </p:spTree>
    <p:extLst>
      <p:ext uri="{BB962C8B-B14F-4D97-AF65-F5344CB8AC3E}">
        <p14:creationId xmlns:p14="http://schemas.microsoft.com/office/powerpoint/2010/main" val="403645257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Indhold med billedtekst">
    <p:spTree>
      <p:nvGrpSpPr>
        <p:cNvPr id="1" name=""/>
        <p:cNvGrpSpPr/>
        <p:nvPr/>
      </p:nvGrpSpPr>
      <p:grpSpPr>
        <a:xfrm>
          <a:off x="0" y="0"/>
          <a:ext cx="0" cy="0"/>
          <a:chOff x="0" y="0"/>
          <a:chExt cx="0" cy="0"/>
        </a:xfrm>
      </p:grpSpPr>
      <p:sp>
        <p:nvSpPr>
          <p:cNvPr id="5" name="Pladsholder til slidenummer 4"/>
          <p:cNvSpPr>
            <a:spLocks noGrp="1"/>
          </p:cNvSpPr>
          <p:nvPr>
            <p:ph type="sldNum" sz="quarter" idx="12"/>
          </p:nvPr>
        </p:nvSpPr>
        <p:spPr/>
        <p:txBody>
          <a:bodyPr/>
          <a:lstStyle/>
          <a:p>
            <a:fld id="{20EB7ABC-56F9-4FEF-9CF0-E2D14234E329}" type="slidenum">
              <a:rPr lang="da-DK" noProof="0" smtClean="0"/>
              <a:pPr/>
              <a:t>‹nr.›</a:t>
            </a:fld>
            <a:endParaRPr lang="da-DK" noProof="0" dirty="0"/>
          </a:p>
        </p:txBody>
      </p:sp>
      <p:sp>
        <p:nvSpPr>
          <p:cNvPr id="16" name="Pladsholder til tekst 9"/>
          <p:cNvSpPr>
            <a:spLocks noGrp="1"/>
          </p:cNvSpPr>
          <p:nvPr>
            <p:ph type="body" sz="quarter" idx="19" hasCustomPrompt="1"/>
          </p:nvPr>
        </p:nvSpPr>
        <p:spPr>
          <a:xfrm>
            <a:off x="468000" y="684000"/>
            <a:ext cx="3251736" cy="4788000"/>
          </a:xfrm>
        </p:spPr>
        <p:txBody>
          <a:bodyPr/>
          <a:lstStyle>
            <a:lvl1pPr marL="0" indent="0">
              <a:lnSpc>
                <a:spcPct val="100000"/>
              </a:lnSpc>
              <a:buNone/>
              <a:defRPr sz="2800" b="0">
                <a:solidFill>
                  <a:schemeClr val="bg2"/>
                </a:solidFill>
              </a:defRPr>
            </a:lvl1pPr>
          </a:lstStyle>
          <a:p>
            <a:pPr lvl="0"/>
            <a:r>
              <a:rPr lang="da-DK" noProof="0" dirty="0"/>
              <a:t>Tekst</a:t>
            </a:r>
          </a:p>
        </p:txBody>
      </p:sp>
      <p:sp>
        <p:nvSpPr>
          <p:cNvPr id="18" name="Pladsholder til indhold 7"/>
          <p:cNvSpPr>
            <a:spLocks noGrp="1"/>
          </p:cNvSpPr>
          <p:nvPr>
            <p:ph sz="quarter" idx="21" hasCustomPrompt="1"/>
          </p:nvPr>
        </p:nvSpPr>
        <p:spPr>
          <a:xfrm>
            <a:off x="4079777" y="684000"/>
            <a:ext cx="7620224" cy="4788000"/>
          </a:xfrm>
        </p:spPr>
        <p:txBody>
          <a:bodyPr/>
          <a:lstStyle>
            <a:lvl1pPr marL="0" indent="0">
              <a:lnSpc>
                <a:spcPts val="2400"/>
              </a:lnSpc>
              <a:buNone/>
              <a:defRPr sz="2000"/>
            </a:lvl1pPr>
            <a:lvl2pPr>
              <a:lnSpc>
                <a:spcPts val="2400"/>
              </a:lnSpc>
              <a:defRPr sz="2000"/>
            </a:lvl2pPr>
            <a:lvl3pPr>
              <a:lnSpc>
                <a:spcPts val="2400"/>
              </a:lnSpc>
              <a:defRPr sz="2000"/>
            </a:lvl3pPr>
            <a:lvl4pPr>
              <a:lnSpc>
                <a:spcPts val="2400"/>
              </a:lnSpc>
              <a:defRPr sz="2000"/>
            </a:lvl4pPr>
            <a:lvl5pPr>
              <a:lnSpc>
                <a:spcPts val="2400"/>
              </a:lnSpc>
              <a:defRPr sz="2000"/>
            </a:lvl5pPr>
          </a:lstStyle>
          <a:p>
            <a:pPr lvl="0"/>
            <a:r>
              <a:rPr lang="da-DK" noProof="0" dirty="0"/>
              <a:t>Indsæt element</a:t>
            </a:r>
          </a:p>
        </p:txBody>
      </p:sp>
      <p:sp>
        <p:nvSpPr>
          <p:cNvPr id="2" name="Pladsholder til dato 1"/>
          <p:cNvSpPr>
            <a:spLocks noGrp="1"/>
          </p:cNvSpPr>
          <p:nvPr>
            <p:ph type="dt" sz="half" idx="22"/>
          </p:nvPr>
        </p:nvSpPr>
        <p:spPr/>
        <p:txBody>
          <a:bodyPr/>
          <a:lstStyle/>
          <a:p>
            <a:fld id="{6CF94508-763D-4E20-B53D-AF85DAC43982}" type="datetime1">
              <a:rPr lang="da-DK" noProof="0" smtClean="0"/>
              <a:t>08-02-2021</a:t>
            </a:fld>
            <a:endParaRPr lang="da-DK" noProof="0" dirty="0"/>
          </a:p>
        </p:txBody>
      </p:sp>
    </p:spTree>
    <p:extLst>
      <p:ext uri="{BB962C8B-B14F-4D97-AF65-F5344CB8AC3E}">
        <p14:creationId xmlns:p14="http://schemas.microsoft.com/office/powerpoint/2010/main" val="34184424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Billede med billedtekst">
    <p:spTree>
      <p:nvGrpSpPr>
        <p:cNvPr id="1" name=""/>
        <p:cNvGrpSpPr/>
        <p:nvPr/>
      </p:nvGrpSpPr>
      <p:grpSpPr>
        <a:xfrm>
          <a:off x="0" y="0"/>
          <a:ext cx="0" cy="0"/>
          <a:chOff x="0" y="0"/>
          <a:chExt cx="0" cy="0"/>
        </a:xfrm>
      </p:grpSpPr>
      <p:sp>
        <p:nvSpPr>
          <p:cNvPr id="5" name="Pladsholder til slidenummer 4"/>
          <p:cNvSpPr>
            <a:spLocks noGrp="1"/>
          </p:cNvSpPr>
          <p:nvPr>
            <p:ph type="sldNum" sz="quarter" idx="12"/>
          </p:nvPr>
        </p:nvSpPr>
        <p:spPr/>
        <p:txBody>
          <a:bodyPr/>
          <a:lstStyle/>
          <a:p>
            <a:fld id="{20EB7ABC-56F9-4FEF-9CF0-E2D14234E329}" type="slidenum">
              <a:rPr lang="da-DK" noProof="0" smtClean="0"/>
              <a:pPr/>
              <a:t>‹nr.›</a:t>
            </a:fld>
            <a:endParaRPr lang="da-DK" noProof="0" dirty="0"/>
          </a:p>
        </p:txBody>
      </p:sp>
      <p:sp>
        <p:nvSpPr>
          <p:cNvPr id="16" name="Pladsholder til tekst 9"/>
          <p:cNvSpPr>
            <a:spLocks noGrp="1"/>
          </p:cNvSpPr>
          <p:nvPr>
            <p:ph type="body" sz="quarter" idx="19" hasCustomPrompt="1"/>
          </p:nvPr>
        </p:nvSpPr>
        <p:spPr>
          <a:xfrm>
            <a:off x="468000" y="4631364"/>
            <a:ext cx="11232000" cy="567088"/>
          </a:xfrm>
        </p:spPr>
        <p:txBody>
          <a:bodyPr/>
          <a:lstStyle>
            <a:lvl1pPr marL="0" indent="0">
              <a:lnSpc>
                <a:spcPts val="2400"/>
              </a:lnSpc>
              <a:buNone/>
              <a:defRPr sz="2000" b="0">
                <a:solidFill>
                  <a:schemeClr val="bg2"/>
                </a:solidFill>
              </a:defRPr>
            </a:lvl1pPr>
          </a:lstStyle>
          <a:p>
            <a:pPr lvl="0"/>
            <a:r>
              <a:rPr lang="da-DK" noProof="0" dirty="0"/>
              <a:t>Billedtekst</a:t>
            </a:r>
          </a:p>
        </p:txBody>
      </p:sp>
      <p:sp>
        <p:nvSpPr>
          <p:cNvPr id="3" name="Pladsholder til billede 2"/>
          <p:cNvSpPr>
            <a:spLocks noGrp="1"/>
          </p:cNvSpPr>
          <p:nvPr>
            <p:ph type="pic" sz="quarter" idx="20" hasCustomPrompt="1"/>
          </p:nvPr>
        </p:nvSpPr>
        <p:spPr>
          <a:xfrm>
            <a:off x="0" y="0"/>
            <a:ext cx="12192000" cy="4392000"/>
          </a:xfrm>
        </p:spPr>
        <p:txBody>
          <a:bodyPr/>
          <a:lstStyle>
            <a:lvl1pPr marL="0" indent="0">
              <a:lnSpc>
                <a:spcPts val="2400"/>
              </a:lnSpc>
              <a:buFont typeface="Arial" panose="020B0604020202020204" pitchFamily="34" charset="0"/>
              <a:buNone/>
              <a:defRPr sz="2000"/>
            </a:lvl1pPr>
          </a:lstStyle>
          <a:p>
            <a:r>
              <a:rPr lang="da-DK" noProof="0" dirty="0"/>
              <a:t>Indsæt billede</a:t>
            </a:r>
          </a:p>
        </p:txBody>
      </p:sp>
      <p:sp>
        <p:nvSpPr>
          <p:cNvPr id="2" name="Pladsholder til dato 1"/>
          <p:cNvSpPr>
            <a:spLocks noGrp="1"/>
          </p:cNvSpPr>
          <p:nvPr>
            <p:ph type="dt" sz="half" idx="21"/>
          </p:nvPr>
        </p:nvSpPr>
        <p:spPr/>
        <p:txBody>
          <a:bodyPr/>
          <a:lstStyle/>
          <a:p>
            <a:fld id="{6106492B-9D18-47BD-9FBF-7EF40DDD7507}" type="datetime1">
              <a:rPr lang="da-DK" noProof="0" smtClean="0"/>
              <a:t>08-02-2021</a:t>
            </a:fld>
            <a:endParaRPr lang="da-DK" noProof="0" dirty="0"/>
          </a:p>
        </p:txBody>
      </p:sp>
    </p:spTree>
    <p:extLst>
      <p:ext uri="{BB962C8B-B14F-4D97-AF65-F5344CB8AC3E}">
        <p14:creationId xmlns:p14="http://schemas.microsoft.com/office/powerpoint/2010/main" val="375187327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Kun titel">
    <p:spTree>
      <p:nvGrpSpPr>
        <p:cNvPr id="1" name=""/>
        <p:cNvGrpSpPr/>
        <p:nvPr/>
      </p:nvGrpSpPr>
      <p:grpSpPr>
        <a:xfrm>
          <a:off x="0" y="0"/>
          <a:ext cx="0" cy="0"/>
          <a:chOff x="0" y="0"/>
          <a:chExt cx="0" cy="0"/>
        </a:xfrm>
      </p:grpSpPr>
      <p:sp>
        <p:nvSpPr>
          <p:cNvPr id="5" name="Pladsholder til slidenummer 4"/>
          <p:cNvSpPr>
            <a:spLocks noGrp="1"/>
          </p:cNvSpPr>
          <p:nvPr>
            <p:ph type="sldNum" sz="quarter" idx="12"/>
          </p:nvPr>
        </p:nvSpPr>
        <p:spPr/>
        <p:txBody>
          <a:bodyPr/>
          <a:lstStyle/>
          <a:p>
            <a:fld id="{20EB7ABC-56F9-4FEF-9CF0-E2D14234E329}" type="slidenum">
              <a:rPr lang="da-DK" noProof="0" smtClean="0"/>
              <a:pPr/>
              <a:t>‹nr.›</a:t>
            </a:fld>
            <a:endParaRPr lang="da-DK" noProof="0" dirty="0"/>
          </a:p>
        </p:txBody>
      </p:sp>
      <p:sp>
        <p:nvSpPr>
          <p:cNvPr id="9" name="Titel 1"/>
          <p:cNvSpPr>
            <a:spLocks noGrp="1"/>
          </p:cNvSpPr>
          <p:nvPr>
            <p:ph type="title" hasCustomPrompt="1"/>
          </p:nvPr>
        </p:nvSpPr>
        <p:spPr>
          <a:xfrm>
            <a:off x="468000" y="756000"/>
            <a:ext cx="11232000" cy="1592880"/>
          </a:xfrm>
        </p:spPr>
        <p:txBody>
          <a:bodyPr/>
          <a:lstStyle>
            <a:lvl1pPr>
              <a:defRPr/>
            </a:lvl1pPr>
          </a:lstStyle>
          <a:p>
            <a:r>
              <a:rPr lang="da-DK" noProof="0" dirty="0"/>
              <a:t>Overskrift</a:t>
            </a:r>
          </a:p>
        </p:txBody>
      </p:sp>
      <p:sp>
        <p:nvSpPr>
          <p:cNvPr id="2" name="Pladsholder til dato 1"/>
          <p:cNvSpPr>
            <a:spLocks noGrp="1"/>
          </p:cNvSpPr>
          <p:nvPr>
            <p:ph type="dt" sz="half" idx="14"/>
          </p:nvPr>
        </p:nvSpPr>
        <p:spPr/>
        <p:txBody>
          <a:bodyPr/>
          <a:lstStyle/>
          <a:p>
            <a:fld id="{B0A1FC2C-EF68-45CE-892A-BA7C522B9818}" type="datetime1">
              <a:rPr lang="da-DK" noProof="0" smtClean="0"/>
              <a:t>08-02-2021</a:t>
            </a:fld>
            <a:endParaRPr lang="da-DK" noProof="0" dirty="0"/>
          </a:p>
        </p:txBody>
      </p:sp>
    </p:spTree>
    <p:extLst>
      <p:ext uri="{BB962C8B-B14F-4D97-AF65-F5344CB8AC3E}">
        <p14:creationId xmlns:p14="http://schemas.microsoft.com/office/powerpoint/2010/main" val="1436889998"/>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Tom">
    <p:spTree>
      <p:nvGrpSpPr>
        <p:cNvPr id="1" name=""/>
        <p:cNvGrpSpPr/>
        <p:nvPr/>
      </p:nvGrpSpPr>
      <p:grpSpPr>
        <a:xfrm>
          <a:off x="0" y="0"/>
          <a:ext cx="0" cy="0"/>
          <a:chOff x="0" y="0"/>
          <a:chExt cx="0" cy="0"/>
        </a:xfrm>
      </p:grpSpPr>
      <p:sp>
        <p:nvSpPr>
          <p:cNvPr id="5" name="Pladsholder til slidenummer 4"/>
          <p:cNvSpPr>
            <a:spLocks noGrp="1"/>
          </p:cNvSpPr>
          <p:nvPr>
            <p:ph type="sldNum" sz="quarter" idx="12"/>
          </p:nvPr>
        </p:nvSpPr>
        <p:spPr/>
        <p:txBody>
          <a:bodyPr/>
          <a:lstStyle/>
          <a:p>
            <a:fld id="{20EB7ABC-56F9-4FEF-9CF0-E2D14234E329}" type="slidenum">
              <a:rPr lang="da-DK" noProof="0" smtClean="0"/>
              <a:pPr/>
              <a:t>‹nr.›</a:t>
            </a:fld>
            <a:endParaRPr lang="da-DK" noProof="0" dirty="0"/>
          </a:p>
        </p:txBody>
      </p:sp>
      <p:sp>
        <p:nvSpPr>
          <p:cNvPr id="2" name="Pladsholder til dato 1"/>
          <p:cNvSpPr>
            <a:spLocks noGrp="1"/>
          </p:cNvSpPr>
          <p:nvPr>
            <p:ph type="dt" sz="half" idx="14"/>
          </p:nvPr>
        </p:nvSpPr>
        <p:spPr/>
        <p:txBody>
          <a:bodyPr/>
          <a:lstStyle/>
          <a:p>
            <a:fld id="{3BA2F0E0-C5D2-49EF-B9E9-39F91C29CC9F}" type="datetime1">
              <a:rPr lang="da-DK" noProof="0" smtClean="0"/>
              <a:t>08-02-2021</a:t>
            </a:fld>
            <a:endParaRPr lang="da-DK" noProof="0" dirty="0"/>
          </a:p>
        </p:txBody>
      </p:sp>
    </p:spTree>
    <p:extLst>
      <p:ext uri="{BB962C8B-B14F-4D97-AF65-F5344CB8AC3E}">
        <p14:creationId xmlns:p14="http://schemas.microsoft.com/office/powerpoint/2010/main" val="1601705995"/>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Afsnitsoverskrift">
    <p:spTree>
      <p:nvGrpSpPr>
        <p:cNvPr id="1" name=""/>
        <p:cNvGrpSpPr/>
        <p:nvPr/>
      </p:nvGrpSpPr>
      <p:grpSpPr>
        <a:xfrm>
          <a:off x="0" y="0"/>
          <a:ext cx="0" cy="0"/>
          <a:chOff x="0" y="0"/>
          <a:chExt cx="0" cy="0"/>
        </a:xfrm>
      </p:grpSpPr>
      <p:sp>
        <p:nvSpPr>
          <p:cNvPr id="4" name="Rektangel 3"/>
          <p:cNvSpPr/>
          <p:nvPr userDrawn="1"/>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a-DK" noProof="0" dirty="0"/>
          </a:p>
        </p:txBody>
      </p:sp>
      <p:sp>
        <p:nvSpPr>
          <p:cNvPr id="11" name="Pladsholder til tekst 9"/>
          <p:cNvSpPr>
            <a:spLocks noGrp="1"/>
          </p:cNvSpPr>
          <p:nvPr>
            <p:ph type="body" sz="quarter" idx="19" hasCustomPrompt="1"/>
          </p:nvPr>
        </p:nvSpPr>
        <p:spPr>
          <a:xfrm>
            <a:off x="468000" y="682641"/>
            <a:ext cx="7644224" cy="4680000"/>
          </a:xfrm>
        </p:spPr>
        <p:txBody>
          <a:bodyPr/>
          <a:lstStyle>
            <a:lvl1pPr marL="0" indent="0">
              <a:lnSpc>
                <a:spcPts val="3800"/>
              </a:lnSpc>
              <a:buNone/>
              <a:defRPr sz="3600" b="1">
                <a:solidFill>
                  <a:schemeClr val="accent4"/>
                </a:solidFill>
              </a:defRPr>
            </a:lvl1pPr>
          </a:lstStyle>
          <a:p>
            <a:pPr lvl="0"/>
            <a:r>
              <a:rPr lang="da-DK" noProof="0" dirty="0"/>
              <a:t>Afsnitsoverskrift</a:t>
            </a:r>
          </a:p>
        </p:txBody>
      </p:sp>
      <p:pic>
        <p:nvPicPr>
          <p:cNvPr id="5" name="Billede 4"/>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468000" y="6012000"/>
            <a:ext cx="2340000" cy="360000"/>
          </a:xfrm>
          <a:prstGeom prst="rect">
            <a:avLst/>
          </a:prstGeom>
        </p:spPr>
      </p:pic>
    </p:spTree>
    <p:extLst>
      <p:ext uri="{BB962C8B-B14F-4D97-AF65-F5344CB8AC3E}">
        <p14:creationId xmlns:p14="http://schemas.microsoft.com/office/powerpoint/2010/main" val="1362890215"/>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Kapitelslide Brand blue">
    <p:spTree>
      <p:nvGrpSpPr>
        <p:cNvPr id="1" name=""/>
        <p:cNvGrpSpPr/>
        <p:nvPr/>
      </p:nvGrpSpPr>
      <p:grpSpPr>
        <a:xfrm>
          <a:off x="0" y="0"/>
          <a:ext cx="0" cy="0"/>
          <a:chOff x="0" y="0"/>
          <a:chExt cx="0" cy="0"/>
        </a:xfrm>
      </p:grpSpPr>
      <p:pic>
        <p:nvPicPr>
          <p:cNvPr id="6" name="Billede 5">
            <a:extLst>
              <a:ext uri="{FF2B5EF4-FFF2-40B4-BE49-F238E27FC236}">
                <a16:creationId xmlns:a16="http://schemas.microsoft.com/office/drawing/2014/main" id="{866C69AC-C5A2-4D58-8943-5A9B00FBF764}"/>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el 1"/>
          <p:cNvSpPr>
            <a:spLocks noGrp="1"/>
          </p:cNvSpPr>
          <p:nvPr>
            <p:ph type="title" hasCustomPrompt="1"/>
          </p:nvPr>
        </p:nvSpPr>
        <p:spPr>
          <a:xfrm>
            <a:off x="468000" y="2322846"/>
            <a:ext cx="11232000" cy="540000"/>
          </a:xfrm>
        </p:spPr>
        <p:txBody>
          <a:bodyPr anchor="b" anchorCtr="0">
            <a:noAutofit/>
          </a:bodyPr>
          <a:lstStyle>
            <a:lvl1pPr algn="ctr">
              <a:lnSpc>
                <a:spcPts val="3800"/>
              </a:lnSpc>
              <a:defRPr sz="3600" cap="none" spc="23" baseline="0">
                <a:solidFill>
                  <a:schemeClr val="bg1"/>
                </a:solidFill>
              </a:defRPr>
            </a:lvl1pPr>
          </a:lstStyle>
          <a:p>
            <a:r>
              <a:rPr lang="da-DK" noProof="0" dirty="0"/>
              <a:t>Titel kapitelslide</a:t>
            </a:r>
          </a:p>
        </p:txBody>
      </p:sp>
      <p:sp>
        <p:nvSpPr>
          <p:cNvPr id="5" name="Pladsholder til tekst 4"/>
          <p:cNvSpPr>
            <a:spLocks noGrp="1"/>
          </p:cNvSpPr>
          <p:nvPr>
            <p:ph type="body" sz="quarter" idx="17" hasCustomPrompt="1"/>
          </p:nvPr>
        </p:nvSpPr>
        <p:spPr>
          <a:xfrm>
            <a:off x="468000" y="2965916"/>
            <a:ext cx="11232000" cy="361936"/>
          </a:xfrm>
        </p:spPr>
        <p:txBody>
          <a:bodyPr>
            <a:noAutofit/>
          </a:bodyPr>
          <a:lstStyle>
            <a:lvl1pPr marL="0" indent="0" algn="ctr">
              <a:lnSpc>
                <a:spcPts val="2400"/>
              </a:lnSpc>
              <a:spcBef>
                <a:spcPts val="0"/>
              </a:spcBef>
              <a:buNone/>
              <a:defRPr sz="2000" b="0" cap="none" baseline="0">
                <a:solidFill>
                  <a:schemeClr val="bg1"/>
                </a:solidFill>
                <a:latin typeface="+mj-lt"/>
              </a:defRPr>
            </a:lvl1pPr>
          </a:lstStyle>
          <a:p>
            <a:pPr lvl="0"/>
            <a:r>
              <a:rPr lang="da-DK" noProof="0" dirty="0"/>
              <a:t>Undertitel kapitelslide</a:t>
            </a:r>
          </a:p>
        </p:txBody>
      </p:sp>
      <p:pic>
        <p:nvPicPr>
          <p:cNvPr id="7" name="Billede 6"/>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5238000" y="5760000"/>
            <a:ext cx="1692000" cy="664997"/>
          </a:xfrm>
          <a:prstGeom prst="rect">
            <a:avLst/>
          </a:prstGeom>
        </p:spPr>
      </p:pic>
    </p:spTree>
    <p:extLst>
      <p:ext uri="{BB962C8B-B14F-4D97-AF65-F5344CB8AC3E}">
        <p14:creationId xmlns:p14="http://schemas.microsoft.com/office/powerpoint/2010/main" val="1043055681"/>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Kapitelslide Yellow">
    <p:spTree>
      <p:nvGrpSpPr>
        <p:cNvPr id="1" name=""/>
        <p:cNvGrpSpPr/>
        <p:nvPr/>
      </p:nvGrpSpPr>
      <p:grpSpPr>
        <a:xfrm>
          <a:off x="0" y="0"/>
          <a:ext cx="0" cy="0"/>
          <a:chOff x="0" y="0"/>
          <a:chExt cx="0" cy="0"/>
        </a:xfrm>
      </p:grpSpPr>
      <p:pic>
        <p:nvPicPr>
          <p:cNvPr id="4" name="Billede 3"/>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el 1"/>
          <p:cNvSpPr>
            <a:spLocks noGrp="1"/>
          </p:cNvSpPr>
          <p:nvPr>
            <p:ph type="title" hasCustomPrompt="1"/>
          </p:nvPr>
        </p:nvSpPr>
        <p:spPr>
          <a:xfrm>
            <a:off x="468000" y="2322846"/>
            <a:ext cx="11232000" cy="540000"/>
          </a:xfrm>
        </p:spPr>
        <p:txBody>
          <a:bodyPr anchor="b" anchorCtr="0">
            <a:noAutofit/>
          </a:bodyPr>
          <a:lstStyle>
            <a:lvl1pPr algn="ctr">
              <a:lnSpc>
                <a:spcPts val="3800"/>
              </a:lnSpc>
              <a:defRPr sz="3600" cap="none" spc="23" baseline="0">
                <a:solidFill>
                  <a:schemeClr val="bg1"/>
                </a:solidFill>
              </a:defRPr>
            </a:lvl1pPr>
          </a:lstStyle>
          <a:p>
            <a:r>
              <a:rPr lang="da-DK" noProof="0" dirty="0"/>
              <a:t>Titel kapitelslide</a:t>
            </a:r>
          </a:p>
        </p:txBody>
      </p:sp>
      <p:sp>
        <p:nvSpPr>
          <p:cNvPr id="5" name="Pladsholder til tekst 4"/>
          <p:cNvSpPr>
            <a:spLocks noGrp="1"/>
          </p:cNvSpPr>
          <p:nvPr>
            <p:ph type="body" sz="quarter" idx="17" hasCustomPrompt="1"/>
          </p:nvPr>
        </p:nvSpPr>
        <p:spPr>
          <a:xfrm>
            <a:off x="468000" y="2965916"/>
            <a:ext cx="11232000" cy="361936"/>
          </a:xfrm>
        </p:spPr>
        <p:txBody>
          <a:bodyPr>
            <a:noAutofit/>
          </a:bodyPr>
          <a:lstStyle>
            <a:lvl1pPr marL="0" indent="0" algn="ctr">
              <a:lnSpc>
                <a:spcPts val="2400"/>
              </a:lnSpc>
              <a:spcBef>
                <a:spcPts val="0"/>
              </a:spcBef>
              <a:buNone/>
              <a:defRPr sz="2000" b="0" cap="none" baseline="0">
                <a:solidFill>
                  <a:schemeClr val="bg1"/>
                </a:solidFill>
                <a:latin typeface="+mj-lt"/>
              </a:defRPr>
            </a:lvl1pPr>
          </a:lstStyle>
          <a:p>
            <a:pPr lvl="0"/>
            <a:r>
              <a:rPr lang="da-DK" noProof="0" dirty="0"/>
              <a:t>Undertitel kapitelslide</a:t>
            </a:r>
          </a:p>
        </p:txBody>
      </p:sp>
      <p:pic>
        <p:nvPicPr>
          <p:cNvPr id="8" name="Billede 7"/>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5238000" y="5760000"/>
            <a:ext cx="1692000" cy="664997"/>
          </a:xfrm>
          <a:prstGeom prst="rect">
            <a:avLst/>
          </a:prstGeom>
        </p:spPr>
      </p:pic>
    </p:spTree>
    <p:extLst>
      <p:ext uri="{BB962C8B-B14F-4D97-AF65-F5344CB8AC3E}">
        <p14:creationId xmlns:p14="http://schemas.microsoft.com/office/powerpoint/2010/main" val="313975955"/>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Kapitelslide Blue">
    <p:spTree>
      <p:nvGrpSpPr>
        <p:cNvPr id="1" name=""/>
        <p:cNvGrpSpPr/>
        <p:nvPr/>
      </p:nvGrpSpPr>
      <p:grpSpPr>
        <a:xfrm>
          <a:off x="0" y="0"/>
          <a:ext cx="0" cy="0"/>
          <a:chOff x="0" y="0"/>
          <a:chExt cx="0" cy="0"/>
        </a:xfrm>
      </p:grpSpPr>
      <p:pic>
        <p:nvPicPr>
          <p:cNvPr id="3" name="Billede 2"/>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el 1"/>
          <p:cNvSpPr>
            <a:spLocks noGrp="1"/>
          </p:cNvSpPr>
          <p:nvPr>
            <p:ph type="title" hasCustomPrompt="1"/>
          </p:nvPr>
        </p:nvSpPr>
        <p:spPr>
          <a:xfrm>
            <a:off x="468000" y="2322846"/>
            <a:ext cx="11232000" cy="540000"/>
          </a:xfrm>
        </p:spPr>
        <p:txBody>
          <a:bodyPr anchor="b" anchorCtr="0">
            <a:noAutofit/>
          </a:bodyPr>
          <a:lstStyle>
            <a:lvl1pPr algn="ctr">
              <a:lnSpc>
                <a:spcPts val="3800"/>
              </a:lnSpc>
              <a:defRPr sz="3600" cap="none" spc="23" baseline="0">
                <a:solidFill>
                  <a:schemeClr val="bg1"/>
                </a:solidFill>
              </a:defRPr>
            </a:lvl1pPr>
          </a:lstStyle>
          <a:p>
            <a:r>
              <a:rPr lang="da-DK" noProof="0" dirty="0"/>
              <a:t>Titel kapitelslide</a:t>
            </a:r>
          </a:p>
        </p:txBody>
      </p:sp>
      <p:sp>
        <p:nvSpPr>
          <p:cNvPr id="5" name="Pladsholder til tekst 4"/>
          <p:cNvSpPr>
            <a:spLocks noGrp="1"/>
          </p:cNvSpPr>
          <p:nvPr>
            <p:ph type="body" sz="quarter" idx="17" hasCustomPrompt="1"/>
          </p:nvPr>
        </p:nvSpPr>
        <p:spPr>
          <a:xfrm>
            <a:off x="468000" y="2965916"/>
            <a:ext cx="11232000" cy="361936"/>
          </a:xfrm>
        </p:spPr>
        <p:txBody>
          <a:bodyPr>
            <a:noAutofit/>
          </a:bodyPr>
          <a:lstStyle>
            <a:lvl1pPr marL="0" indent="0" algn="ctr">
              <a:lnSpc>
                <a:spcPts val="2400"/>
              </a:lnSpc>
              <a:spcBef>
                <a:spcPts val="0"/>
              </a:spcBef>
              <a:buNone/>
              <a:defRPr sz="2000" b="0" cap="none" baseline="0">
                <a:solidFill>
                  <a:schemeClr val="bg1"/>
                </a:solidFill>
                <a:latin typeface="+mj-lt"/>
              </a:defRPr>
            </a:lvl1pPr>
          </a:lstStyle>
          <a:p>
            <a:pPr lvl="0"/>
            <a:r>
              <a:rPr lang="da-DK" noProof="0" dirty="0"/>
              <a:t>Undertitel kapitelslide</a:t>
            </a:r>
          </a:p>
        </p:txBody>
      </p:sp>
      <p:pic>
        <p:nvPicPr>
          <p:cNvPr id="8" name="Billede 7"/>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5238000" y="5760000"/>
            <a:ext cx="1692000" cy="664997"/>
          </a:xfrm>
          <a:prstGeom prst="rect">
            <a:avLst/>
          </a:prstGeom>
        </p:spPr>
      </p:pic>
    </p:spTree>
    <p:extLst>
      <p:ext uri="{BB962C8B-B14F-4D97-AF65-F5344CB8AC3E}">
        <p14:creationId xmlns:p14="http://schemas.microsoft.com/office/powerpoint/2010/main" val="747301939"/>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Kapitelslide Red">
    <p:spTree>
      <p:nvGrpSpPr>
        <p:cNvPr id="1" name=""/>
        <p:cNvGrpSpPr/>
        <p:nvPr/>
      </p:nvGrpSpPr>
      <p:grpSpPr>
        <a:xfrm>
          <a:off x="0" y="0"/>
          <a:ext cx="0" cy="0"/>
          <a:chOff x="0" y="0"/>
          <a:chExt cx="0" cy="0"/>
        </a:xfrm>
      </p:grpSpPr>
      <p:pic>
        <p:nvPicPr>
          <p:cNvPr id="4" name="Billede 3"/>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el 1"/>
          <p:cNvSpPr>
            <a:spLocks noGrp="1"/>
          </p:cNvSpPr>
          <p:nvPr>
            <p:ph type="title" hasCustomPrompt="1"/>
          </p:nvPr>
        </p:nvSpPr>
        <p:spPr>
          <a:xfrm>
            <a:off x="468000" y="2322846"/>
            <a:ext cx="11232000" cy="540000"/>
          </a:xfrm>
        </p:spPr>
        <p:txBody>
          <a:bodyPr anchor="b" anchorCtr="0">
            <a:noAutofit/>
          </a:bodyPr>
          <a:lstStyle>
            <a:lvl1pPr algn="ctr">
              <a:lnSpc>
                <a:spcPts val="3800"/>
              </a:lnSpc>
              <a:defRPr sz="3600" cap="none" spc="23" baseline="0">
                <a:solidFill>
                  <a:schemeClr val="bg1"/>
                </a:solidFill>
              </a:defRPr>
            </a:lvl1pPr>
          </a:lstStyle>
          <a:p>
            <a:r>
              <a:rPr lang="da-DK" noProof="0" dirty="0"/>
              <a:t>Titel kapitelslide</a:t>
            </a:r>
          </a:p>
        </p:txBody>
      </p:sp>
      <p:sp>
        <p:nvSpPr>
          <p:cNvPr id="5" name="Pladsholder til tekst 4"/>
          <p:cNvSpPr>
            <a:spLocks noGrp="1"/>
          </p:cNvSpPr>
          <p:nvPr>
            <p:ph type="body" sz="quarter" idx="17" hasCustomPrompt="1"/>
          </p:nvPr>
        </p:nvSpPr>
        <p:spPr>
          <a:xfrm>
            <a:off x="468000" y="2965916"/>
            <a:ext cx="11232000" cy="361936"/>
          </a:xfrm>
        </p:spPr>
        <p:txBody>
          <a:bodyPr>
            <a:noAutofit/>
          </a:bodyPr>
          <a:lstStyle>
            <a:lvl1pPr marL="0" indent="0" algn="ctr">
              <a:lnSpc>
                <a:spcPts val="2400"/>
              </a:lnSpc>
              <a:spcBef>
                <a:spcPts val="0"/>
              </a:spcBef>
              <a:buNone/>
              <a:defRPr sz="2000" b="0" cap="none" baseline="0">
                <a:solidFill>
                  <a:schemeClr val="bg1"/>
                </a:solidFill>
                <a:latin typeface="+mj-lt"/>
              </a:defRPr>
            </a:lvl1pPr>
          </a:lstStyle>
          <a:p>
            <a:pPr lvl="0"/>
            <a:r>
              <a:rPr lang="da-DK" noProof="0" dirty="0"/>
              <a:t>Undertitel kapitelslide</a:t>
            </a:r>
          </a:p>
        </p:txBody>
      </p:sp>
      <p:pic>
        <p:nvPicPr>
          <p:cNvPr id="8" name="Billede 7"/>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5238000" y="5760000"/>
            <a:ext cx="1692000" cy="664997"/>
          </a:xfrm>
          <a:prstGeom prst="rect">
            <a:avLst/>
          </a:prstGeom>
        </p:spPr>
      </p:pic>
    </p:spTree>
    <p:extLst>
      <p:ext uri="{BB962C8B-B14F-4D97-AF65-F5344CB8AC3E}">
        <p14:creationId xmlns:p14="http://schemas.microsoft.com/office/powerpoint/2010/main" val="3034851987"/>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Afslutningsslide">
    <p:spTree>
      <p:nvGrpSpPr>
        <p:cNvPr id="1" name=""/>
        <p:cNvGrpSpPr/>
        <p:nvPr/>
      </p:nvGrpSpPr>
      <p:grpSpPr>
        <a:xfrm>
          <a:off x="0" y="0"/>
          <a:ext cx="0" cy="0"/>
          <a:chOff x="0" y="0"/>
          <a:chExt cx="0" cy="0"/>
        </a:xfrm>
      </p:grpSpPr>
      <p:sp>
        <p:nvSpPr>
          <p:cNvPr id="7" name="Rektangel 6"/>
          <p:cNvSpPr/>
          <p:nvPr userDrawn="1"/>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a-DK" noProof="0" dirty="0"/>
          </a:p>
        </p:txBody>
      </p:sp>
      <p:sp>
        <p:nvSpPr>
          <p:cNvPr id="2" name="Titel 1"/>
          <p:cNvSpPr>
            <a:spLocks noGrp="1"/>
          </p:cNvSpPr>
          <p:nvPr>
            <p:ph type="title" hasCustomPrompt="1"/>
          </p:nvPr>
        </p:nvSpPr>
        <p:spPr>
          <a:xfrm>
            <a:off x="468000" y="2322846"/>
            <a:ext cx="11232000" cy="540000"/>
          </a:xfrm>
        </p:spPr>
        <p:txBody>
          <a:bodyPr anchor="b" anchorCtr="0">
            <a:noAutofit/>
          </a:bodyPr>
          <a:lstStyle>
            <a:lvl1pPr algn="ctr">
              <a:lnSpc>
                <a:spcPts val="3800"/>
              </a:lnSpc>
              <a:defRPr sz="3600" cap="none" spc="23" baseline="0">
                <a:solidFill>
                  <a:schemeClr val="bg1"/>
                </a:solidFill>
              </a:defRPr>
            </a:lvl1pPr>
          </a:lstStyle>
          <a:p>
            <a:r>
              <a:rPr lang="da-DK" noProof="0" dirty="0"/>
              <a:t>Titel afslutningsslide</a:t>
            </a:r>
          </a:p>
        </p:txBody>
      </p:sp>
      <p:sp>
        <p:nvSpPr>
          <p:cNvPr id="5" name="Pladsholder til tekst 4"/>
          <p:cNvSpPr>
            <a:spLocks noGrp="1"/>
          </p:cNvSpPr>
          <p:nvPr>
            <p:ph type="body" sz="quarter" idx="17" hasCustomPrompt="1"/>
          </p:nvPr>
        </p:nvSpPr>
        <p:spPr>
          <a:xfrm>
            <a:off x="468000" y="2965916"/>
            <a:ext cx="11232000" cy="361936"/>
          </a:xfrm>
        </p:spPr>
        <p:txBody>
          <a:bodyPr>
            <a:noAutofit/>
          </a:bodyPr>
          <a:lstStyle>
            <a:lvl1pPr marL="0" indent="0" algn="ctr">
              <a:lnSpc>
                <a:spcPts val="2400"/>
              </a:lnSpc>
              <a:spcBef>
                <a:spcPts val="0"/>
              </a:spcBef>
              <a:buNone/>
              <a:defRPr sz="2000" b="0" cap="none" baseline="0">
                <a:solidFill>
                  <a:schemeClr val="bg1"/>
                </a:solidFill>
                <a:latin typeface="+mj-lt"/>
              </a:defRPr>
            </a:lvl1pPr>
          </a:lstStyle>
          <a:p>
            <a:pPr lvl="0"/>
            <a:r>
              <a:rPr lang="da-DK" noProof="0" dirty="0"/>
              <a:t>Undertitel afslutningsslide</a:t>
            </a:r>
          </a:p>
        </p:txBody>
      </p:sp>
      <p:pic>
        <p:nvPicPr>
          <p:cNvPr id="9" name="Billede 8"/>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5238000" y="5760000"/>
            <a:ext cx="1692000" cy="664997"/>
          </a:xfrm>
          <a:prstGeom prst="rect">
            <a:avLst/>
          </a:prstGeom>
        </p:spPr>
      </p:pic>
    </p:spTree>
    <p:extLst>
      <p:ext uri="{BB962C8B-B14F-4D97-AF65-F5344CB8AC3E}">
        <p14:creationId xmlns:p14="http://schemas.microsoft.com/office/powerpoint/2010/main" val="3290002632"/>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obj">
  <p:cSld name="1_Titel og indholdsobjekt">
    <p:spTree>
      <p:nvGrpSpPr>
        <p:cNvPr id="1" name=""/>
        <p:cNvGrpSpPr/>
        <p:nvPr/>
      </p:nvGrpSpPr>
      <p:grpSpPr>
        <a:xfrm>
          <a:off x="0" y="0"/>
          <a:ext cx="0" cy="0"/>
          <a:chOff x="0" y="0"/>
          <a:chExt cx="0" cy="0"/>
        </a:xfrm>
      </p:grpSpPr>
      <p:sp>
        <p:nvSpPr>
          <p:cNvPr id="2" name="Titel 1"/>
          <p:cNvSpPr>
            <a:spLocks noGrp="1"/>
          </p:cNvSpPr>
          <p:nvPr>
            <p:ph type="title"/>
          </p:nvPr>
        </p:nvSpPr>
        <p:spPr/>
        <p:txBody>
          <a:bodyPr/>
          <a:lstStyle/>
          <a:p>
            <a:r>
              <a:rPr lang="da-DK"/>
              <a:t>Klik for at redigere i master</a:t>
            </a:r>
          </a:p>
        </p:txBody>
      </p:sp>
      <p:sp>
        <p:nvSpPr>
          <p:cNvPr id="3" name="Pladsholder til indhold 2"/>
          <p:cNvSpPr>
            <a:spLocks noGrp="1"/>
          </p:cNvSpPr>
          <p:nvPr>
            <p:ph idx="1"/>
          </p:nvPr>
        </p:nvSpPr>
        <p:spPr/>
        <p:txBody>
          <a:bodyPr/>
          <a:lstStyle/>
          <a:p>
            <a:pPr lvl="0"/>
            <a:r>
              <a:rPr lang="da-DK"/>
              <a:t>Klik for at redigere i master</a:t>
            </a:r>
          </a:p>
          <a:p>
            <a:pPr lvl="1"/>
            <a:r>
              <a:rPr lang="da-DK"/>
              <a:t>Andet niveau</a:t>
            </a:r>
          </a:p>
          <a:p>
            <a:pPr lvl="2"/>
            <a:r>
              <a:rPr lang="da-DK"/>
              <a:t>Tredje niveau</a:t>
            </a:r>
          </a:p>
          <a:p>
            <a:pPr lvl="3"/>
            <a:r>
              <a:rPr lang="da-DK"/>
              <a:t>Fjerde niveau</a:t>
            </a:r>
          </a:p>
          <a:p>
            <a:pPr lvl="4"/>
            <a:r>
              <a:rPr lang="da-DK"/>
              <a:t>Femte niveau</a:t>
            </a:r>
          </a:p>
        </p:txBody>
      </p:sp>
      <p:sp>
        <p:nvSpPr>
          <p:cNvPr id="5" name="Pladsholder til sidefod 4"/>
          <p:cNvSpPr>
            <a:spLocks noGrp="1"/>
          </p:cNvSpPr>
          <p:nvPr>
            <p:ph type="ftr" sz="quarter" idx="11"/>
          </p:nvPr>
        </p:nvSpPr>
        <p:spPr/>
        <p:txBody>
          <a:bodyPr/>
          <a:lstStyle/>
          <a:p>
            <a:endParaRPr lang="da-DK"/>
          </a:p>
        </p:txBody>
      </p:sp>
      <p:sp>
        <p:nvSpPr>
          <p:cNvPr id="6" name="Pladsholder til diasnummer 5"/>
          <p:cNvSpPr>
            <a:spLocks noGrp="1"/>
          </p:cNvSpPr>
          <p:nvPr>
            <p:ph type="sldNum" sz="quarter" idx="12"/>
          </p:nvPr>
        </p:nvSpPr>
        <p:spPr/>
        <p:txBody>
          <a:bodyPr/>
          <a:lstStyle/>
          <a:p>
            <a:fld id="{F7AB382F-E9E6-CE49-B414-1E064FB7F064}" type="slidenum">
              <a:rPr lang="da-DK" smtClean="0"/>
              <a:t>‹nr.›</a:t>
            </a:fld>
            <a:endParaRPr lang="da-DK"/>
          </a:p>
        </p:txBody>
      </p:sp>
    </p:spTree>
    <p:extLst>
      <p:ext uri="{BB962C8B-B14F-4D97-AF65-F5344CB8AC3E}">
        <p14:creationId xmlns:p14="http://schemas.microsoft.com/office/powerpoint/2010/main" val="98770317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21" Type="http://schemas.openxmlformats.org/officeDocument/2006/relationships/image" Target="../media/image1.png"/><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theme" Target="../theme/theme1.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Pladsholder til titel 1"/>
          <p:cNvSpPr>
            <a:spLocks noGrp="1"/>
          </p:cNvSpPr>
          <p:nvPr>
            <p:ph type="title"/>
          </p:nvPr>
        </p:nvSpPr>
        <p:spPr>
          <a:xfrm>
            <a:off x="468000" y="756000"/>
            <a:ext cx="11232000" cy="468000"/>
          </a:xfrm>
          <a:prstGeom prst="rect">
            <a:avLst/>
          </a:prstGeom>
        </p:spPr>
        <p:txBody>
          <a:bodyPr vert="horz" lIns="0" tIns="0" rIns="0" bIns="0" rtlCol="0" anchor="t" anchorCtr="0">
            <a:noAutofit/>
          </a:bodyPr>
          <a:lstStyle/>
          <a:p>
            <a:r>
              <a:rPr lang="da-DK" noProof="0" dirty="0"/>
              <a:t>Overskrift</a:t>
            </a:r>
          </a:p>
        </p:txBody>
      </p:sp>
      <p:sp>
        <p:nvSpPr>
          <p:cNvPr id="3" name="Pladsholder til tekst 2"/>
          <p:cNvSpPr>
            <a:spLocks noGrp="1"/>
          </p:cNvSpPr>
          <p:nvPr>
            <p:ph type="body" idx="1"/>
          </p:nvPr>
        </p:nvSpPr>
        <p:spPr>
          <a:xfrm>
            <a:off x="468000" y="1548000"/>
            <a:ext cx="11232000" cy="3960000"/>
          </a:xfrm>
          <a:prstGeom prst="rect">
            <a:avLst/>
          </a:prstGeom>
        </p:spPr>
        <p:txBody>
          <a:bodyPr vert="horz" lIns="0" tIns="0" rIns="0" bIns="0" rtlCol="0" anchor="t" anchorCtr="0">
            <a:noAutofit/>
          </a:bodyPr>
          <a:lstStyle/>
          <a:p>
            <a:pPr lvl="0"/>
            <a:r>
              <a:rPr lang="da-DK" noProof="0" dirty="0"/>
              <a:t>Tekst</a:t>
            </a:r>
          </a:p>
          <a:p>
            <a:pPr lvl="1"/>
            <a:r>
              <a:rPr lang="da-DK" noProof="0" dirty="0"/>
              <a:t>Tekst</a:t>
            </a:r>
          </a:p>
          <a:p>
            <a:pPr lvl="2"/>
            <a:r>
              <a:rPr lang="da-DK" noProof="0" dirty="0"/>
              <a:t>Tekst</a:t>
            </a:r>
          </a:p>
          <a:p>
            <a:pPr lvl="3"/>
            <a:r>
              <a:rPr lang="da-DK" noProof="0" dirty="0"/>
              <a:t>Tekst</a:t>
            </a:r>
          </a:p>
          <a:p>
            <a:pPr lvl="4"/>
            <a:r>
              <a:rPr lang="da-DK" noProof="0" dirty="0"/>
              <a:t>Tekst</a:t>
            </a:r>
          </a:p>
        </p:txBody>
      </p:sp>
      <p:sp>
        <p:nvSpPr>
          <p:cNvPr id="5" name="Pladsholder til dato 4"/>
          <p:cNvSpPr>
            <a:spLocks noGrp="1"/>
          </p:cNvSpPr>
          <p:nvPr>
            <p:ph type="dt" sz="half" idx="2"/>
          </p:nvPr>
        </p:nvSpPr>
        <p:spPr>
          <a:xfrm>
            <a:off x="9526087" y="6228000"/>
            <a:ext cx="1824000" cy="252000"/>
          </a:xfrm>
          <a:prstGeom prst="rect">
            <a:avLst/>
          </a:prstGeom>
        </p:spPr>
        <p:txBody>
          <a:bodyPr vert="horz" lIns="0" tIns="0" rIns="0" bIns="0" rtlCol="0" anchor="ctr"/>
          <a:lstStyle>
            <a:lvl1pPr algn="r">
              <a:defRPr sz="900">
                <a:solidFill>
                  <a:schemeClr val="bg2"/>
                </a:solidFill>
              </a:defRPr>
            </a:lvl1pPr>
          </a:lstStyle>
          <a:p>
            <a:fld id="{7269D0F0-A963-4365-93A3-2C22AFCFC28B}" type="datetime1">
              <a:rPr lang="da-DK" noProof="0" smtClean="0"/>
              <a:t>08-02-2021</a:t>
            </a:fld>
            <a:endParaRPr lang="da-DK" noProof="0" dirty="0"/>
          </a:p>
        </p:txBody>
      </p:sp>
      <p:sp>
        <p:nvSpPr>
          <p:cNvPr id="7" name="Pladsholder til slidenummer 6"/>
          <p:cNvSpPr>
            <a:spLocks noGrp="1"/>
          </p:cNvSpPr>
          <p:nvPr>
            <p:ph type="sldNum" sz="quarter" idx="4"/>
          </p:nvPr>
        </p:nvSpPr>
        <p:spPr>
          <a:xfrm>
            <a:off x="11424592" y="6228000"/>
            <a:ext cx="275408" cy="252000"/>
          </a:xfrm>
          <a:prstGeom prst="rect">
            <a:avLst/>
          </a:prstGeom>
        </p:spPr>
        <p:txBody>
          <a:bodyPr vert="horz" lIns="0" tIns="0" rIns="0" bIns="0" rtlCol="0" anchor="ctr"/>
          <a:lstStyle>
            <a:lvl1pPr algn="r">
              <a:defRPr sz="900">
                <a:solidFill>
                  <a:schemeClr val="bg2"/>
                </a:solidFill>
              </a:defRPr>
            </a:lvl1pPr>
          </a:lstStyle>
          <a:p>
            <a:fld id="{20EB7ABC-56F9-4FEF-9CF0-E2D14234E329}" type="slidenum">
              <a:rPr lang="da-DK" noProof="0" smtClean="0"/>
              <a:pPr/>
              <a:t>‹nr.›</a:t>
            </a:fld>
            <a:endParaRPr lang="da-DK" noProof="0" dirty="0"/>
          </a:p>
        </p:txBody>
      </p:sp>
      <p:cxnSp>
        <p:nvCxnSpPr>
          <p:cNvPr id="11" name="Lige forbindelse 10"/>
          <p:cNvCxnSpPr/>
          <p:nvPr userDrawn="1"/>
        </p:nvCxnSpPr>
        <p:spPr>
          <a:xfrm>
            <a:off x="11470634" y="6301633"/>
            <a:ext cx="0" cy="90000"/>
          </a:xfrm>
          <a:prstGeom prst="line">
            <a:avLst/>
          </a:prstGeom>
          <a:ln w="9525"/>
        </p:spPr>
        <p:style>
          <a:lnRef idx="1">
            <a:schemeClr val="accent1"/>
          </a:lnRef>
          <a:fillRef idx="0">
            <a:schemeClr val="accent1"/>
          </a:fillRef>
          <a:effectRef idx="0">
            <a:schemeClr val="accent1"/>
          </a:effectRef>
          <a:fontRef idx="minor">
            <a:schemeClr val="tx1"/>
          </a:fontRef>
        </p:style>
      </p:cxnSp>
      <p:pic>
        <p:nvPicPr>
          <p:cNvPr id="8" name="Billede 7"/>
          <p:cNvPicPr>
            <a:picLocks noChangeAspect="1"/>
          </p:cNvPicPr>
          <p:nvPr userDrawn="1"/>
        </p:nvPicPr>
        <p:blipFill>
          <a:blip r:embed="rId21" cstate="print">
            <a:extLst>
              <a:ext uri="{28A0092B-C50C-407E-A947-70E740481C1C}">
                <a14:useLocalDpi xmlns:a14="http://schemas.microsoft.com/office/drawing/2010/main" val="0"/>
              </a:ext>
            </a:extLst>
          </a:blip>
          <a:stretch>
            <a:fillRect/>
          </a:stretch>
        </p:blipFill>
        <p:spPr>
          <a:xfrm>
            <a:off x="468000" y="6012000"/>
            <a:ext cx="2340000" cy="360000"/>
          </a:xfrm>
          <a:prstGeom prst="rect">
            <a:avLst/>
          </a:prstGeom>
        </p:spPr>
      </p:pic>
    </p:spTree>
    <p:extLst>
      <p:ext uri="{BB962C8B-B14F-4D97-AF65-F5344CB8AC3E}">
        <p14:creationId xmlns:p14="http://schemas.microsoft.com/office/powerpoint/2010/main" val="2536115730"/>
      </p:ext>
    </p:extLst>
  </p:cSld>
  <p:clrMap bg1="lt1" tx1="dk1" bg2="lt2" tx2="dk2" accent1="accent1" accent2="accent2" accent3="accent3" accent4="accent4" accent5="accent5" accent6="accent6" hlink="hlink" folHlink="folHlink"/>
  <p:sldLayoutIdLst>
    <p:sldLayoutId id="2147483714" r:id="rId1"/>
    <p:sldLayoutId id="2147483697" r:id="rId2"/>
    <p:sldLayoutId id="2147483717" r:id="rId3"/>
    <p:sldLayoutId id="2147483716" r:id="rId4"/>
    <p:sldLayoutId id="2147483699" r:id="rId5"/>
    <p:sldLayoutId id="2147483701" r:id="rId6"/>
    <p:sldLayoutId id="2147483703" r:id="rId7"/>
    <p:sldLayoutId id="2147483700" r:id="rId8"/>
    <p:sldLayoutId id="2147483704" r:id="rId9"/>
    <p:sldLayoutId id="2147483705" r:id="rId10"/>
    <p:sldLayoutId id="2147483706" r:id="rId11"/>
    <p:sldLayoutId id="2147483707" r:id="rId12"/>
    <p:sldLayoutId id="2147483708" r:id="rId13"/>
    <p:sldLayoutId id="2147483709" r:id="rId14"/>
    <p:sldLayoutId id="2147483710" r:id="rId15"/>
    <p:sldLayoutId id="2147483711" r:id="rId16"/>
    <p:sldLayoutId id="2147483712" r:id="rId17"/>
    <p:sldLayoutId id="2147483713" r:id="rId18"/>
    <p:sldLayoutId id="2147483718" r:id="rId19"/>
  </p:sldLayoutIdLst>
  <p:hf hdr="0" dt="0"/>
  <p:txStyles>
    <p:titleStyle>
      <a:lvl1pPr algn="l" defTabSz="914378" rtl="0" eaLnBrk="1" latinLnBrk="0" hangingPunct="1">
        <a:lnSpc>
          <a:spcPts val="3800"/>
        </a:lnSpc>
        <a:spcBef>
          <a:spcPct val="0"/>
        </a:spcBef>
        <a:buNone/>
        <a:defRPr sz="3600" b="1" kern="1200" cap="none" spc="23" baseline="0">
          <a:solidFill>
            <a:schemeClr val="bg2"/>
          </a:solidFill>
          <a:latin typeface="+mj-lt"/>
          <a:ea typeface="+mj-ea"/>
          <a:cs typeface="+mj-cs"/>
        </a:defRPr>
      </a:lvl1pPr>
    </p:titleStyle>
    <p:bodyStyle>
      <a:lvl1pPr marL="288000" indent="-288000" algn="l" defTabSz="914378" rtl="0" eaLnBrk="1" latinLnBrk="0" hangingPunct="1">
        <a:lnSpc>
          <a:spcPts val="3000"/>
        </a:lnSpc>
        <a:spcBef>
          <a:spcPts val="0"/>
        </a:spcBef>
        <a:buClrTx/>
        <a:buSzPct val="100000"/>
        <a:buFont typeface="Arial" panose="020B0604020202020204" pitchFamily="34" charset="0"/>
        <a:buChar char="•"/>
        <a:tabLst>
          <a:tab pos="358775" algn="l"/>
        </a:tabLst>
        <a:defRPr sz="2400" kern="1200">
          <a:solidFill>
            <a:srgbClr val="004250"/>
          </a:solidFill>
          <a:latin typeface="+mn-lt"/>
          <a:ea typeface="+mn-ea"/>
          <a:cs typeface="+mn-cs"/>
        </a:defRPr>
      </a:lvl1pPr>
      <a:lvl2pPr marL="566738" indent="-261938" algn="l" defTabSz="914378" rtl="0" eaLnBrk="1" latinLnBrk="0" hangingPunct="1">
        <a:lnSpc>
          <a:spcPct val="100000"/>
        </a:lnSpc>
        <a:spcBef>
          <a:spcPts val="0"/>
        </a:spcBef>
        <a:buClr>
          <a:srgbClr val="40717C"/>
        </a:buClr>
        <a:buSzPct val="100000"/>
        <a:buFont typeface="Arial" panose="020B0604020202020204" pitchFamily="34" charset="0"/>
        <a:buChar char="•"/>
        <a:defRPr sz="2000" kern="1200">
          <a:solidFill>
            <a:srgbClr val="40717C"/>
          </a:solidFill>
          <a:latin typeface="+mn-lt"/>
          <a:ea typeface="+mn-ea"/>
          <a:cs typeface="+mn-cs"/>
        </a:defRPr>
      </a:lvl2pPr>
      <a:lvl3pPr marL="827088" indent="-260350" algn="l" defTabSz="914378" rtl="0" eaLnBrk="1" latinLnBrk="0" hangingPunct="1">
        <a:lnSpc>
          <a:spcPct val="100000"/>
        </a:lnSpc>
        <a:spcBef>
          <a:spcPts val="0"/>
        </a:spcBef>
        <a:buClrTx/>
        <a:buSzPct val="100000"/>
        <a:buFont typeface="Arial" panose="020B0604020202020204" pitchFamily="34" charset="0"/>
        <a:buChar char="•"/>
        <a:defRPr sz="1800" kern="1200">
          <a:solidFill>
            <a:srgbClr val="7FA0A7"/>
          </a:solidFill>
          <a:latin typeface="+mn-lt"/>
          <a:ea typeface="+mn-ea"/>
          <a:cs typeface="+mn-cs"/>
        </a:defRPr>
      </a:lvl3pPr>
      <a:lvl4pPr marL="1055688" indent="-228600" algn="l" defTabSz="914378" rtl="0" eaLnBrk="1" latinLnBrk="0" hangingPunct="1">
        <a:lnSpc>
          <a:spcPct val="100000"/>
        </a:lnSpc>
        <a:spcBef>
          <a:spcPts val="0"/>
        </a:spcBef>
        <a:buClrTx/>
        <a:buSzPct val="100000"/>
        <a:buFont typeface="Arial" panose="020B0604020202020204" pitchFamily="34" charset="0"/>
        <a:buChar char="•"/>
        <a:defRPr sz="1600" kern="1200">
          <a:solidFill>
            <a:srgbClr val="7FA0A7"/>
          </a:solidFill>
          <a:latin typeface="+mn-lt"/>
          <a:ea typeface="+mn-ea"/>
          <a:cs typeface="+mn-cs"/>
        </a:defRPr>
      </a:lvl4pPr>
      <a:lvl5pPr marL="1262063" indent="-195263" algn="l" defTabSz="914378" rtl="0" eaLnBrk="1" latinLnBrk="0" hangingPunct="1">
        <a:lnSpc>
          <a:spcPct val="100000"/>
        </a:lnSpc>
        <a:spcBef>
          <a:spcPts val="0"/>
        </a:spcBef>
        <a:buClrTx/>
        <a:buSzPct val="100000"/>
        <a:buFont typeface="Arial" panose="020B0604020202020204" pitchFamily="34" charset="0"/>
        <a:buChar char="•"/>
        <a:defRPr sz="1400" kern="1200">
          <a:solidFill>
            <a:srgbClr val="7FA0A7"/>
          </a:solidFill>
          <a:latin typeface="+mn-lt"/>
          <a:ea typeface="+mn-ea"/>
          <a:cs typeface="+mn-cs"/>
        </a:defRPr>
      </a:lvl5pPr>
      <a:lvl6pPr marL="2514537" indent="-228594" algn="l" defTabSz="914378"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726" indent="-228594" algn="l" defTabSz="914378"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8915" indent="-228594" algn="l" defTabSz="914378"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103" indent="-228594" algn="l" defTabSz="914378"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p:bodyStyle>
    <p:otherStyle>
      <a:defPPr>
        <a:defRPr lang="da-DK"/>
      </a:defPPr>
      <a:lvl1pPr marL="0" algn="l" defTabSz="914378" rtl="0" eaLnBrk="1" latinLnBrk="0" hangingPunct="1">
        <a:defRPr sz="1800" kern="1200">
          <a:solidFill>
            <a:schemeClr val="tx1"/>
          </a:solidFill>
          <a:latin typeface="+mn-lt"/>
          <a:ea typeface="+mn-ea"/>
          <a:cs typeface="+mn-cs"/>
        </a:defRPr>
      </a:lvl1pPr>
      <a:lvl2pPr marL="457189" algn="l" defTabSz="914378" rtl="0" eaLnBrk="1" latinLnBrk="0" hangingPunct="1">
        <a:defRPr sz="1800" kern="1200">
          <a:solidFill>
            <a:schemeClr val="tx1"/>
          </a:solidFill>
          <a:latin typeface="+mn-lt"/>
          <a:ea typeface="+mn-ea"/>
          <a:cs typeface="+mn-cs"/>
        </a:defRPr>
      </a:lvl2pPr>
      <a:lvl3pPr marL="914378" algn="l" defTabSz="914378" rtl="0" eaLnBrk="1" latinLnBrk="0" hangingPunct="1">
        <a:defRPr sz="1800" kern="1200">
          <a:solidFill>
            <a:schemeClr val="tx1"/>
          </a:solidFill>
          <a:latin typeface="+mn-lt"/>
          <a:ea typeface="+mn-ea"/>
          <a:cs typeface="+mn-cs"/>
        </a:defRPr>
      </a:lvl3pPr>
      <a:lvl4pPr marL="1371566" algn="l" defTabSz="914378" rtl="0" eaLnBrk="1" latinLnBrk="0" hangingPunct="1">
        <a:defRPr sz="1800" kern="1200">
          <a:solidFill>
            <a:schemeClr val="tx1"/>
          </a:solidFill>
          <a:latin typeface="+mn-lt"/>
          <a:ea typeface="+mn-ea"/>
          <a:cs typeface="+mn-cs"/>
        </a:defRPr>
      </a:lvl4pPr>
      <a:lvl5pPr marL="1828754" algn="l" defTabSz="914378" rtl="0" eaLnBrk="1" latinLnBrk="0" hangingPunct="1">
        <a:defRPr sz="1800" kern="1200">
          <a:solidFill>
            <a:schemeClr val="tx1"/>
          </a:solidFill>
          <a:latin typeface="+mn-lt"/>
          <a:ea typeface="+mn-ea"/>
          <a:cs typeface="+mn-cs"/>
        </a:defRPr>
      </a:lvl5pPr>
      <a:lvl6pPr marL="2285943" algn="l" defTabSz="914378" rtl="0" eaLnBrk="1" latinLnBrk="0" hangingPunct="1">
        <a:defRPr sz="1800" kern="1200">
          <a:solidFill>
            <a:schemeClr val="tx1"/>
          </a:solidFill>
          <a:latin typeface="+mn-lt"/>
          <a:ea typeface="+mn-ea"/>
          <a:cs typeface="+mn-cs"/>
        </a:defRPr>
      </a:lvl6pPr>
      <a:lvl7pPr marL="2743132" algn="l" defTabSz="914378" rtl="0" eaLnBrk="1" latinLnBrk="0" hangingPunct="1">
        <a:defRPr sz="1800" kern="1200">
          <a:solidFill>
            <a:schemeClr val="tx1"/>
          </a:solidFill>
          <a:latin typeface="+mn-lt"/>
          <a:ea typeface="+mn-ea"/>
          <a:cs typeface="+mn-cs"/>
        </a:defRPr>
      </a:lvl7pPr>
      <a:lvl8pPr marL="3200320" algn="l" defTabSz="914378" rtl="0" eaLnBrk="1" latinLnBrk="0" hangingPunct="1">
        <a:defRPr sz="1800" kern="1200">
          <a:solidFill>
            <a:schemeClr val="tx1"/>
          </a:solidFill>
          <a:latin typeface="+mn-lt"/>
          <a:ea typeface="+mn-ea"/>
          <a:cs typeface="+mn-cs"/>
        </a:defRPr>
      </a:lvl8pPr>
      <a:lvl9pPr marL="3657509" algn="l" defTabSz="914378"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5.xml"/></Relationships>
</file>

<file path=ppt/slides/_rels/slide3.xml.rels><?xml version="1.0" encoding="UTF-8" standalone="yes"?>
<Relationships xmlns="http://schemas.openxmlformats.org/package/2006/relationships"><Relationship Id="rId3" Type="http://schemas.openxmlformats.org/officeDocument/2006/relationships/image" Target="../media/image12.jpeg"/><Relationship Id="rId2" Type="http://schemas.openxmlformats.org/officeDocument/2006/relationships/notesSlide" Target="../notesSlides/notesSlide2.xml"/><Relationship Id="rId1" Type="http://schemas.openxmlformats.org/officeDocument/2006/relationships/slideLayout" Target="../slideLayouts/slideLayout6.xml"/><Relationship Id="rId4" Type="http://schemas.openxmlformats.org/officeDocument/2006/relationships/hyperlink" Target="https://youtu.be/TDynSmrzpXw" TargetMode="External"/></Relationships>
</file>

<file path=ppt/slides/_rels/slide4.xml.rels><?xml version="1.0" encoding="UTF-8" standalone="yes"?>
<Relationships xmlns="http://schemas.openxmlformats.org/package/2006/relationships"><Relationship Id="rId3" Type="http://schemas.openxmlformats.org/officeDocument/2006/relationships/image" Target="../media/image13.png"/><Relationship Id="rId7" Type="http://schemas.openxmlformats.org/officeDocument/2006/relationships/image" Target="../media/image17.jpg"/><Relationship Id="rId2" Type="http://schemas.openxmlformats.org/officeDocument/2006/relationships/hyperlink" Target="https://www.computerworlduk.com/galleries/infrastructure/top-software-failures-recent-history-3599618/" TargetMode="External"/><Relationship Id="rId1" Type="http://schemas.openxmlformats.org/officeDocument/2006/relationships/slideLayout" Target="../slideLayouts/slideLayout5.xml"/><Relationship Id="rId6" Type="http://schemas.openxmlformats.org/officeDocument/2006/relationships/image" Target="../media/image16.png"/><Relationship Id="rId5" Type="http://schemas.openxmlformats.org/officeDocument/2006/relationships/image" Target="../media/image15.png"/><Relationship Id="rId4" Type="http://schemas.openxmlformats.org/officeDocument/2006/relationships/image" Target="../media/image14.png"/></Relationships>
</file>

<file path=ppt/slides/_rels/slide5.xml.rels><?xml version="1.0" encoding="UTF-8" standalone="yes"?>
<Relationships xmlns="http://schemas.openxmlformats.org/package/2006/relationships"><Relationship Id="rId3" Type="http://schemas.openxmlformats.org/officeDocument/2006/relationships/hyperlink" Target="https://regionsyddanmark.dk/wm516969" TargetMode="External"/><Relationship Id="rId2" Type="http://schemas.openxmlformats.org/officeDocument/2006/relationships/hyperlink" Target="https://www.dr.dk/nyheder/tema/sundhedsplatformen" TargetMode="External"/><Relationship Id="rId1" Type="http://schemas.openxmlformats.org/officeDocument/2006/relationships/slideLayout" Target="../slideLayouts/slideLayout5.xml"/><Relationship Id="rId6" Type="http://schemas.openxmlformats.org/officeDocument/2006/relationships/image" Target="../media/image18.png"/><Relationship Id="rId5" Type="http://schemas.openxmlformats.org/officeDocument/2006/relationships/hyperlink" Target="https://twitter.com/akutberedskabet/status/1170705054040567809" TargetMode="External"/><Relationship Id="rId4" Type="http://schemas.openxmlformats.org/officeDocument/2006/relationships/hyperlink" Target="https://twitter.com/akutberedskabet/status/1170805266557886465" TargetMode="External"/></Relationships>
</file>

<file path=ppt/slides/_rels/slide6.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5.xml"/></Relationships>
</file>

<file path=ppt/slides/_rels/slide7.xml.rels><?xml version="1.0" encoding="UTF-8" standalone="yes"?>
<Relationships xmlns="http://schemas.openxmlformats.org/package/2006/relationships"><Relationship Id="rId3" Type="http://schemas.openxmlformats.org/officeDocument/2006/relationships/diagramData" Target="../diagrams/data1.xml"/><Relationship Id="rId7" Type="http://schemas.microsoft.com/office/2007/relationships/diagramDrawing" Target="../diagrams/drawing1.xml"/><Relationship Id="rId2" Type="http://schemas.openxmlformats.org/officeDocument/2006/relationships/notesSlide" Target="../notesSlides/notesSlide3.xml"/><Relationship Id="rId1" Type="http://schemas.openxmlformats.org/officeDocument/2006/relationships/slideLayout" Target="../slideLayouts/slideLayout5.xml"/><Relationship Id="rId6" Type="http://schemas.openxmlformats.org/officeDocument/2006/relationships/diagramColors" Target="../diagrams/colors1.xml"/><Relationship Id="rId5" Type="http://schemas.openxmlformats.org/officeDocument/2006/relationships/diagramQuickStyle" Target="../diagrams/quickStyle1.xml"/><Relationship Id="rId4" Type="http://schemas.openxmlformats.org/officeDocument/2006/relationships/diagramLayout" Target="../diagrams/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5.xml"/></Relationships>
</file>

<file path=ppt/slides/_rels/slide9.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5.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1.xml.rels><?xml version="1.0" encoding="UTF-8" standalone="yes"?>
<Relationships xmlns="http://schemas.openxmlformats.org/package/2006/relationships"><Relationship Id="rId3" Type="http://schemas.openxmlformats.org/officeDocument/2006/relationships/diagramData" Target="../diagrams/data2.xml"/><Relationship Id="rId7" Type="http://schemas.microsoft.com/office/2007/relationships/diagramDrawing" Target="../diagrams/drawing2.xml"/><Relationship Id="rId2" Type="http://schemas.openxmlformats.org/officeDocument/2006/relationships/notesSlide" Target="../notesSlides/notesSlide5.xml"/><Relationship Id="rId1" Type="http://schemas.openxmlformats.org/officeDocument/2006/relationships/slideLayout" Target="../slideLayouts/slideLayout19.xml"/><Relationship Id="rId6" Type="http://schemas.openxmlformats.org/officeDocument/2006/relationships/diagramColors" Target="../diagrams/colors2.xml"/><Relationship Id="rId5" Type="http://schemas.openxmlformats.org/officeDocument/2006/relationships/diagramQuickStyle" Target="../diagrams/quickStyle2.xml"/><Relationship Id="rId4" Type="http://schemas.openxmlformats.org/officeDocument/2006/relationships/diagramLayout" Target="../diagrams/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21.jpeg"/><Relationship Id="rId1" Type="http://schemas.openxmlformats.org/officeDocument/2006/relationships/slideLayout" Target="../slideLayouts/slideLayout5.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5.xml"/></Relationships>
</file>

<file path=ppt/slides/_rels/slide14.xml.rels><?xml version="1.0" encoding="UTF-8" standalone="yes"?>
<Relationships xmlns="http://schemas.openxmlformats.org/package/2006/relationships"><Relationship Id="rId3" Type="http://schemas.openxmlformats.org/officeDocument/2006/relationships/hyperlink" Target="http://softwaretestingfundamentals.com/test-plan/" TargetMode="External"/><Relationship Id="rId2" Type="http://schemas.openxmlformats.org/officeDocument/2006/relationships/notesSlide" Target="../notesSlides/notesSlide7.xml"/><Relationship Id="rId1" Type="http://schemas.openxmlformats.org/officeDocument/2006/relationships/slideLayout" Target="../slideLayouts/slideLayout5.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9.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9.xml"/></Relationships>
</file>

<file path=ppt/slides/_rels/slide22.xml.rels><?xml version="1.0" encoding="UTF-8" standalone="yes"?>
<Relationships xmlns="http://schemas.openxmlformats.org/package/2006/relationships"><Relationship Id="rId3" Type="http://schemas.openxmlformats.org/officeDocument/2006/relationships/hyperlink" Target="https://www.youtube.com/watch?v=BBmA5Qp6Ghk&amp;feature=youtu.be" TargetMode="External"/><Relationship Id="rId2" Type="http://schemas.openxmlformats.org/officeDocument/2006/relationships/notesSlide" Target="../notesSlides/notesSlide9.xml"/><Relationship Id="rId1" Type="http://schemas.openxmlformats.org/officeDocument/2006/relationships/slideLayout" Target="../slideLayouts/slideLayout19.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24.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image" Target="../media/image22.png"/><Relationship Id="rId1" Type="http://schemas.openxmlformats.org/officeDocument/2006/relationships/slideLayout" Target="../slideLayouts/slideLayout5.xml"/><Relationship Id="rId4" Type="http://schemas.openxmlformats.org/officeDocument/2006/relationships/hyperlink" Target="http://testingfreak.com/test-case/" TargetMode="Externa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9.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9.xml"/></Relationships>
</file>

<file path=ppt/slides/_rels/slide27.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10.xml"/><Relationship Id="rId1" Type="http://schemas.openxmlformats.org/officeDocument/2006/relationships/slideLayout" Target="../slideLayouts/slideLayout19.xml"/></Relationships>
</file>

<file path=ppt/slides/_rels/slide28.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5.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9.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9.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9.xml"/></Relationships>
</file>

<file path=ppt/slides/_rels/slide34.xml.rels><?xml version="1.0" encoding="UTF-8" standalone="yes"?>
<Relationships xmlns="http://schemas.openxmlformats.org/package/2006/relationships"><Relationship Id="rId3" Type="http://schemas.openxmlformats.org/officeDocument/2006/relationships/image" Target="../media/image26.emf"/><Relationship Id="rId2" Type="http://schemas.openxmlformats.org/officeDocument/2006/relationships/notesSlide" Target="../notesSlides/notesSlide12.xml"/><Relationship Id="rId1" Type="http://schemas.openxmlformats.org/officeDocument/2006/relationships/slideLayout" Target="../slideLayouts/slideLayout19.xml"/><Relationship Id="rId4" Type="http://schemas.openxmlformats.org/officeDocument/2006/relationships/image" Target="../media/image27.emf"/></Relationships>
</file>

<file path=ppt/slides/_rels/slide35.xml.rels><?xml version="1.0" encoding="UTF-8" standalone="yes"?>
<Relationships xmlns="http://schemas.openxmlformats.org/package/2006/relationships"><Relationship Id="rId3" Type="http://schemas.openxmlformats.org/officeDocument/2006/relationships/image" Target="../media/image28.emf"/><Relationship Id="rId2" Type="http://schemas.openxmlformats.org/officeDocument/2006/relationships/notesSlide" Target="../notesSlides/notesSlide13.xml"/><Relationship Id="rId1" Type="http://schemas.openxmlformats.org/officeDocument/2006/relationships/slideLayout" Target="../slideLayouts/slideLayout19.xml"/><Relationship Id="rId4" Type="http://schemas.openxmlformats.org/officeDocument/2006/relationships/image" Target="../media/image29.emf"/></Relationships>
</file>

<file path=ppt/slides/_rels/slide36.xml.rels><?xml version="1.0" encoding="UTF-8" standalone="yes"?>
<Relationships xmlns="http://schemas.openxmlformats.org/package/2006/relationships"><Relationship Id="rId2" Type="http://schemas.openxmlformats.org/officeDocument/2006/relationships/image" Target="../media/image30.emf"/><Relationship Id="rId1" Type="http://schemas.openxmlformats.org/officeDocument/2006/relationships/slideLayout" Target="../slideLayouts/slideLayout19.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p:cNvSpPr>
            <a:spLocks noGrp="1"/>
          </p:cNvSpPr>
          <p:nvPr>
            <p:ph type="title"/>
          </p:nvPr>
        </p:nvSpPr>
        <p:spPr/>
        <p:txBody>
          <a:bodyPr/>
          <a:lstStyle/>
          <a:p>
            <a:r>
              <a:rPr lang="da-DK" dirty="0"/>
              <a:t>Modul 2</a:t>
            </a:r>
          </a:p>
        </p:txBody>
      </p:sp>
      <p:sp>
        <p:nvSpPr>
          <p:cNvPr id="3" name="Pladsholder til tekst 2"/>
          <p:cNvSpPr>
            <a:spLocks noGrp="1"/>
          </p:cNvSpPr>
          <p:nvPr>
            <p:ph type="body" sz="quarter" idx="17"/>
          </p:nvPr>
        </p:nvSpPr>
        <p:spPr/>
        <p:txBody>
          <a:bodyPr/>
          <a:lstStyle/>
          <a:p>
            <a:r>
              <a:rPr lang="da-DK" dirty="0"/>
              <a:t>Test</a:t>
            </a:r>
          </a:p>
        </p:txBody>
      </p:sp>
      <p:sp>
        <p:nvSpPr>
          <p:cNvPr id="8" name="Pladsholder til tekst 7"/>
          <p:cNvSpPr>
            <a:spLocks noGrp="1"/>
          </p:cNvSpPr>
          <p:nvPr>
            <p:ph type="body" sz="quarter" idx="18"/>
          </p:nvPr>
        </p:nvSpPr>
        <p:spPr/>
        <p:txBody>
          <a:bodyPr/>
          <a:lstStyle/>
          <a:p>
            <a:r>
              <a:rPr lang="da-DK" dirty="0"/>
              <a:t>Datamatiker</a:t>
            </a:r>
          </a:p>
        </p:txBody>
      </p:sp>
    </p:spTree>
    <p:extLst>
      <p:ext uri="{BB962C8B-B14F-4D97-AF65-F5344CB8AC3E}">
        <p14:creationId xmlns:p14="http://schemas.microsoft.com/office/powerpoint/2010/main" val="361239839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77576DAE-FE85-4DA8-A185-1CCB3719817A}"/>
              </a:ext>
            </a:extLst>
          </p:cNvPr>
          <p:cNvSpPr>
            <a:spLocks noGrp="1"/>
          </p:cNvSpPr>
          <p:nvPr>
            <p:ph type="title"/>
          </p:nvPr>
        </p:nvSpPr>
        <p:spPr/>
        <p:txBody>
          <a:bodyPr/>
          <a:lstStyle/>
          <a:p>
            <a:r>
              <a:rPr lang="da-DK" dirty="0"/>
              <a:t>Test</a:t>
            </a:r>
          </a:p>
        </p:txBody>
      </p:sp>
      <p:sp>
        <p:nvSpPr>
          <p:cNvPr id="3" name="Pladsholder til tekst 2">
            <a:extLst>
              <a:ext uri="{FF2B5EF4-FFF2-40B4-BE49-F238E27FC236}">
                <a16:creationId xmlns:a16="http://schemas.microsoft.com/office/drawing/2014/main" id="{F52F1A78-68F2-4ADB-AFCB-313A76D4E6BC}"/>
              </a:ext>
            </a:extLst>
          </p:cNvPr>
          <p:cNvSpPr>
            <a:spLocks noGrp="1"/>
          </p:cNvSpPr>
          <p:nvPr>
            <p:ph type="body" sz="quarter" idx="17"/>
          </p:nvPr>
        </p:nvSpPr>
        <p:spPr/>
        <p:txBody>
          <a:bodyPr/>
          <a:lstStyle/>
          <a:p>
            <a:r>
              <a:rPr lang="da-DK" dirty="0"/>
              <a:t>Introduktion</a:t>
            </a:r>
          </a:p>
        </p:txBody>
      </p:sp>
    </p:spTree>
    <p:extLst>
      <p:ext uri="{BB962C8B-B14F-4D97-AF65-F5344CB8AC3E}">
        <p14:creationId xmlns:p14="http://schemas.microsoft.com/office/powerpoint/2010/main" val="151146923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3074" name="Picture 2" descr="Image result for find the error">
            <a:extLst>
              <a:ext uri="{FF2B5EF4-FFF2-40B4-BE49-F238E27FC236}">
                <a16:creationId xmlns:a16="http://schemas.microsoft.com/office/drawing/2014/main" id="{C1399D9B-ADD6-479A-B031-43E6F18EB0AF}"/>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l="28680" r="26832"/>
          <a:stretch/>
        </p:blipFill>
        <p:spPr bwMode="auto">
          <a:xfrm>
            <a:off x="8124000" y="10"/>
            <a:ext cx="4068000" cy="6857990"/>
          </a:xfrm>
          <a:prstGeom prst="rect">
            <a:avLst/>
          </a:prstGeom>
          <a:solidFill>
            <a:srgbClr val="FFFFFF"/>
          </a:solidFill>
        </p:spPr>
      </p:pic>
      <p:sp>
        <p:nvSpPr>
          <p:cNvPr id="2" name="Title 1"/>
          <p:cNvSpPr>
            <a:spLocks noGrp="1"/>
          </p:cNvSpPr>
          <p:nvPr>
            <p:ph type="title"/>
          </p:nvPr>
        </p:nvSpPr>
        <p:spPr>
          <a:xfrm>
            <a:off x="467999" y="756000"/>
            <a:ext cx="7200000" cy="1016816"/>
          </a:xfrm>
          <a:prstGeom prst="rect">
            <a:avLst/>
          </a:prstGeom>
        </p:spPr>
        <p:txBody>
          <a:bodyPr anchor="t">
            <a:normAutofit/>
          </a:bodyPr>
          <a:lstStyle/>
          <a:p>
            <a:r>
              <a:rPr lang="da-DK" dirty="0"/>
              <a:t>Softwaretestning</a:t>
            </a:r>
          </a:p>
        </p:txBody>
      </p:sp>
      <p:sp>
        <p:nvSpPr>
          <p:cNvPr id="3" name="Content Placeholder 2"/>
          <p:cNvSpPr>
            <a:spLocks noGrp="1"/>
          </p:cNvSpPr>
          <p:nvPr>
            <p:ph type="body" sz="quarter" idx="17"/>
          </p:nvPr>
        </p:nvSpPr>
        <p:spPr>
          <a:xfrm>
            <a:off x="467998" y="1916832"/>
            <a:ext cx="7656002" cy="3591168"/>
          </a:xfrm>
          <a:prstGeom prst="rect">
            <a:avLst/>
          </a:prstGeom>
        </p:spPr>
        <p:txBody>
          <a:bodyPr anchor="t">
            <a:normAutofit fontScale="85000" lnSpcReduction="10000"/>
          </a:bodyPr>
          <a:lstStyle/>
          <a:p>
            <a:pPr marL="457200" indent="-457200">
              <a:spcAft>
                <a:spcPts val="600"/>
              </a:spcAft>
              <a:buFont typeface="Arial" panose="020B0604020202020204" pitchFamily="34" charset="0"/>
              <a:buChar char="•"/>
            </a:pPr>
            <a:r>
              <a:rPr lang="da-DK" dirty="0"/>
              <a:t>Målet med at teste software:</a:t>
            </a:r>
            <a:br>
              <a:rPr lang="da-DK" dirty="0"/>
            </a:br>
            <a:r>
              <a:rPr lang="da-DK" dirty="0"/>
              <a:t>Finde fejl på en systematisk og effektiv måde</a:t>
            </a:r>
          </a:p>
          <a:p>
            <a:pPr marL="457200" indent="-457200">
              <a:spcAft>
                <a:spcPts val="600"/>
              </a:spcAft>
              <a:buFont typeface="Arial" panose="020B0604020202020204" pitchFamily="34" charset="0"/>
              <a:buChar char="•"/>
            </a:pPr>
            <a:endParaRPr lang="da-DK" dirty="0"/>
          </a:p>
          <a:p>
            <a:pPr marL="457200" indent="-457200">
              <a:spcAft>
                <a:spcPts val="600"/>
              </a:spcAft>
              <a:buFont typeface="Arial" panose="020B0604020202020204" pitchFamily="34" charset="0"/>
              <a:buChar char="•"/>
            </a:pPr>
            <a:r>
              <a:rPr lang="da-DK" dirty="0"/>
              <a:t>Ikke ved en tilfældighed, når programmet bliver brugt</a:t>
            </a:r>
          </a:p>
          <a:p>
            <a:pPr marL="457200" indent="-457200">
              <a:spcAft>
                <a:spcPts val="600"/>
              </a:spcAft>
              <a:buFont typeface="Arial" panose="020B0604020202020204" pitchFamily="34" charset="0"/>
              <a:buChar char="•"/>
            </a:pPr>
            <a:endParaRPr lang="da-DK" dirty="0"/>
          </a:p>
          <a:p>
            <a:pPr marL="457200" indent="-457200">
              <a:spcAft>
                <a:spcPts val="600"/>
              </a:spcAft>
              <a:buFont typeface="Arial" panose="020B0604020202020204" pitchFamily="34" charset="0"/>
              <a:buChar char="•"/>
            </a:pPr>
            <a:r>
              <a:rPr lang="da-DK" dirty="0"/>
              <a:t>Forsøge at få programmet/koden til at fejle</a:t>
            </a:r>
          </a:p>
          <a:p>
            <a:pPr marL="457200" indent="-457200">
              <a:spcAft>
                <a:spcPts val="600"/>
              </a:spcAft>
              <a:buFont typeface="Arial" panose="020B0604020202020204" pitchFamily="34" charset="0"/>
              <a:buChar char="•"/>
            </a:pPr>
            <a:endParaRPr lang="da-DK" dirty="0"/>
          </a:p>
          <a:p>
            <a:pPr marL="457200" indent="-457200">
              <a:spcAft>
                <a:spcPts val="600"/>
              </a:spcAft>
              <a:buFont typeface="Arial" panose="020B0604020202020204" pitchFamily="34" charset="0"/>
              <a:buChar char="•"/>
            </a:pPr>
            <a:endParaRPr lang="da-DK" dirty="0"/>
          </a:p>
          <a:p>
            <a:r>
              <a:rPr lang="en-US" sz="2000" b="1" dirty="0"/>
              <a:t>What is Software Testing &amp; Why Testing is Important?</a:t>
            </a:r>
          </a:p>
          <a:p>
            <a:pPr lvl="1"/>
            <a:r>
              <a:rPr lang="en-US" sz="1600" dirty="0">
                <a:solidFill>
                  <a:srgbClr val="0070C0"/>
                </a:solidFill>
                <a:hlinkClick r:id="rId4"/>
              </a:rPr>
              <a:t>https://youtu.be/TDynSmrzpXw</a:t>
            </a:r>
            <a:r>
              <a:rPr lang="en-US" sz="1600" dirty="0">
                <a:solidFill>
                  <a:srgbClr val="0070C0"/>
                </a:solidFill>
              </a:rPr>
              <a:t> </a:t>
            </a:r>
            <a:endParaRPr lang="en-US" sz="1600" i="1" dirty="0">
              <a:solidFill>
                <a:srgbClr val="0070C0"/>
              </a:solidFill>
            </a:endParaRPr>
          </a:p>
          <a:p>
            <a:pPr marL="457200" indent="-457200">
              <a:spcAft>
                <a:spcPts val="600"/>
              </a:spcAft>
              <a:buFont typeface="Arial" panose="020B0604020202020204" pitchFamily="34" charset="0"/>
              <a:buChar char="•"/>
            </a:pPr>
            <a:endParaRPr lang="da-DK" dirty="0"/>
          </a:p>
          <a:p>
            <a:pPr marL="0" indent="0">
              <a:spcAft>
                <a:spcPts val="600"/>
              </a:spcAft>
              <a:buNone/>
            </a:pPr>
            <a:endParaRPr lang="en-US" dirty="0"/>
          </a:p>
        </p:txBody>
      </p:sp>
      <p:sp>
        <p:nvSpPr>
          <p:cNvPr id="5" name="Pladsholder til slidenummer 4">
            <a:extLst>
              <a:ext uri="{FF2B5EF4-FFF2-40B4-BE49-F238E27FC236}">
                <a16:creationId xmlns:a16="http://schemas.microsoft.com/office/drawing/2014/main" id="{1BE09A7C-34D1-4F56-972C-AFBB681072E4}"/>
              </a:ext>
            </a:extLst>
          </p:cNvPr>
          <p:cNvSpPr>
            <a:spLocks noGrp="1"/>
          </p:cNvSpPr>
          <p:nvPr>
            <p:ph type="sldNum" sz="quarter" idx="12"/>
          </p:nvPr>
        </p:nvSpPr>
        <p:spPr/>
        <p:txBody>
          <a:bodyPr/>
          <a:lstStyle/>
          <a:p>
            <a:fld id="{20EB7ABC-56F9-4FEF-9CF0-E2D14234E329}" type="slidenum">
              <a:rPr lang="da-DK" noProof="0" smtClean="0"/>
              <a:pPr/>
              <a:t>3</a:t>
            </a:fld>
            <a:endParaRPr lang="da-DK" noProof="0" dirty="0"/>
          </a:p>
        </p:txBody>
      </p:sp>
    </p:spTree>
    <p:extLst>
      <p:ext uri="{BB962C8B-B14F-4D97-AF65-F5344CB8AC3E}">
        <p14:creationId xmlns:p14="http://schemas.microsoft.com/office/powerpoint/2010/main" val="123421668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el 2">
            <a:extLst>
              <a:ext uri="{FF2B5EF4-FFF2-40B4-BE49-F238E27FC236}">
                <a16:creationId xmlns:a16="http://schemas.microsoft.com/office/drawing/2014/main" id="{19EBF836-4741-4FD0-8DDA-12BC812CC20C}"/>
              </a:ext>
            </a:extLst>
          </p:cNvPr>
          <p:cNvSpPr>
            <a:spLocks noGrp="1"/>
          </p:cNvSpPr>
          <p:nvPr>
            <p:ph type="title"/>
          </p:nvPr>
        </p:nvSpPr>
        <p:spPr/>
        <p:txBody>
          <a:bodyPr/>
          <a:lstStyle/>
          <a:p>
            <a:r>
              <a:rPr lang="da-DK" dirty="0"/>
              <a:t>Eksempler på bugs</a:t>
            </a:r>
          </a:p>
        </p:txBody>
      </p:sp>
      <p:sp>
        <p:nvSpPr>
          <p:cNvPr id="4" name="Pladsholder til tekst 3">
            <a:extLst>
              <a:ext uri="{FF2B5EF4-FFF2-40B4-BE49-F238E27FC236}">
                <a16:creationId xmlns:a16="http://schemas.microsoft.com/office/drawing/2014/main" id="{5668F83A-2515-4F85-ABC5-434E9481E182}"/>
              </a:ext>
            </a:extLst>
          </p:cNvPr>
          <p:cNvSpPr>
            <a:spLocks noGrp="1"/>
          </p:cNvSpPr>
          <p:nvPr>
            <p:ph type="body" sz="quarter" idx="13"/>
          </p:nvPr>
        </p:nvSpPr>
        <p:spPr/>
        <p:txBody>
          <a:bodyPr/>
          <a:lstStyle/>
          <a:p>
            <a:pPr marL="0" indent="0">
              <a:spcBef>
                <a:spcPts val="1800"/>
              </a:spcBef>
              <a:buNone/>
            </a:pPr>
            <a:endParaRPr lang="da-DK" dirty="0"/>
          </a:p>
        </p:txBody>
      </p:sp>
      <p:sp>
        <p:nvSpPr>
          <p:cNvPr id="5" name="Tekstfelt 4">
            <a:extLst>
              <a:ext uri="{FF2B5EF4-FFF2-40B4-BE49-F238E27FC236}">
                <a16:creationId xmlns:a16="http://schemas.microsoft.com/office/drawing/2014/main" id="{F7C42FFB-099D-48A2-A147-EFE3232F58C4}"/>
              </a:ext>
            </a:extLst>
          </p:cNvPr>
          <p:cNvSpPr txBox="1"/>
          <p:nvPr/>
        </p:nvSpPr>
        <p:spPr>
          <a:xfrm>
            <a:off x="1399683" y="5625889"/>
            <a:ext cx="10081120" cy="646331"/>
          </a:xfrm>
          <a:prstGeom prst="rect">
            <a:avLst/>
          </a:prstGeom>
          <a:noFill/>
        </p:spPr>
        <p:txBody>
          <a:bodyPr wrap="square" rtlCol="0">
            <a:spAutoFit/>
          </a:bodyPr>
          <a:lstStyle/>
          <a:p>
            <a:r>
              <a:rPr lang="en-US" sz="2000" b="1" dirty="0"/>
              <a:t>Top software failures 2019: British Airways, Facebook-Instagram-WhatsApp</a:t>
            </a:r>
          </a:p>
          <a:p>
            <a:pPr lvl="1"/>
            <a:r>
              <a:rPr lang="en-US" sz="1600" dirty="0">
                <a:hlinkClick r:id="rId2"/>
              </a:rPr>
              <a:t>https://www.computerworlduk.com/galleries/infrastructure/top-software-failures-recent-history-3599618/</a:t>
            </a:r>
            <a:r>
              <a:rPr lang="en-US" sz="1600" dirty="0"/>
              <a:t> </a:t>
            </a:r>
          </a:p>
        </p:txBody>
      </p:sp>
      <p:sp>
        <p:nvSpPr>
          <p:cNvPr id="6" name="Pladsholder til slidenummer 5">
            <a:extLst>
              <a:ext uri="{FF2B5EF4-FFF2-40B4-BE49-F238E27FC236}">
                <a16:creationId xmlns:a16="http://schemas.microsoft.com/office/drawing/2014/main" id="{5E601BDC-E200-45E2-A5CE-031B3DF99D74}"/>
              </a:ext>
            </a:extLst>
          </p:cNvPr>
          <p:cNvSpPr>
            <a:spLocks noGrp="1"/>
          </p:cNvSpPr>
          <p:nvPr>
            <p:ph type="sldNum" sz="quarter" idx="12"/>
          </p:nvPr>
        </p:nvSpPr>
        <p:spPr/>
        <p:txBody>
          <a:bodyPr/>
          <a:lstStyle/>
          <a:p>
            <a:fld id="{20EB7ABC-56F9-4FEF-9CF0-E2D14234E329}" type="slidenum">
              <a:rPr lang="da-DK" noProof="0" smtClean="0"/>
              <a:pPr/>
              <a:t>4</a:t>
            </a:fld>
            <a:endParaRPr lang="da-DK" noProof="0" dirty="0"/>
          </a:p>
        </p:txBody>
      </p:sp>
      <p:pic>
        <p:nvPicPr>
          <p:cNvPr id="7" name="Billede 6">
            <a:extLst>
              <a:ext uri="{FF2B5EF4-FFF2-40B4-BE49-F238E27FC236}">
                <a16:creationId xmlns:a16="http://schemas.microsoft.com/office/drawing/2014/main" id="{5261A63F-F715-4CA5-B56B-847645EE2397}"/>
              </a:ext>
            </a:extLst>
          </p:cNvPr>
          <p:cNvPicPr>
            <a:picLocks noChangeAspect="1"/>
          </p:cNvPicPr>
          <p:nvPr/>
        </p:nvPicPr>
        <p:blipFill>
          <a:blip r:embed="rId3"/>
          <a:stretch>
            <a:fillRect/>
          </a:stretch>
        </p:blipFill>
        <p:spPr>
          <a:xfrm>
            <a:off x="480482" y="1430111"/>
            <a:ext cx="8277225" cy="2800350"/>
          </a:xfrm>
          <a:prstGeom prst="rect">
            <a:avLst/>
          </a:prstGeom>
        </p:spPr>
      </p:pic>
      <p:pic>
        <p:nvPicPr>
          <p:cNvPr id="9" name="Billede 8">
            <a:extLst>
              <a:ext uri="{FF2B5EF4-FFF2-40B4-BE49-F238E27FC236}">
                <a16:creationId xmlns:a16="http://schemas.microsoft.com/office/drawing/2014/main" id="{A5AF040D-927A-419B-A7DD-AEF8418D4D94}"/>
              </a:ext>
            </a:extLst>
          </p:cNvPr>
          <p:cNvPicPr>
            <a:picLocks noChangeAspect="1"/>
          </p:cNvPicPr>
          <p:nvPr/>
        </p:nvPicPr>
        <p:blipFill>
          <a:blip r:embed="rId4"/>
          <a:stretch>
            <a:fillRect/>
          </a:stretch>
        </p:blipFill>
        <p:spPr>
          <a:xfrm>
            <a:off x="468000" y="1823025"/>
            <a:ext cx="8181975" cy="3409950"/>
          </a:xfrm>
          <a:prstGeom prst="rect">
            <a:avLst/>
          </a:prstGeom>
        </p:spPr>
      </p:pic>
      <p:pic>
        <p:nvPicPr>
          <p:cNvPr id="11" name="Billede 10">
            <a:extLst>
              <a:ext uri="{FF2B5EF4-FFF2-40B4-BE49-F238E27FC236}">
                <a16:creationId xmlns:a16="http://schemas.microsoft.com/office/drawing/2014/main" id="{ED3F95CD-FFA8-4D86-8AC6-701F88B05493}"/>
              </a:ext>
            </a:extLst>
          </p:cNvPr>
          <p:cNvPicPr>
            <a:picLocks noChangeAspect="1"/>
          </p:cNvPicPr>
          <p:nvPr/>
        </p:nvPicPr>
        <p:blipFill>
          <a:blip r:embed="rId5"/>
          <a:stretch>
            <a:fillRect/>
          </a:stretch>
        </p:blipFill>
        <p:spPr>
          <a:xfrm>
            <a:off x="449988" y="2146280"/>
            <a:ext cx="8343900" cy="2143125"/>
          </a:xfrm>
          <a:prstGeom prst="rect">
            <a:avLst/>
          </a:prstGeom>
        </p:spPr>
      </p:pic>
      <p:pic>
        <p:nvPicPr>
          <p:cNvPr id="13" name="Billede 12">
            <a:extLst>
              <a:ext uri="{FF2B5EF4-FFF2-40B4-BE49-F238E27FC236}">
                <a16:creationId xmlns:a16="http://schemas.microsoft.com/office/drawing/2014/main" id="{0EF96A11-C59D-411C-A453-27109247A732}"/>
              </a:ext>
            </a:extLst>
          </p:cNvPr>
          <p:cNvPicPr>
            <a:picLocks noChangeAspect="1"/>
          </p:cNvPicPr>
          <p:nvPr/>
        </p:nvPicPr>
        <p:blipFill>
          <a:blip r:embed="rId6"/>
          <a:stretch>
            <a:fillRect/>
          </a:stretch>
        </p:blipFill>
        <p:spPr>
          <a:xfrm>
            <a:off x="480482" y="2546659"/>
            <a:ext cx="7460968" cy="3954906"/>
          </a:xfrm>
          <a:prstGeom prst="rect">
            <a:avLst/>
          </a:prstGeom>
        </p:spPr>
      </p:pic>
      <p:pic>
        <p:nvPicPr>
          <p:cNvPr id="14" name="Billede 13">
            <a:extLst>
              <a:ext uri="{FF2B5EF4-FFF2-40B4-BE49-F238E27FC236}">
                <a16:creationId xmlns:a16="http://schemas.microsoft.com/office/drawing/2014/main" id="{97293F0D-9DDF-4FA4-AAAD-FFFF8E2A684E}"/>
              </a:ext>
            </a:extLst>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8810190" y="585780"/>
            <a:ext cx="2162896" cy="2162896"/>
          </a:xfrm>
          <a:prstGeom prst="rect">
            <a:avLst/>
          </a:prstGeom>
        </p:spPr>
      </p:pic>
    </p:spTree>
    <p:extLst>
      <p:ext uri="{BB962C8B-B14F-4D97-AF65-F5344CB8AC3E}">
        <p14:creationId xmlns:p14="http://schemas.microsoft.com/office/powerpoint/2010/main" val="124797764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9"/>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1"/>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1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el 2">
            <a:extLst>
              <a:ext uri="{FF2B5EF4-FFF2-40B4-BE49-F238E27FC236}">
                <a16:creationId xmlns:a16="http://schemas.microsoft.com/office/drawing/2014/main" id="{2D9DDE91-CD62-4B5F-AB2D-102FFCB8128D}"/>
              </a:ext>
            </a:extLst>
          </p:cNvPr>
          <p:cNvSpPr>
            <a:spLocks noGrp="1"/>
          </p:cNvSpPr>
          <p:nvPr>
            <p:ph type="title"/>
          </p:nvPr>
        </p:nvSpPr>
        <p:spPr/>
        <p:txBody>
          <a:bodyPr/>
          <a:lstStyle/>
          <a:p>
            <a:r>
              <a:rPr lang="da-DK" dirty="0"/>
              <a:t>Eksempler på bugs</a:t>
            </a:r>
          </a:p>
        </p:txBody>
      </p:sp>
      <p:sp>
        <p:nvSpPr>
          <p:cNvPr id="4" name="Pladsholder til tekst 3">
            <a:extLst>
              <a:ext uri="{FF2B5EF4-FFF2-40B4-BE49-F238E27FC236}">
                <a16:creationId xmlns:a16="http://schemas.microsoft.com/office/drawing/2014/main" id="{146325C0-7625-4038-A7E3-04075EC55CF5}"/>
              </a:ext>
            </a:extLst>
          </p:cNvPr>
          <p:cNvSpPr>
            <a:spLocks noGrp="1"/>
          </p:cNvSpPr>
          <p:nvPr>
            <p:ph type="body" sz="quarter" idx="13"/>
          </p:nvPr>
        </p:nvSpPr>
        <p:spPr/>
        <p:txBody>
          <a:bodyPr/>
          <a:lstStyle/>
          <a:p>
            <a:r>
              <a:rPr lang="da-DK" dirty="0"/>
              <a:t>Sundhedsplatformen: </a:t>
            </a:r>
            <a:r>
              <a:rPr lang="da-DK" dirty="0">
                <a:hlinkClick r:id="rId2"/>
              </a:rPr>
              <a:t>https://www.dr.dk/nyheder/tema/sundhedsplatformen</a:t>
            </a:r>
            <a:endParaRPr lang="da-DK" dirty="0"/>
          </a:p>
          <a:p>
            <a:r>
              <a:rPr lang="da-DK" dirty="0"/>
              <a:t>TDC – akuttelefon </a:t>
            </a:r>
            <a:br>
              <a:rPr lang="da-DK" dirty="0"/>
            </a:br>
            <a:r>
              <a:rPr lang="da-DK" dirty="0">
                <a:hlinkClick r:id="rId3"/>
              </a:rPr>
              <a:t>https://regionsyddanmark.dk/wm516969</a:t>
            </a:r>
            <a:endParaRPr lang="da-DK" dirty="0"/>
          </a:p>
          <a:p>
            <a:r>
              <a:rPr lang="da-DK" dirty="0">
                <a:hlinkClick r:id="rId4"/>
              </a:rPr>
              <a:t>https://twitter.com/akutberedskabet/status/1170805266557886465</a:t>
            </a:r>
            <a:r>
              <a:rPr lang="da-DK" dirty="0"/>
              <a:t> </a:t>
            </a:r>
            <a:br>
              <a:rPr lang="da-DK" dirty="0"/>
            </a:br>
            <a:r>
              <a:rPr lang="da-DK" dirty="0">
                <a:hlinkClick r:id="rId5"/>
              </a:rPr>
              <a:t>https://twitter.com/akutberedskabet/status/1170705054040567809</a:t>
            </a:r>
            <a:r>
              <a:rPr lang="da-DK" dirty="0"/>
              <a:t> </a:t>
            </a:r>
          </a:p>
          <a:p>
            <a:pPr marL="0" indent="0">
              <a:buNone/>
            </a:pPr>
            <a:br>
              <a:rPr lang="da-DK" dirty="0"/>
            </a:br>
            <a:endParaRPr lang="da-DK" dirty="0"/>
          </a:p>
        </p:txBody>
      </p:sp>
      <p:pic>
        <p:nvPicPr>
          <p:cNvPr id="8" name="Billede 7">
            <a:extLst>
              <a:ext uri="{FF2B5EF4-FFF2-40B4-BE49-F238E27FC236}">
                <a16:creationId xmlns:a16="http://schemas.microsoft.com/office/drawing/2014/main" id="{5363BA19-A4F5-44C0-A865-2A4A0ADBD484}"/>
              </a:ext>
            </a:extLst>
          </p:cNvPr>
          <p:cNvPicPr>
            <a:picLocks noChangeAspect="1"/>
          </p:cNvPicPr>
          <p:nvPr/>
        </p:nvPicPr>
        <p:blipFill rotWithShape="1">
          <a:blip r:embed="rId6">
            <a:extLst>
              <a:ext uri="{28A0092B-C50C-407E-A947-70E740481C1C}">
                <a14:useLocalDpi xmlns:a14="http://schemas.microsoft.com/office/drawing/2010/main" val="0"/>
              </a:ext>
            </a:extLst>
          </a:blip>
          <a:srcRect t="2733"/>
          <a:stretch/>
        </p:blipFill>
        <p:spPr>
          <a:xfrm>
            <a:off x="9480376" y="4127980"/>
            <a:ext cx="2876875" cy="2730020"/>
          </a:xfrm>
          <a:prstGeom prst="rect">
            <a:avLst/>
          </a:prstGeom>
        </p:spPr>
      </p:pic>
      <p:sp>
        <p:nvSpPr>
          <p:cNvPr id="6" name="Pladsholder til slidenummer 5">
            <a:extLst>
              <a:ext uri="{FF2B5EF4-FFF2-40B4-BE49-F238E27FC236}">
                <a16:creationId xmlns:a16="http://schemas.microsoft.com/office/drawing/2014/main" id="{C6F08E35-F6EE-4FCE-99CB-FBD6BF828C2A}"/>
              </a:ext>
            </a:extLst>
          </p:cNvPr>
          <p:cNvSpPr>
            <a:spLocks noGrp="1"/>
          </p:cNvSpPr>
          <p:nvPr>
            <p:ph type="sldNum" sz="quarter" idx="12"/>
          </p:nvPr>
        </p:nvSpPr>
        <p:spPr/>
        <p:txBody>
          <a:bodyPr/>
          <a:lstStyle/>
          <a:p>
            <a:fld id="{20EB7ABC-56F9-4FEF-9CF0-E2D14234E329}" type="slidenum">
              <a:rPr lang="da-DK" noProof="0" smtClean="0"/>
              <a:pPr/>
              <a:t>5</a:t>
            </a:fld>
            <a:endParaRPr lang="da-DK" noProof="0" dirty="0"/>
          </a:p>
        </p:txBody>
      </p:sp>
    </p:spTree>
    <p:extLst>
      <p:ext uri="{BB962C8B-B14F-4D97-AF65-F5344CB8AC3E}">
        <p14:creationId xmlns:p14="http://schemas.microsoft.com/office/powerpoint/2010/main" val="302390483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1507" name="Picture 2"/>
          <p:cNvPicPr>
            <a:picLocks noGrp="1" noChangeAspect="1" noChangeArrowheads="1"/>
          </p:cNvPicPr>
          <p:nvPr>
            <p:ph idx="4294967295"/>
          </p:nvPr>
        </p:nvPicPr>
        <p:blipFill>
          <a:blip r:embed="rId2" cstate="print"/>
          <a:srcRect/>
          <a:stretch>
            <a:fillRect/>
          </a:stretch>
        </p:blipFill>
        <p:spPr>
          <a:xfrm>
            <a:off x="3143672" y="593190"/>
            <a:ext cx="8580328" cy="6089592"/>
          </a:xfrm>
          <a:noFill/>
        </p:spPr>
      </p:pic>
      <p:sp>
        <p:nvSpPr>
          <p:cNvPr id="16386" name="Titel 1"/>
          <p:cNvSpPr>
            <a:spLocks noGrp="1"/>
          </p:cNvSpPr>
          <p:nvPr>
            <p:ph type="title"/>
          </p:nvPr>
        </p:nvSpPr>
        <p:spPr/>
        <p:txBody>
          <a:bodyPr rtlCol="0">
            <a:normAutofit fontScale="90000"/>
          </a:bodyPr>
          <a:lstStyle/>
          <a:p>
            <a:pPr>
              <a:defRPr/>
            </a:pPr>
            <a:r>
              <a:rPr lang="en-US" dirty="0"/>
              <a:t>The Economic Dilemma</a:t>
            </a:r>
          </a:p>
        </p:txBody>
      </p:sp>
      <p:sp>
        <p:nvSpPr>
          <p:cNvPr id="3" name="Pladsholder til tekst 2">
            <a:extLst>
              <a:ext uri="{FF2B5EF4-FFF2-40B4-BE49-F238E27FC236}">
                <a16:creationId xmlns:a16="http://schemas.microsoft.com/office/drawing/2014/main" id="{D639C023-6610-460F-916A-82E1DCBDD564}"/>
              </a:ext>
            </a:extLst>
          </p:cNvPr>
          <p:cNvSpPr>
            <a:spLocks noGrp="1"/>
          </p:cNvSpPr>
          <p:nvPr>
            <p:ph type="body" sz="quarter" idx="13"/>
          </p:nvPr>
        </p:nvSpPr>
        <p:spPr>
          <a:xfrm>
            <a:off x="480485" y="1548000"/>
            <a:ext cx="2879211" cy="3960000"/>
          </a:xfrm>
        </p:spPr>
        <p:txBody>
          <a:bodyPr/>
          <a:lstStyle/>
          <a:p>
            <a:r>
              <a:rPr lang="da-DK" dirty="0"/>
              <a:t>Jo før vi tester, jo bedre</a:t>
            </a:r>
          </a:p>
        </p:txBody>
      </p:sp>
      <p:sp>
        <p:nvSpPr>
          <p:cNvPr id="4" name="Pladsholder til slidenummer 3">
            <a:extLst>
              <a:ext uri="{FF2B5EF4-FFF2-40B4-BE49-F238E27FC236}">
                <a16:creationId xmlns:a16="http://schemas.microsoft.com/office/drawing/2014/main" id="{60B95303-2A94-485A-96C4-DF7BF07AFE29}"/>
              </a:ext>
            </a:extLst>
          </p:cNvPr>
          <p:cNvSpPr>
            <a:spLocks noGrp="1"/>
          </p:cNvSpPr>
          <p:nvPr>
            <p:ph type="sldNum" sz="quarter" idx="12"/>
          </p:nvPr>
        </p:nvSpPr>
        <p:spPr/>
        <p:txBody>
          <a:bodyPr/>
          <a:lstStyle/>
          <a:p>
            <a:fld id="{20EB7ABC-56F9-4FEF-9CF0-E2D14234E329}" type="slidenum">
              <a:rPr lang="da-DK" noProof="0" smtClean="0"/>
              <a:pPr/>
              <a:t>6</a:t>
            </a:fld>
            <a:endParaRPr lang="da-DK" noProof="0" dirty="0"/>
          </a:p>
        </p:txBody>
      </p:sp>
    </p:spTree>
    <p:extLst>
      <p:ext uri="{BB962C8B-B14F-4D97-AF65-F5344CB8AC3E}">
        <p14:creationId xmlns:p14="http://schemas.microsoft.com/office/powerpoint/2010/main" val="143502833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Titel 1"/>
          <p:cNvSpPr>
            <a:spLocks noGrp="1"/>
          </p:cNvSpPr>
          <p:nvPr>
            <p:ph type="title"/>
          </p:nvPr>
        </p:nvSpPr>
        <p:spPr/>
        <p:txBody>
          <a:bodyPr/>
          <a:lstStyle/>
          <a:p>
            <a:pPr eaLnBrk="1" hangingPunct="1"/>
            <a:r>
              <a:rPr lang="en-US" dirty="0"/>
              <a:t>Distribution of Resources</a:t>
            </a:r>
          </a:p>
        </p:txBody>
      </p:sp>
      <p:graphicFrame>
        <p:nvGraphicFramePr>
          <p:cNvPr id="7" name="Diagram 6"/>
          <p:cNvGraphicFramePr/>
          <p:nvPr>
            <p:extLst>
              <p:ext uri="{D42A27DB-BD31-4B8C-83A1-F6EECF244321}">
                <p14:modId xmlns:p14="http://schemas.microsoft.com/office/powerpoint/2010/main" val="4152288860"/>
              </p:ext>
            </p:extLst>
          </p:nvPr>
        </p:nvGraphicFramePr>
        <p:xfrm>
          <a:off x="2135560" y="990000"/>
          <a:ext cx="7776864" cy="5238000"/>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4" name="Pladsholder til slidenummer 3">
            <a:extLst>
              <a:ext uri="{FF2B5EF4-FFF2-40B4-BE49-F238E27FC236}">
                <a16:creationId xmlns:a16="http://schemas.microsoft.com/office/drawing/2014/main" id="{876F8E61-656C-46C4-9B0A-440838189006}"/>
              </a:ext>
            </a:extLst>
          </p:cNvPr>
          <p:cNvSpPr>
            <a:spLocks noGrp="1"/>
          </p:cNvSpPr>
          <p:nvPr>
            <p:ph type="sldNum" sz="quarter" idx="12"/>
          </p:nvPr>
        </p:nvSpPr>
        <p:spPr/>
        <p:txBody>
          <a:bodyPr/>
          <a:lstStyle/>
          <a:p>
            <a:fld id="{20EB7ABC-56F9-4FEF-9CF0-E2D14234E329}" type="slidenum">
              <a:rPr lang="da-DK" noProof="0" smtClean="0"/>
              <a:pPr/>
              <a:t>7</a:t>
            </a:fld>
            <a:endParaRPr lang="da-DK" noProof="0" dirty="0"/>
          </a:p>
        </p:txBody>
      </p:sp>
    </p:spTree>
    <p:extLst>
      <p:ext uri="{BB962C8B-B14F-4D97-AF65-F5344CB8AC3E}">
        <p14:creationId xmlns:p14="http://schemas.microsoft.com/office/powerpoint/2010/main" val="66307482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8CF08A62-825F-487E-97D7-6AAEF766E22B}"/>
              </a:ext>
            </a:extLst>
          </p:cNvPr>
          <p:cNvSpPr>
            <a:spLocks noGrp="1"/>
          </p:cNvSpPr>
          <p:nvPr>
            <p:ph type="title"/>
          </p:nvPr>
        </p:nvSpPr>
        <p:spPr/>
        <p:txBody>
          <a:bodyPr/>
          <a:lstStyle/>
          <a:p>
            <a:r>
              <a:rPr lang="da-DK" dirty="0"/>
              <a:t>Type of </a:t>
            </a:r>
            <a:r>
              <a:rPr lang="da-DK" dirty="0" err="1"/>
              <a:t>Errors</a:t>
            </a:r>
            <a:endParaRPr lang="da-DK" dirty="0"/>
          </a:p>
        </p:txBody>
      </p:sp>
      <p:sp>
        <p:nvSpPr>
          <p:cNvPr id="3" name="Pladsholder til indhold 2">
            <a:extLst>
              <a:ext uri="{FF2B5EF4-FFF2-40B4-BE49-F238E27FC236}">
                <a16:creationId xmlns:a16="http://schemas.microsoft.com/office/drawing/2014/main" id="{1C367C96-598C-48AF-ABFB-4DDC78F3471E}"/>
              </a:ext>
            </a:extLst>
          </p:cNvPr>
          <p:cNvSpPr>
            <a:spLocks noGrp="1"/>
          </p:cNvSpPr>
          <p:nvPr>
            <p:ph type="body" sz="quarter" idx="13"/>
          </p:nvPr>
        </p:nvSpPr>
        <p:spPr/>
        <p:txBody>
          <a:bodyPr>
            <a:normAutofit/>
          </a:bodyPr>
          <a:lstStyle/>
          <a:p>
            <a:r>
              <a:rPr lang="da-DK" sz="3200" b="1" dirty="0" err="1"/>
              <a:t>Syntax</a:t>
            </a:r>
            <a:r>
              <a:rPr lang="da-DK" sz="3200" dirty="0"/>
              <a:t> </a:t>
            </a:r>
            <a:r>
              <a:rPr lang="da-DK" sz="3200" dirty="0" err="1"/>
              <a:t>errors</a:t>
            </a:r>
            <a:r>
              <a:rPr lang="da-DK" sz="3200" dirty="0"/>
              <a:t>: </a:t>
            </a:r>
            <a:r>
              <a:rPr lang="da-DK" dirty="0"/>
              <a:t>	</a:t>
            </a:r>
          </a:p>
          <a:p>
            <a:pPr marL="0" indent="0">
              <a:buNone/>
            </a:pPr>
            <a:r>
              <a:rPr lang="da-DK" dirty="0"/>
              <a:t>		</a:t>
            </a:r>
            <a:r>
              <a:rPr lang="da-DK" dirty="0" err="1">
                <a:latin typeface="Anonymous" panose="02000409000000000000" pitchFamily="49" charset="0"/>
              </a:rPr>
              <a:t>while</a:t>
            </a:r>
            <a:r>
              <a:rPr lang="da-DK" dirty="0">
                <a:latin typeface="Anonymous" panose="02000409000000000000" pitchFamily="49" charset="0"/>
              </a:rPr>
              <a:t> (x {}</a:t>
            </a:r>
          </a:p>
          <a:p>
            <a:r>
              <a:rPr lang="da-DK" sz="3200" b="1" dirty="0" err="1"/>
              <a:t>Semantic</a:t>
            </a:r>
            <a:r>
              <a:rPr lang="da-DK" sz="3200" dirty="0"/>
              <a:t> </a:t>
            </a:r>
            <a:r>
              <a:rPr lang="da-DK" sz="3200" dirty="0" err="1"/>
              <a:t>errors</a:t>
            </a:r>
            <a:r>
              <a:rPr lang="da-DK" sz="3200" dirty="0"/>
              <a:t>:</a:t>
            </a:r>
            <a:r>
              <a:rPr lang="da-DK" dirty="0"/>
              <a:t>		</a:t>
            </a:r>
          </a:p>
          <a:p>
            <a:pPr marL="0" indent="0">
              <a:buNone/>
            </a:pPr>
            <a:r>
              <a:rPr lang="da-DK" dirty="0"/>
              <a:t>		</a:t>
            </a:r>
            <a:r>
              <a:rPr lang="da-DK" dirty="0" err="1">
                <a:latin typeface="Anonymous" panose="02000409000000000000" pitchFamily="49" charset="0"/>
              </a:rPr>
              <a:t>Accessing</a:t>
            </a:r>
            <a:r>
              <a:rPr lang="da-DK" dirty="0">
                <a:latin typeface="Anonymous" panose="02000409000000000000" pitchFamily="49" charset="0"/>
              </a:rPr>
              <a:t> non-</a:t>
            </a:r>
            <a:r>
              <a:rPr lang="da-DK" dirty="0" err="1">
                <a:latin typeface="Anonymous" panose="02000409000000000000" pitchFamily="49" charset="0"/>
              </a:rPr>
              <a:t>existing</a:t>
            </a:r>
            <a:r>
              <a:rPr lang="da-DK" dirty="0">
                <a:latin typeface="Anonymous" panose="02000409000000000000" pitchFamily="49" charset="0"/>
              </a:rPr>
              <a:t> variables/</a:t>
            </a:r>
            <a:r>
              <a:rPr lang="da-DK" dirty="0" err="1">
                <a:latin typeface="Anonymous" panose="02000409000000000000" pitchFamily="49" charset="0"/>
              </a:rPr>
              <a:t>fields</a:t>
            </a:r>
            <a:endParaRPr lang="da-DK" dirty="0">
              <a:latin typeface="Anonymous" panose="02000409000000000000" pitchFamily="49" charset="0"/>
            </a:endParaRPr>
          </a:p>
          <a:p>
            <a:pPr marL="0" indent="0">
              <a:buNone/>
            </a:pPr>
            <a:r>
              <a:rPr lang="da-DK" dirty="0">
                <a:latin typeface="Anonymous" panose="02000409000000000000" pitchFamily="49" charset="0"/>
              </a:rPr>
              <a:t>		true * 2 	(type </a:t>
            </a:r>
            <a:r>
              <a:rPr lang="da-DK" dirty="0" err="1">
                <a:latin typeface="Anonymous" panose="02000409000000000000" pitchFamily="49" charset="0"/>
              </a:rPr>
              <a:t>error</a:t>
            </a:r>
            <a:r>
              <a:rPr lang="da-DK" dirty="0">
                <a:latin typeface="Anonymous" panose="02000409000000000000" pitchFamily="49" charset="0"/>
              </a:rPr>
              <a:t>)</a:t>
            </a:r>
          </a:p>
          <a:p>
            <a:pPr>
              <a:buFont typeface="Wingdings" panose="05000000000000000000" pitchFamily="2" charset="2"/>
              <a:buChar char="§"/>
            </a:pPr>
            <a:endParaRPr lang="da-DK" sz="3200" b="1" dirty="0"/>
          </a:p>
          <a:p>
            <a:pPr>
              <a:buFont typeface="Wingdings" panose="05000000000000000000" pitchFamily="2" charset="2"/>
              <a:buChar char="§"/>
            </a:pPr>
            <a:r>
              <a:rPr lang="da-DK" sz="3200" b="1" dirty="0" err="1"/>
              <a:t>Logical</a:t>
            </a:r>
            <a:r>
              <a:rPr lang="da-DK" sz="3200" dirty="0"/>
              <a:t> </a:t>
            </a:r>
            <a:r>
              <a:rPr lang="da-DK" sz="3200" dirty="0" err="1"/>
              <a:t>errors</a:t>
            </a:r>
            <a:r>
              <a:rPr lang="da-DK" sz="3200" dirty="0"/>
              <a:t>:</a:t>
            </a:r>
          </a:p>
          <a:p>
            <a:pPr marL="0" indent="0">
              <a:buNone/>
            </a:pPr>
            <a:r>
              <a:rPr lang="da-DK" dirty="0"/>
              <a:t>		</a:t>
            </a:r>
            <a:r>
              <a:rPr lang="da-DK" dirty="0">
                <a:latin typeface="Anonymous" panose="02000409000000000000" pitchFamily="49" charset="0"/>
              </a:rPr>
              <a:t>The program/</a:t>
            </a:r>
            <a:r>
              <a:rPr lang="da-DK" dirty="0" err="1">
                <a:latin typeface="Anonymous" panose="02000409000000000000" pitchFamily="49" charset="0"/>
              </a:rPr>
              <a:t>code</a:t>
            </a:r>
            <a:r>
              <a:rPr lang="da-DK" dirty="0">
                <a:latin typeface="Anonymous" panose="02000409000000000000" pitchFamily="49" charset="0"/>
              </a:rPr>
              <a:t> </a:t>
            </a:r>
            <a:r>
              <a:rPr lang="da-DK" dirty="0" err="1">
                <a:latin typeface="Anonymous" panose="02000409000000000000" pitchFamily="49" charset="0"/>
              </a:rPr>
              <a:t>computes</a:t>
            </a:r>
            <a:r>
              <a:rPr lang="da-DK" dirty="0">
                <a:latin typeface="Anonymous" panose="02000409000000000000" pitchFamily="49" charset="0"/>
              </a:rPr>
              <a:t> the </a:t>
            </a:r>
            <a:r>
              <a:rPr lang="da-DK" dirty="0" err="1">
                <a:latin typeface="Anonymous" panose="02000409000000000000" pitchFamily="49" charset="0"/>
              </a:rPr>
              <a:t>wrong</a:t>
            </a:r>
            <a:r>
              <a:rPr lang="da-DK" dirty="0">
                <a:latin typeface="Anonymous" panose="02000409000000000000" pitchFamily="49" charset="0"/>
              </a:rPr>
              <a:t> </a:t>
            </a:r>
            <a:r>
              <a:rPr lang="da-DK" dirty="0" err="1">
                <a:latin typeface="Anonymous" panose="02000409000000000000" pitchFamily="49" charset="0"/>
              </a:rPr>
              <a:t>answer</a:t>
            </a:r>
            <a:endParaRPr lang="da-DK" dirty="0">
              <a:latin typeface="Anonymous" panose="02000409000000000000" pitchFamily="49" charset="0"/>
            </a:endParaRPr>
          </a:p>
        </p:txBody>
      </p:sp>
      <p:sp>
        <p:nvSpPr>
          <p:cNvPr id="6" name="Pladsholder til slidenummer 5">
            <a:extLst>
              <a:ext uri="{FF2B5EF4-FFF2-40B4-BE49-F238E27FC236}">
                <a16:creationId xmlns:a16="http://schemas.microsoft.com/office/drawing/2014/main" id="{6BDB3F94-666E-439C-A65D-79D8FFACDBE7}"/>
              </a:ext>
            </a:extLst>
          </p:cNvPr>
          <p:cNvSpPr>
            <a:spLocks noGrp="1"/>
          </p:cNvSpPr>
          <p:nvPr>
            <p:ph type="sldNum" sz="quarter" idx="12"/>
          </p:nvPr>
        </p:nvSpPr>
        <p:spPr/>
        <p:txBody>
          <a:bodyPr/>
          <a:lstStyle/>
          <a:p>
            <a:fld id="{20EB7ABC-56F9-4FEF-9CF0-E2D14234E329}" type="slidenum">
              <a:rPr lang="da-DK" noProof="0" smtClean="0"/>
              <a:pPr/>
              <a:t>8</a:t>
            </a:fld>
            <a:endParaRPr lang="da-DK" noProof="0" dirty="0"/>
          </a:p>
        </p:txBody>
      </p:sp>
    </p:spTree>
    <p:extLst>
      <p:ext uri="{BB962C8B-B14F-4D97-AF65-F5344CB8AC3E}">
        <p14:creationId xmlns:p14="http://schemas.microsoft.com/office/powerpoint/2010/main" val="301303803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el 2">
            <a:extLst>
              <a:ext uri="{FF2B5EF4-FFF2-40B4-BE49-F238E27FC236}">
                <a16:creationId xmlns:a16="http://schemas.microsoft.com/office/drawing/2014/main" id="{518DED57-0E2B-4A9E-B4F0-D6910801F028}"/>
              </a:ext>
            </a:extLst>
          </p:cNvPr>
          <p:cNvSpPr>
            <a:spLocks noGrp="1"/>
          </p:cNvSpPr>
          <p:nvPr>
            <p:ph type="title"/>
          </p:nvPr>
        </p:nvSpPr>
        <p:spPr/>
        <p:txBody>
          <a:bodyPr/>
          <a:lstStyle/>
          <a:p>
            <a:r>
              <a:rPr lang="da-DK" dirty="0"/>
              <a:t>Test i UP</a:t>
            </a:r>
          </a:p>
        </p:txBody>
      </p:sp>
      <p:sp>
        <p:nvSpPr>
          <p:cNvPr id="4" name="Pladsholder til tekst 3">
            <a:extLst>
              <a:ext uri="{FF2B5EF4-FFF2-40B4-BE49-F238E27FC236}">
                <a16:creationId xmlns:a16="http://schemas.microsoft.com/office/drawing/2014/main" id="{587D2E3C-3090-4E1B-B4CD-5DB34CD7EC7A}"/>
              </a:ext>
            </a:extLst>
          </p:cNvPr>
          <p:cNvSpPr>
            <a:spLocks noGrp="1"/>
          </p:cNvSpPr>
          <p:nvPr>
            <p:ph type="body" sz="quarter" idx="13"/>
          </p:nvPr>
        </p:nvSpPr>
        <p:spPr>
          <a:xfrm>
            <a:off x="480486" y="1548000"/>
            <a:ext cx="3504766" cy="3960000"/>
          </a:xfrm>
        </p:spPr>
        <p:txBody>
          <a:bodyPr/>
          <a:lstStyle/>
          <a:p>
            <a:pPr>
              <a:spcBef>
                <a:spcPts val="1800"/>
              </a:spcBef>
            </a:pPr>
            <a:r>
              <a:rPr lang="da-DK" dirty="0"/>
              <a:t>Test skal udføres under hele udviklingsprocessen</a:t>
            </a:r>
          </a:p>
          <a:p>
            <a:pPr>
              <a:spcBef>
                <a:spcPts val="1800"/>
              </a:spcBef>
            </a:pPr>
            <a:r>
              <a:rPr lang="da-DK" dirty="0"/>
              <a:t>Kontinuerlig bekræftelse af kvaliteten af hver artefakt, aktivitet og delaflevering</a:t>
            </a:r>
          </a:p>
        </p:txBody>
      </p:sp>
      <p:pic>
        <p:nvPicPr>
          <p:cNvPr id="7" name="Billede 6">
            <a:extLst>
              <a:ext uri="{FF2B5EF4-FFF2-40B4-BE49-F238E27FC236}">
                <a16:creationId xmlns:a16="http://schemas.microsoft.com/office/drawing/2014/main" id="{6AF8DCA6-29EF-4745-B5AE-408BCFD74A1F}"/>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141985" y="836711"/>
            <a:ext cx="8039251" cy="5169255"/>
          </a:xfrm>
          <a:prstGeom prst="rect">
            <a:avLst/>
          </a:prstGeom>
        </p:spPr>
      </p:pic>
      <p:sp>
        <p:nvSpPr>
          <p:cNvPr id="6" name="Rectangle: Rounded Corners 5">
            <a:extLst>
              <a:ext uri="{FF2B5EF4-FFF2-40B4-BE49-F238E27FC236}">
                <a16:creationId xmlns:a16="http://schemas.microsoft.com/office/drawing/2014/main" id="{5F6A9A78-6607-4211-ADED-B98C091CDE9D}"/>
              </a:ext>
            </a:extLst>
          </p:cNvPr>
          <p:cNvSpPr/>
          <p:nvPr/>
        </p:nvSpPr>
        <p:spPr>
          <a:xfrm>
            <a:off x="4703169" y="4464821"/>
            <a:ext cx="7369495" cy="468000"/>
          </a:xfrm>
          <a:prstGeom prst="roundRect">
            <a:avLst/>
          </a:prstGeom>
          <a:noFill/>
          <a:ln w="38100">
            <a:prstDash val="dash"/>
          </a:ln>
          <a:effectLst/>
        </p:spPr>
        <p:style>
          <a:lnRef idx="1">
            <a:schemeClr val="accent4"/>
          </a:lnRef>
          <a:fillRef idx="2">
            <a:schemeClr val="accent4"/>
          </a:fillRef>
          <a:effectRef idx="1">
            <a:schemeClr val="accent4"/>
          </a:effectRef>
          <a:fontRef idx="minor">
            <a:schemeClr val="dk1"/>
          </a:fontRef>
        </p:style>
        <p:txBody>
          <a:bodyPr rtlCol="0" anchor="ctr"/>
          <a:lstStyle/>
          <a:p>
            <a:pPr algn="ctr"/>
            <a:endParaRPr lang="da-DK"/>
          </a:p>
        </p:txBody>
      </p:sp>
      <p:sp>
        <p:nvSpPr>
          <p:cNvPr id="5" name="Pladsholder til slidenummer 4">
            <a:extLst>
              <a:ext uri="{FF2B5EF4-FFF2-40B4-BE49-F238E27FC236}">
                <a16:creationId xmlns:a16="http://schemas.microsoft.com/office/drawing/2014/main" id="{42A1EC42-9682-412B-9D24-10960DF3F8A0}"/>
              </a:ext>
            </a:extLst>
          </p:cNvPr>
          <p:cNvSpPr>
            <a:spLocks noGrp="1"/>
          </p:cNvSpPr>
          <p:nvPr>
            <p:ph type="sldNum" sz="quarter" idx="12"/>
          </p:nvPr>
        </p:nvSpPr>
        <p:spPr/>
        <p:txBody>
          <a:bodyPr/>
          <a:lstStyle/>
          <a:p>
            <a:fld id="{20EB7ABC-56F9-4FEF-9CF0-E2D14234E329}" type="slidenum">
              <a:rPr lang="da-DK" noProof="0" smtClean="0"/>
              <a:pPr/>
              <a:t>9</a:t>
            </a:fld>
            <a:endParaRPr lang="da-DK" noProof="0" dirty="0"/>
          </a:p>
        </p:txBody>
      </p:sp>
    </p:spTree>
    <p:extLst>
      <p:ext uri="{BB962C8B-B14F-4D97-AF65-F5344CB8AC3E}">
        <p14:creationId xmlns:p14="http://schemas.microsoft.com/office/powerpoint/2010/main" val="403286794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1000"/>
                                        <p:tgtEl>
                                          <p:spTgt spid="6"/>
                                        </p:tgtEl>
                                      </p:cBhvr>
                                    </p:animEffect>
                                    <p:anim calcmode="lin" valueType="num">
                                      <p:cBhvr>
                                        <p:cTn id="8" dur="1000" fill="hold"/>
                                        <p:tgtEl>
                                          <p:spTgt spid="6"/>
                                        </p:tgtEl>
                                        <p:attrNameLst>
                                          <p:attrName>ppt_x</p:attrName>
                                        </p:attrNameLst>
                                      </p:cBhvr>
                                      <p:tavLst>
                                        <p:tav tm="0">
                                          <p:val>
                                            <p:strVal val="#ppt_x"/>
                                          </p:val>
                                        </p:tav>
                                        <p:tav tm="100000">
                                          <p:val>
                                            <p:strVal val="#ppt_x"/>
                                          </p:val>
                                        </p:tav>
                                      </p:tavLst>
                                    </p:anim>
                                    <p:anim calcmode="lin" valueType="num">
                                      <p:cBhvr>
                                        <p:cTn id="9" dur="1000" fill="hold"/>
                                        <p:tgtEl>
                                          <p:spTgt spid="6"/>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el 2">
            <a:extLst>
              <a:ext uri="{FF2B5EF4-FFF2-40B4-BE49-F238E27FC236}">
                <a16:creationId xmlns:a16="http://schemas.microsoft.com/office/drawing/2014/main" id="{3DD4D9B6-36A4-4730-B826-4A46A169B690}"/>
              </a:ext>
            </a:extLst>
          </p:cNvPr>
          <p:cNvSpPr>
            <a:spLocks noGrp="1"/>
          </p:cNvSpPr>
          <p:nvPr>
            <p:ph type="title"/>
          </p:nvPr>
        </p:nvSpPr>
        <p:spPr/>
        <p:txBody>
          <a:bodyPr/>
          <a:lstStyle/>
          <a:p>
            <a:r>
              <a:rPr lang="da-DK" dirty="0"/>
              <a:t>Test i UP</a:t>
            </a:r>
          </a:p>
        </p:txBody>
      </p:sp>
      <p:sp>
        <p:nvSpPr>
          <p:cNvPr id="4" name="Pladsholder til tekst 3">
            <a:extLst>
              <a:ext uri="{FF2B5EF4-FFF2-40B4-BE49-F238E27FC236}">
                <a16:creationId xmlns:a16="http://schemas.microsoft.com/office/drawing/2014/main" id="{3E38B073-2B03-45A5-BA84-34BD93B6E464}"/>
              </a:ext>
            </a:extLst>
          </p:cNvPr>
          <p:cNvSpPr>
            <a:spLocks noGrp="1"/>
          </p:cNvSpPr>
          <p:nvPr>
            <p:ph type="body" sz="quarter" idx="13"/>
          </p:nvPr>
        </p:nvSpPr>
        <p:spPr/>
        <p:txBody>
          <a:bodyPr/>
          <a:lstStyle/>
          <a:p>
            <a:pPr>
              <a:spcBef>
                <a:spcPts val="1800"/>
              </a:spcBef>
            </a:pPr>
            <a:r>
              <a:rPr lang="da-DK" dirty="0"/>
              <a:t>Finde og dokumentere fejl i softwaren</a:t>
            </a:r>
          </a:p>
          <a:p>
            <a:pPr>
              <a:spcBef>
                <a:spcPts val="1800"/>
              </a:spcBef>
            </a:pPr>
            <a:r>
              <a:rPr lang="da-DK" dirty="0"/>
              <a:t>Give generel tilbagemelding om den opfattede kvalitet af softwaren</a:t>
            </a:r>
          </a:p>
          <a:p>
            <a:pPr>
              <a:spcBef>
                <a:spcPts val="1800"/>
              </a:spcBef>
            </a:pPr>
            <a:r>
              <a:rPr lang="da-DK" dirty="0"/>
              <a:t>Validering af om softwaren gør det, den er designet til</a:t>
            </a:r>
          </a:p>
          <a:p>
            <a:pPr>
              <a:spcBef>
                <a:spcPts val="1800"/>
              </a:spcBef>
            </a:pPr>
            <a:r>
              <a:rPr lang="da-DK" dirty="0"/>
              <a:t>Validering af om softwaren fungerer, som det er krævet</a:t>
            </a:r>
          </a:p>
          <a:p>
            <a:pPr>
              <a:spcBef>
                <a:spcPts val="1800"/>
              </a:spcBef>
            </a:pPr>
            <a:r>
              <a:rPr lang="da-DK" dirty="0"/>
              <a:t>Bevise validiteten af de formodninger, der er angivet i design og kravsspecifikationerne</a:t>
            </a:r>
          </a:p>
        </p:txBody>
      </p:sp>
      <p:sp>
        <p:nvSpPr>
          <p:cNvPr id="5" name="Pladsholder til slidenummer 4">
            <a:extLst>
              <a:ext uri="{FF2B5EF4-FFF2-40B4-BE49-F238E27FC236}">
                <a16:creationId xmlns:a16="http://schemas.microsoft.com/office/drawing/2014/main" id="{30EDDAA3-C69D-4BEE-9519-8937FEA567CF}"/>
              </a:ext>
            </a:extLst>
          </p:cNvPr>
          <p:cNvSpPr>
            <a:spLocks noGrp="1"/>
          </p:cNvSpPr>
          <p:nvPr>
            <p:ph type="sldNum" sz="quarter" idx="12"/>
          </p:nvPr>
        </p:nvSpPr>
        <p:spPr/>
        <p:txBody>
          <a:bodyPr/>
          <a:lstStyle/>
          <a:p>
            <a:fld id="{20EB7ABC-56F9-4FEF-9CF0-E2D14234E329}" type="slidenum">
              <a:rPr lang="da-DK" noProof="0" smtClean="0"/>
              <a:pPr/>
              <a:t>10</a:t>
            </a:fld>
            <a:endParaRPr lang="da-DK" noProof="0" dirty="0"/>
          </a:p>
        </p:txBody>
      </p:sp>
    </p:spTree>
    <p:extLst>
      <p:ext uri="{BB962C8B-B14F-4D97-AF65-F5344CB8AC3E}">
        <p14:creationId xmlns:p14="http://schemas.microsoft.com/office/powerpoint/2010/main" val="50691910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17410" name="Rectangle 2"/>
          <p:cNvSpPr>
            <a:spLocks noGrp="1" noChangeArrowheads="1"/>
          </p:cNvSpPr>
          <p:nvPr>
            <p:ph type="title"/>
          </p:nvPr>
        </p:nvSpPr>
        <p:spPr>
          <a:xfrm>
            <a:off x="2063552" y="235485"/>
            <a:ext cx="8204398" cy="857250"/>
          </a:xfrm>
        </p:spPr>
        <p:txBody>
          <a:bodyPr/>
          <a:lstStyle/>
          <a:p>
            <a:pPr eaLnBrk="1" hangingPunct="1"/>
            <a:r>
              <a:rPr lang="en-GB" dirty="0"/>
              <a:t>V model</a:t>
            </a:r>
          </a:p>
        </p:txBody>
      </p:sp>
      <p:graphicFrame>
        <p:nvGraphicFramePr>
          <p:cNvPr id="9" name="Diagram 8"/>
          <p:cNvGraphicFramePr/>
          <p:nvPr/>
        </p:nvGraphicFramePr>
        <p:xfrm>
          <a:off x="2999656" y="2492896"/>
          <a:ext cx="6480720" cy="4725144"/>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10" name="Cloud 9"/>
          <p:cNvSpPr/>
          <p:nvPr/>
        </p:nvSpPr>
        <p:spPr>
          <a:xfrm>
            <a:off x="2495551" y="1557338"/>
            <a:ext cx="1223963" cy="792162"/>
          </a:xfrm>
          <a:prstGeom prst="cloud">
            <a:avLst/>
          </a:prstGeom>
        </p:spPr>
        <p:style>
          <a:lnRef idx="1">
            <a:schemeClr val="accent2"/>
          </a:lnRef>
          <a:fillRef idx="2">
            <a:schemeClr val="accent2"/>
          </a:fillRef>
          <a:effectRef idx="1">
            <a:schemeClr val="accent2"/>
          </a:effectRef>
          <a:fontRef idx="minor">
            <a:schemeClr val="dk1"/>
          </a:fontRef>
        </p:style>
        <p:txBody>
          <a:bodyPr anchor="ctr"/>
          <a:lstStyle/>
          <a:p>
            <a:pPr algn="ctr">
              <a:defRPr/>
            </a:pPr>
            <a:r>
              <a:rPr lang="en-GB" dirty="0"/>
              <a:t>Idea</a:t>
            </a:r>
          </a:p>
        </p:txBody>
      </p:sp>
      <p:sp>
        <p:nvSpPr>
          <p:cNvPr id="6" name="Cloud 5"/>
          <p:cNvSpPr/>
          <p:nvPr/>
        </p:nvSpPr>
        <p:spPr>
          <a:xfrm>
            <a:off x="7967662" y="1484784"/>
            <a:ext cx="2880865" cy="936155"/>
          </a:xfrm>
          <a:prstGeom prst="cloud">
            <a:avLst/>
          </a:prstGeom>
        </p:spPr>
        <p:style>
          <a:lnRef idx="1">
            <a:schemeClr val="accent2"/>
          </a:lnRef>
          <a:fillRef idx="2">
            <a:schemeClr val="accent2"/>
          </a:fillRef>
          <a:effectRef idx="1">
            <a:schemeClr val="accent2"/>
          </a:effectRef>
          <a:fontRef idx="minor">
            <a:schemeClr val="dk1"/>
          </a:fontRef>
        </p:style>
        <p:txBody>
          <a:bodyPr anchor="ctr"/>
          <a:lstStyle/>
          <a:p>
            <a:pPr algn="ctr">
              <a:defRPr/>
            </a:pPr>
            <a:r>
              <a:rPr lang="en-GB" dirty="0"/>
              <a:t>Operational system</a:t>
            </a:r>
          </a:p>
        </p:txBody>
      </p:sp>
      <p:sp>
        <p:nvSpPr>
          <p:cNvPr id="3" name="Slide Number Placeholder 2"/>
          <p:cNvSpPr>
            <a:spLocks noGrp="1"/>
          </p:cNvSpPr>
          <p:nvPr>
            <p:ph type="sldNum" sz="quarter" idx="12"/>
          </p:nvPr>
        </p:nvSpPr>
        <p:spPr/>
        <p:txBody>
          <a:bodyPr/>
          <a:lstStyle/>
          <a:p>
            <a:fld id="{F7AB382F-E9E6-CE49-B414-1E064FB7F064}" type="slidenum">
              <a:rPr lang="en-GB" smtClean="0"/>
              <a:pPr/>
              <a:t>11</a:t>
            </a:fld>
            <a:endParaRPr lang="en-GB" dirty="0"/>
          </a:p>
        </p:txBody>
      </p:sp>
    </p:spTree>
    <p:extLst>
      <p:ext uri="{BB962C8B-B14F-4D97-AF65-F5344CB8AC3E}">
        <p14:creationId xmlns:p14="http://schemas.microsoft.com/office/powerpoint/2010/main" val="1323722445"/>
      </p:ext>
    </p:extLst>
  </p:cSld>
  <p:clrMapOvr>
    <a:masterClrMapping/>
  </p:clrMapOvr>
  <p:transition/>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3F8D48B-ECD5-4EBD-A353-91874D3B2950}"/>
              </a:ext>
            </a:extLst>
          </p:cNvPr>
          <p:cNvSpPr>
            <a:spLocks noGrp="1"/>
          </p:cNvSpPr>
          <p:nvPr>
            <p:ph type="title"/>
          </p:nvPr>
        </p:nvSpPr>
        <p:spPr/>
        <p:txBody>
          <a:bodyPr/>
          <a:lstStyle/>
          <a:p>
            <a:r>
              <a:rPr lang="da-DK" dirty="0"/>
              <a:t>Testhieraki </a:t>
            </a:r>
          </a:p>
        </p:txBody>
      </p:sp>
      <p:pic>
        <p:nvPicPr>
          <p:cNvPr id="4098" name="Picture 2" descr="https://i1.wp.com/www.softwaretestingclass.com/wp-content/uploads/2012/09/levels-of-testing.jpg">
            <a:extLst>
              <a:ext uri="{FF2B5EF4-FFF2-40B4-BE49-F238E27FC236}">
                <a16:creationId xmlns:a16="http://schemas.microsoft.com/office/drawing/2014/main" id="{793DD655-7CCC-4EB0-9BEC-39C46BF7D302}"/>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063258" y="1224000"/>
            <a:ext cx="7036902" cy="5301344"/>
          </a:xfrm>
          <a:prstGeom prst="rect">
            <a:avLst/>
          </a:prstGeom>
          <a:noFill/>
          <a:extLst>
            <a:ext uri="{909E8E84-426E-40DD-AFC4-6F175D3DCCD1}">
              <a14:hiddenFill xmlns:a14="http://schemas.microsoft.com/office/drawing/2010/main">
                <a:solidFill>
                  <a:srgbClr val="FFFFFF"/>
                </a:solidFill>
              </a14:hiddenFill>
            </a:ext>
          </a:extLst>
        </p:spPr>
      </p:pic>
      <p:sp>
        <p:nvSpPr>
          <p:cNvPr id="6" name="Pladsholder til slidenummer 5">
            <a:extLst>
              <a:ext uri="{FF2B5EF4-FFF2-40B4-BE49-F238E27FC236}">
                <a16:creationId xmlns:a16="http://schemas.microsoft.com/office/drawing/2014/main" id="{6F17A582-418E-456A-8494-41C15F274A4C}"/>
              </a:ext>
            </a:extLst>
          </p:cNvPr>
          <p:cNvSpPr>
            <a:spLocks noGrp="1"/>
          </p:cNvSpPr>
          <p:nvPr>
            <p:ph type="sldNum" sz="quarter" idx="12"/>
          </p:nvPr>
        </p:nvSpPr>
        <p:spPr/>
        <p:txBody>
          <a:bodyPr/>
          <a:lstStyle/>
          <a:p>
            <a:fld id="{20EB7ABC-56F9-4FEF-9CF0-E2D14234E329}" type="slidenum">
              <a:rPr lang="da-DK" noProof="0" smtClean="0"/>
              <a:pPr/>
              <a:t>12</a:t>
            </a:fld>
            <a:endParaRPr lang="da-DK" noProof="0" dirty="0"/>
          </a:p>
        </p:txBody>
      </p:sp>
    </p:spTree>
    <p:extLst>
      <p:ext uri="{BB962C8B-B14F-4D97-AF65-F5344CB8AC3E}">
        <p14:creationId xmlns:p14="http://schemas.microsoft.com/office/powerpoint/2010/main" val="202252277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8" name="Rectangle 2"/>
          <p:cNvSpPr>
            <a:spLocks noGrp="1" noChangeArrowheads="1"/>
          </p:cNvSpPr>
          <p:nvPr>
            <p:ph type="title"/>
          </p:nvPr>
        </p:nvSpPr>
        <p:spPr/>
        <p:txBody>
          <a:bodyPr/>
          <a:lstStyle/>
          <a:p>
            <a:pPr eaLnBrk="1" hangingPunct="1"/>
            <a:r>
              <a:rPr lang="en-US" dirty="0" err="1"/>
              <a:t>Testfaser</a:t>
            </a:r>
            <a:r>
              <a:rPr lang="en-US" dirty="0"/>
              <a:t> </a:t>
            </a:r>
          </a:p>
        </p:txBody>
      </p:sp>
      <p:sp>
        <p:nvSpPr>
          <p:cNvPr id="4" name="Pladsholder til tekst 3">
            <a:extLst>
              <a:ext uri="{FF2B5EF4-FFF2-40B4-BE49-F238E27FC236}">
                <a16:creationId xmlns:a16="http://schemas.microsoft.com/office/drawing/2014/main" id="{6498BA96-8A56-438C-9A93-D34E2848460C}"/>
              </a:ext>
            </a:extLst>
          </p:cNvPr>
          <p:cNvSpPr>
            <a:spLocks noGrp="1"/>
          </p:cNvSpPr>
          <p:nvPr>
            <p:ph type="body" sz="quarter" idx="13"/>
          </p:nvPr>
        </p:nvSpPr>
        <p:spPr/>
        <p:txBody>
          <a:bodyPr/>
          <a:lstStyle/>
          <a:p>
            <a:endParaRPr lang="da-DK" dirty="0"/>
          </a:p>
        </p:txBody>
      </p:sp>
      <p:grpSp>
        <p:nvGrpSpPr>
          <p:cNvPr id="2" name="Group 3"/>
          <p:cNvGrpSpPr>
            <a:grpSpLocks noChangeAspect="1"/>
          </p:cNvGrpSpPr>
          <p:nvPr/>
        </p:nvGrpSpPr>
        <p:grpSpPr bwMode="auto">
          <a:xfrm>
            <a:off x="670826" y="1071562"/>
            <a:ext cx="9997174" cy="5133320"/>
            <a:chOff x="2409" y="1607"/>
            <a:chExt cx="7092" cy="3618"/>
          </a:xfrm>
        </p:grpSpPr>
        <p:sp>
          <p:nvSpPr>
            <p:cNvPr id="39947" name="Text Box 5"/>
            <p:cNvSpPr txBox="1">
              <a:spLocks noChangeArrowheads="1"/>
            </p:cNvSpPr>
            <p:nvPr/>
          </p:nvSpPr>
          <p:spPr bwMode="auto">
            <a:xfrm>
              <a:off x="2545" y="2147"/>
              <a:ext cx="840" cy="540"/>
            </a:xfrm>
            <a:prstGeom prst="rect">
              <a:avLst/>
            </a:prstGeom>
            <a:solidFill>
              <a:srgbClr val="CCFFFF"/>
            </a:solidFill>
            <a:ln w="9525">
              <a:solidFill>
                <a:srgbClr val="000000"/>
              </a:solidFill>
              <a:miter lim="800000"/>
              <a:headEnd/>
              <a:tailEnd/>
            </a:ln>
          </p:spPr>
          <p:txBody>
            <a:bodyPr/>
            <a:lstStyle/>
            <a:p>
              <a:pPr algn="ctr"/>
              <a:r>
                <a:rPr lang="da-DK" sz="1400" dirty="0" err="1"/>
                <a:t>Component</a:t>
              </a:r>
              <a:endParaRPr lang="da-DK" sz="1400" dirty="0"/>
            </a:p>
            <a:p>
              <a:pPr algn="ctr"/>
              <a:r>
                <a:rPr lang="da-DK" sz="1400" dirty="0"/>
                <a:t>test</a:t>
              </a:r>
            </a:p>
          </p:txBody>
        </p:sp>
        <p:sp>
          <p:nvSpPr>
            <p:cNvPr id="39949" name="Text Box 7"/>
            <p:cNvSpPr txBox="1">
              <a:spLocks noChangeArrowheads="1"/>
            </p:cNvSpPr>
            <p:nvPr/>
          </p:nvSpPr>
          <p:spPr bwMode="auto">
            <a:xfrm>
              <a:off x="2574" y="4178"/>
              <a:ext cx="895" cy="540"/>
            </a:xfrm>
            <a:prstGeom prst="rect">
              <a:avLst/>
            </a:prstGeom>
            <a:solidFill>
              <a:srgbClr val="CCFFFF"/>
            </a:solidFill>
            <a:ln w="9525">
              <a:solidFill>
                <a:srgbClr val="000000"/>
              </a:solidFill>
              <a:miter lim="800000"/>
              <a:headEnd/>
              <a:tailEnd/>
            </a:ln>
          </p:spPr>
          <p:txBody>
            <a:bodyPr/>
            <a:lstStyle/>
            <a:p>
              <a:pPr algn="ctr"/>
              <a:r>
                <a:rPr lang="da-DK" sz="1400" dirty="0" err="1"/>
                <a:t>Component</a:t>
              </a:r>
              <a:endParaRPr lang="da-DK" sz="1400" dirty="0"/>
            </a:p>
            <a:p>
              <a:pPr algn="ctr"/>
              <a:r>
                <a:rPr lang="da-DK" sz="1400" dirty="0"/>
                <a:t>test</a:t>
              </a:r>
            </a:p>
          </p:txBody>
        </p:sp>
        <p:sp>
          <p:nvSpPr>
            <p:cNvPr id="39950" name="Text Box 8"/>
            <p:cNvSpPr txBox="1">
              <a:spLocks noChangeArrowheads="1"/>
            </p:cNvSpPr>
            <p:nvPr/>
          </p:nvSpPr>
          <p:spPr bwMode="auto">
            <a:xfrm>
              <a:off x="3211" y="1613"/>
              <a:ext cx="1223" cy="675"/>
            </a:xfrm>
            <a:prstGeom prst="rect">
              <a:avLst/>
            </a:prstGeom>
            <a:noFill/>
            <a:ln w="9525">
              <a:noFill/>
              <a:miter lim="800000"/>
              <a:headEnd/>
              <a:tailEnd/>
            </a:ln>
          </p:spPr>
          <p:txBody>
            <a:bodyPr/>
            <a:lstStyle/>
            <a:p>
              <a:pPr algn="ctr"/>
              <a:r>
                <a:rPr lang="en-US" sz="1400" i="1"/>
                <a:t>Design</a:t>
              </a:r>
            </a:p>
            <a:p>
              <a:pPr algn="ctr"/>
              <a:r>
                <a:rPr lang="en-US" sz="1400" i="1"/>
                <a:t>Specifications/</a:t>
              </a:r>
            </a:p>
            <a:p>
              <a:pPr algn="ctr"/>
              <a:r>
                <a:rPr lang="en-US" sz="1400" i="1"/>
                <a:t>Interactions</a:t>
              </a:r>
            </a:p>
            <a:p>
              <a:pPr algn="ctr"/>
              <a:r>
                <a:rPr lang="en-US" sz="1400" i="1"/>
                <a:t>diagrams</a:t>
              </a:r>
              <a:endParaRPr lang="en-US" sz="1400"/>
            </a:p>
          </p:txBody>
        </p:sp>
        <p:sp>
          <p:nvSpPr>
            <p:cNvPr id="39951" name="Text Box 9"/>
            <p:cNvSpPr txBox="1">
              <a:spLocks noChangeArrowheads="1"/>
            </p:cNvSpPr>
            <p:nvPr/>
          </p:nvSpPr>
          <p:spPr bwMode="auto">
            <a:xfrm>
              <a:off x="3253" y="3233"/>
              <a:ext cx="1086" cy="540"/>
            </a:xfrm>
            <a:prstGeom prst="rect">
              <a:avLst/>
            </a:prstGeom>
            <a:solidFill>
              <a:srgbClr val="CCFFFF"/>
            </a:solidFill>
            <a:ln w="9525">
              <a:solidFill>
                <a:srgbClr val="000000"/>
              </a:solidFill>
              <a:miter lim="800000"/>
              <a:headEnd/>
              <a:tailEnd/>
            </a:ln>
          </p:spPr>
          <p:txBody>
            <a:bodyPr/>
            <a:lstStyle/>
            <a:p>
              <a:pPr algn="ctr"/>
              <a:r>
                <a:rPr lang="da-DK" sz="1400"/>
                <a:t>Integration test</a:t>
              </a:r>
            </a:p>
          </p:txBody>
        </p:sp>
        <p:sp>
          <p:nvSpPr>
            <p:cNvPr id="39952" name="Text Box 10"/>
            <p:cNvSpPr txBox="1">
              <a:spLocks noChangeArrowheads="1"/>
            </p:cNvSpPr>
            <p:nvPr/>
          </p:nvSpPr>
          <p:spPr bwMode="auto">
            <a:xfrm>
              <a:off x="4882" y="3281"/>
              <a:ext cx="1467" cy="540"/>
            </a:xfrm>
            <a:prstGeom prst="rect">
              <a:avLst/>
            </a:prstGeom>
            <a:solidFill>
              <a:srgbClr val="CCFFFF"/>
            </a:solidFill>
            <a:ln w="9525">
              <a:solidFill>
                <a:srgbClr val="000000"/>
              </a:solidFill>
              <a:miter lim="800000"/>
              <a:headEnd/>
              <a:tailEnd/>
            </a:ln>
          </p:spPr>
          <p:txBody>
            <a:bodyPr/>
            <a:lstStyle/>
            <a:p>
              <a:pPr algn="ctr"/>
              <a:r>
                <a:rPr lang="da-DK" sz="1400"/>
                <a:t>System</a:t>
              </a:r>
            </a:p>
            <a:p>
              <a:pPr algn="ctr"/>
              <a:r>
                <a:rPr lang="da-DK" sz="1400"/>
                <a:t>test</a:t>
              </a:r>
            </a:p>
          </p:txBody>
        </p:sp>
        <p:sp>
          <p:nvSpPr>
            <p:cNvPr id="39953" name="Text Box 11"/>
            <p:cNvSpPr txBox="1">
              <a:spLocks noChangeArrowheads="1"/>
            </p:cNvSpPr>
            <p:nvPr/>
          </p:nvSpPr>
          <p:spPr bwMode="auto">
            <a:xfrm>
              <a:off x="5425" y="2579"/>
              <a:ext cx="1087" cy="540"/>
            </a:xfrm>
            <a:prstGeom prst="rect">
              <a:avLst/>
            </a:prstGeom>
            <a:solidFill>
              <a:srgbClr val="CCFFFF"/>
            </a:solidFill>
            <a:ln w="9525">
              <a:solidFill>
                <a:srgbClr val="000000"/>
              </a:solidFill>
              <a:miter lim="800000"/>
              <a:headEnd/>
              <a:tailEnd/>
            </a:ln>
          </p:spPr>
          <p:txBody>
            <a:bodyPr/>
            <a:lstStyle/>
            <a:p>
              <a:pPr algn="ctr"/>
              <a:r>
                <a:rPr lang="da-DK" sz="1400"/>
                <a:t>Performance</a:t>
              </a:r>
            </a:p>
            <a:p>
              <a:pPr algn="ctr"/>
              <a:r>
                <a:rPr lang="da-DK" sz="1400"/>
                <a:t>test</a:t>
              </a:r>
            </a:p>
          </p:txBody>
        </p:sp>
        <p:sp>
          <p:nvSpPr>
            <p:cNvPr id="39954" name="Text Box 12"/>
            <p:cNvSpPr txBox="1">
              <a:spLocks noChangeArrowheads="1"/>
            </p:cNvSpPr>
            <p:nvPr/>
          </p:nvSpPr>
          <p:spPr bwMode="auto">
            <a:xfrm>
              <a:off x="6675" y="3281"/>
              <a:ext cx="869" cy="540"/>
            </a:xfrm>
            <a:prstGeom prst="rect">
              <a:avLst/>
            </a:prstGeom>
            <a:solidFill>
              <a:srgbClr val="CCFFFF"/>
            </a:solidFill>
            <a:ln w="9525">
              <a:solidFill>
                <a:srgbClr val="000000"/>
              </a:solidFill>
              <a:miter lim="800000"/>
              <a:headEnd/>
              <a:tailEnd/>
            </a:ln>
          </p:spPr>
          <p:txBody>
            <a:bodyPr/>
            <a:lstStyle/>
            <a:p>
              <a:pPr algn="ctr"/>
              <a:r>
                <a:rPr lang="da-DK" sz="1400"/>
                <a:t>Accept  test</a:t>
              </a:r>
            </a:p>
          </p:txBody>
        </p:sp>
        <p:sp>
          <p:nvSpPr>
            <p:cNvPr id="39955" name="Text Box 13"/>
            <p:cNvSpPr txBox="1">
              <a:spLocks noChangeArrowheads="1"/>
            </p:cNvSpPr>
            <p:nvPr/>
          </p:nvSpPr>
          <p:spPr bwMode="auto">
            <a:xfrm>
              <a:off x="8088" y="3281"/>
              <a:ext cx="1005" cy="540"/>
            </a:xfrm>
            <a:prstGeom prst="rect">
              <a:avLst/>
            </a:prstGeom>
            <a:solidFill>
              <a:srgbClr val="CCFFFF"/>
            </a:solidFill>
            <a:ln w="9525">
              <a:solidFill>
                <a:srgbClr val="000000"/>
              </a:solidFill>
              <a:miter lim="800000"/>
              <a:headEnd/>
              <a:tailEnd/>
            </a:ln>
          </p:spPr>
          <p:txBody>
            <a:bodyPr/>
            <a:lstStyle/>
            <a:p>
              <a:pPr algn="ctr"/>
              <a:r>
                <a:rPr lang="da-DK" sz="1400"/>
                <a:t>Installation</a:t>
              </a:r>
            </a:p>
            <a:p>
              <a:pPr algn="ctr"/>
              <a:r>
                <a:rPr lang="da-DK" sz="1400"/>
                <a:t>test / Live test</a:t>
              </a:r>
            </a:p>
          </p:txBody>
        </p:sp>
        <p:sp>
          <p:nvSpPr>
            <p:cNvPr id="39957" name="Line 16"/>
            <p:cNvSpPr>
              <a:spLocks noChangeShapeType="1"/>
            </p:cNvSpPr>
            <p:nvPr/>
          </p:nvSpPr>
          <p:spPr bwMode="auto">
            <a:xfrm flipV="1">
              <a:off x="3117" y="3773"/>
              <a:ext cx="272" cy="405"/>
            </a:xfrm>
            <a:prstGeom prst="line">
              <a:avLst/>
            </a:prstGeom>
            <a:noFill/>
            <a:ln w="9525">
              <a:solidFill>
                <a:srgbClr val="000000"/>
              </a:solidFill>
              <a:round/>
              <a:headEnd/>
              <a:tailEnd type="triangle" w="med" len="med"/>
            </a:ln>
          </p:spPr>
          <p:txBody>
            <a:bodyPr/>
            <a:lstStyle/>
            <a:p>
              <a:endParaRPr lang="da-DK"/>
            </a:p>
          </p:txBody>
        </p:sp>
        <p:sp>
          <p:nvSpPr>
            <p:cNvPr id="39958" name="Line 17"/>
            <p:cNvSpPr>
              <a:spLocks noChangeShapeType="1"/>
            </p:cNvSpPr>
            <p:nvPr/>
          </p:nvSpPr>
          <p:spPr bwMode="auto">
            <a:xfrm>
              <a:off x="3306" y="2687"/>
              <a:ext cx="219" cy="546"/>
            </a:xfrm>
            <a:prstGeom prst="line">
              <a:avLst/>
            </a:prstGeom>
            <a:noFill/>
            <a:ln w="9525">
              <a:solidFill>
                <a:srgbClr val="000000"/>
              </a:solidFill>
              <a:round/>
              <a:headEnd/>
              <a:tailEnd type="triangle" w="med" len="med"/>
            </a:ln>
          </p:spPr>
          <p:txBody>
            <a:bodyPr/>
            <a:lstStyle/>
            <a:p>
              <a:endParaRPr lang="da-DK"/>
            </a:p>
          </p:txBody>
        </p:sp>
        <p:sp>
          <p:nvSpPr>
            <p:cNvPr id="39959" name="Text Box 18"/>
            <p:cNvSpPr txBox="1">
              <a:spLocks noChangeArrowheads="1"/>
            </p:cNvSpPr>
            <p:nvPr/>
          </p:nvSpPr>
          <p:spPr bwMode="auto">
            <a:xfrm>
              <a:off x="4408" y="1607"/>
              <a:ext cx="1222" cy="1080"/>
            </a:xfrm>
            <a:prstGeom prst="rect">
              <a:avLst/>
            </a:prstGeom>
            <a:noFill/>
            <a:ln w="9525">
              <a:noFill/>
              <a:miter lim="800000"/>
              <a:headEnd/>
              <a:tailEnd/>
            </a:ln>
          </p:spPr>
          <p:txBody>
            <a:bodyPr/>
            <a:lstStyle/>
            <a:p>
              <a:pPr algn="ctr"/>
              <a:r>
                <a:rPr lang="en-US" sz="1400" i="1"/>
                <a:t>Use- Cases /</a:t>
              </a:r>
            </a:p>
            <a:p>
              <a:pPr algn="ctr"/>
              <a:r>
                <a:rPr lang="en-US" sz="1400" i="1"/>
                <a:t>System-events</a:t>
              </a:r>
            </a:p>
          </p:txBody>
        </p:sp>
        <p:sp>
          <p:nvSpPr>
            <p:cNvPr id="39960" name="Text Box 19"/>
            <p:cNvSpPr txBox="1">
              <a:spLocks noChangeArrowheads="1"/>
            </p:cNvSpPr>
            <p:nvPr/>
          </p:nvSpPr>
          <p:spPr bwMode="auto">
            <a:xfrm>
              <a:off x="5605" y="1607"/>
              <a:ext cx="1225" cy="675"/>
            </a:xfrm>
            <a:prstGeom prst="rect">
              <a:avLst/>
            </a:prstGeom>
            <a:noFill/>
            <a:ln w="9525">
              <a:noFill/>
              <a:miter lim="800000"/>
              <a:headEnd/>
              <a:tailEnd/>
            </a:ln>
          </p:spPr>
          <p:txBody>
            <a:bodyPr/>
            <a:lstStyle/>
            <a:p>
              <a:pPr algn="ctr"/>
              <a:r>
                <a:rPr lang="en-US" sz="1400" i="1"/>
                <a:t>Other requirements / Quality</a:t>
              </a:r>
              <a:endParaRPr lang="en-US" sz="1400"/>
            </a:p>
          </p:txBody>
        </p:sp>
        <p:sp>
          <p:nvSpPr>
            <p:cNvPr id="39961" name="Text Box 20"/>
            <p:cNvSpPr txBox="1">
              <a:spLocks noChangeArrowheads="1"/>
            </p:cNvSpPr>
            <p:nvPr/>
          </p:nvSpPr>
          <p:spPr bwMode="auto">
            <a:xfrm>
              <a:off x="6879" y="1613"/>
              <a:ext cx="1223" cy="675"/>
            </a:xfrm>
            <a:prstGeom prst="rect">
              <a:avLst/>
            </a:prstGeom>
            <a:noFill/>
            <a:ln w="9525">
              <a:noFill/>
              <a:miter lim="800000"/>
              <a:headEnd/>
              <a:tailEnd/>
            </a:ln>
          </p:spPr>
          <p:txBody>
            <a:bodyPr/>
            <a:lstStyle/>
            <a:p>
              <a:pPr algn="ctr"/>
              <a:r>
                <a:rPr lang="en-US" sz="1400" i="1"/>
                <a:t>Use-cases</a:t>
              </a:r>
            </a:p>
          </p:txBody>
        </p:sp>
        <p:sp>
          <p:nvSpPr>
            <p:cNvPr id="39962" name="Text Box 21"/>
            <p:cNvSpPr txBox="1">
              <a:spLocks noChangeArrowheads="1"/>
            </p:cNvSpPr>
            <p:nvPr/>
          </p:nvSpPr>
          <p:spPr bwMode="auto">
            <a:xfrm>
              <a:off x="8237" y="1613"/>
              <a:ext cx="1224" cy="675"/>
            </a:xfrm>
            <a:prstGeom prst="rect">
              <a:avLst/>
            </a:prstGeom>
            <a:noFill/>
            <a:ln w="9525">
              <a:noFill/>
              <a:miter lim="800000"/>
              <a:headEnd/>
              <a:tailEnd/>
            </a:ln>
          </p:spPr>
          <p:txBody>
            <a:bodyPr/>
            <a:lstStyle/>
            <a:p>
              <a:pPr algn="ctr"/>
              <a:r>
                <a:rPr lang="en-US" sz="1400" i="1"/>
                <a:t>Operation</a:t>
              </a:r>
              <a:endParaRPr lang="en-US" sz="1400"/>
            </a:p>
          </p:txBody>
        </p:sp>
        <p:sp>
          <p:nvSpPr>
            <p:cNvPr id="39963" name="Text Box 22"/>
            <p:cNvSpPr txBox="1">
              <a:spLocks noChangeArrowheads="1"/>
            </p:cNvSpPr>
            <p:nvPr/>
          </p:nvSpPr>
          <p:spPr bwMode="auto">
            <a:xfrm>
              <a:off x="3632" y="3875"/>
              <a:ext cx="1223" cy="675"/>
            </a:xfrm>
            <a:prstGeom prst="rect">
              <a:avLst/>
            </a:prstGeom>
            <a:noFill/>
            <a:ln w="9525">
              <a:noFill/>
              <a:miter lim="800000"/>
              <a:headEnd/>
              <a:tailEnd/>
            </a:ln>
          </p:spPr>
          <p:txBody>
            <a:bodyPr/>
            <a:lstStyle/>
            <a:p>
              <a:pPr algn="ctr"/>
              <a:r>
                <a:rPr lang="en-US" sz="1400" i="1"/>
                <a:t>Components and modules</a:t>
              </a:r>
            </a:p>
            <a:p>
              <a:pPr algn="ctr"/>
              <a:r>
                <a:rPr lang="en-US" sz="1400" i="1"/>
                <a:t>are integrated</a:t>
              </a:r>
              <a:endParaRPr lang="en-US" sz="1400"/>
            </a:p>
          </p:txBody>
        </p:sp>
        <p:sp>
          <p:nvSpPr>
            <p:cNvPr id="39964" name="Text Box 23"/>
            <p:cNvSpPr txBox="1">
              <a:spLocks noChangeArrowheads="1"/>
            </p:cNvSpPr>
            <p:nvPr/>
          </p:nvSpPr>
          <p:spPr bwMode="auto">
            <a:xfrm>
              <a:off x="5019" y="3908"/>
              <a:ext cx="1224" cy="945"/>
            </a:xfrm>
            <a:prstGeom prst="rect">
              <a:avLst/>
            </a:prstGeom>
            <a:noFill/>
            <a:ln w="9525">
              <a:noFill/>
              <a:miter lim="800000"/>
              <a:headEnd/>
              <a:tailEnd/>
            </a:ln>
          </p:spPr>
          <p:txBody>
            <a:bodyPr/>
            <a:lstStyle/>
            <a:p>
              <a:pPr algn="ctr"/>
              <a:r>
                <a:rPr lang="en-US" sz="1400" i="1"/>
                <a:t>Full functional system with external interfaces</a:t>
              </a:r>
              <a:endParaRPr lang="en-US" sz="1400"/>
            </a:p>
          </p:txBody>
        </p:sp>
        <p:sp>
          <p:nvSpPr>
            <p:cNvPr id="39965" name="Text Box 24"/>
            <p:cNvSpPr txBox="1">
              <a:spLocks noChangeArrowheads="1"/>
            </p:cNvSpPr>
            <p:nvPr/>
          </p:nvSpPr>
          <p:spPr bwMode="auto">
            <a:xfrm>
              <a:off x="6378" y="3908"/>
              <a:ext cx="1224" cy="810"/>
            </a:xfrm>
            <a:prstGeom prst="rect">
              <a:avLst/>
            </a:prstGeom>
            <a:noFill/>
            <a:ln w="9525">
              <a:noFill/>
              <a:miter lim="800000"/>
              <a:headEnd/>
              <a:tailEnd/>
            </a:ln>
          </p:spPr>
          <p:txBody>
            <a:bodyPr/>
            <a:lstStyle/>
            <a:p>
              <a:pPr algn="ctr"/>
              <a:r>
                <a:rPr lang="en-US" sz="1400" i="1"/>
                <a:t>Verified and</a:t>
              </a:r>
            </a:p>
            <a:p>
              <a:pPr algn="ctr"/>
              <a:r>
                <a:rPr lang="en-US" sz="1400" i="1"/>
                <a:t>validated</a:t>
              </a:r>
            </a:p>
            <a:p>
              <a:pPr algn="ctr"/>
              <a:r>
                <a:rPr lang="en-US" sz="1400" i="1"/>
                <a:t>system</a:t>
              </a:r>
              <a:endParaRPr lang="en-US" sz="1400"/>
            </a:p>
          </p:txBody>
        </p:sp>
        <p:sp>
          <p:nvSpPr>
            <p:cNvPr id="39966" name="Text Box 25"/>
            <p:cNvSpPr txBox="1">
              <a:spLocks noChangeArrowheads="1"/>
            </p:cNvSpPr>
            <p:nvPr/>
          </p:nvSpPr>
          <p:spPr bwMode="auto">
            <a:xfrm>
              <a:off x="7599" y="3929"/>
              <a:ext cx="1223" cy="675"/>
            </a:xfrm>
            <a:prstGeom prst="rect">
              <a:avLst/>
            </a:prstGeom>
            <a:noFill/>
            <a:ln w="9525">
              <a:noFill/>
              <a:miter lim="800000"/>
              <a:headEnd/>
              <a:tailEnd/>
            </a:ln>
          </p:spPr>
          <p:txBody>
            <a:bodyPr/>
            <a:lstStyle/>
            <a:p>
              <a:pPr algn="ctr"/>
              <a:r>
                <a:rPr lang="en-US" sz="1400" i="1"/>
                <a:t>Accepted</a:t>
              </a:r>
            </a:p>
            <a:p>
              <a:pPr algn="ctr"/>
              <a:r>
                <a:rPr lang="en-US" sz="1400" i="1"/>
                <a:t>system</a:t>
              </a:r>
              <a:endParaRPr lang="en-US" sz="1400"/>
            </a:p>
          </p:txBody>
        </p:sp>
        <p:sp>
          <p:nvSpPr>
            <p:cNvPr id="39967" name="Text Box 26"/>
            <p:cNvSpPr txBox="1">
              <a:spLocks noChangeArrowheads="1"/>
            </p:cNvSpPr>
            <p:nvPr/>
          </p:nvSpPr>
          <p:spPr bwMode="auto">
            <a:xfrm>
              <a:off x="2409" y="4765"/>
              <a:ext cx="1223" cy="299"/>
            </a:xfrm>
            <a:prstGeom prst="rect">
              <a:avLst/>
            </a:prstGeom>
            <a:noFill/>
            <a:ln w="9525">
              <a:noFill/>
              <a:miter lim="800000"/>
              <a:headEnd/>
              <a:tailEnd/>
            </a:ln>
          </p:spPr>
          <p:txBody>
            <a:bodyPr/>
            <a:lstStyle/>
            <a:p>
              <a:pPr algn="ctr"/>
              <a:r>
                <a:rPr lang="en-US" sz="1400" i="1" dirty="0"/>
                <a:t>Components</a:t>
              </a:r>
            </a:p>
            <a:p>
              <a:pPr algn="ctr"/>
              <a:r>
                <a:rPr lang="en-US" sz="1400" i="1" dirty="0"/>
                <a:t>are tested</a:t>
              </a:r>
              <a:endParaRPr lang="en-US" sz="1400" dirty="0"/>
            </a:p>
          </p:txBody>
        </p:sp>
        <p:sp>
          <p:nvSpPr>
            <p:cNvPr id="39968" name="Text Box 27"/>
            <p:cNvSpPr txBox="1">
              <a:spLocks noChangeArrowheads="1"/>
            </p:cNvSpPr>
            <p:nvPr/>
          </p:nvSpPr>
          <p:spPr bwMode="auto">
            <a:xfrm>
              <a:off x="8279" y="4415"/>
              <a:ext cx="1222" cy="810"/>
            </a:xfrm>
            <a:prstGeom prst="rect">
              <a:avLst/>
            </a:prstGeom>
            <a:noFill/>
            <a:ln w="9525">
              <a:noFill/>
              <a:miter lim="800000"/>
              <a:headEnd/>
              <a:tailEnd/>
            </a:ln>
          </p:spPr>
          <p:txBody>
            <a:bodyPr/>
            <a:lstStyle/>
            <a:p>
              <a:pPr algn="ctr"/>
              <a:r>
                <a:rPr lang="en-US" sz="1400" i="1"/>
                <a:t>Delivered system</a:t>
              </a:r>
            </a:p>
            <a:p>
              <a:pPr algn="ctr"/>
              <a:r>
                <a:rPr lang="en-US" sz="1400" i="1"/>
                <a:t>in use</a:t>
              </a:r>
              <a:endParaRPr lang="en-US" sz="1400"/>
            </a:p>
          </p:txBody>
        </p:sp>
        <p:sp>
          <p:nvSpPr>
            <p:cNvPr id="39969" name="Line 28"/>
            <p:cNvSpPr>
              <a:spLocks noChangeShapeType="1"/>
            </p:cNvSpPr>
            <p:nvPr/>
          </p:nvSpPr>
          <p:spPr bwMode="auto">
            <a:xfrm>
              <a:off x="3822" y="2282"/>
              <a:ext cx="19" cy="951"/>
            </a:xfrm>
            <a:prstGeom prst="line">
              <a:avLst/>
            </a:prstGeom>
            <a:noFill/>
            <a:ln w="9525">
              <a:solidFill>
                <a:srgbClr val="000000"/>
              </a:solidFill>
              <a:round/>
              <a:headEnd/>
              <a:tailEnd type="triangle" w="med" len="med"/>
            </a:ln>
          </p:spPr>
          <p:txBody>
            <a:bodyPr/>
            <a:lstStyle/>
            <a:p>
              <a:endParaRPr lang="da-DK"/>
            </a:p>
          </p:txBody>
        </p:sp>
        <p:sp>
          <p:nvSpPr>
            <p:cNvPr id="39970" name="Line 29"/>
            <p:cNvSpPr>
              <a:spLocks noChangeShapeType="1"/>
            </p:cNvSpPr>
            <p:nvPr/>
          </p:nvSpPr>
          <p:spPr bwMode="auto">
            <a:xfrm>
              <a:off x="4990" y="1985"/>
              <a:ext cx="29" cy="1248"/>
            </a:xfrm>
            <a:prstGeom prst="line">
              <a:avLst/>
            </a:prstGeom>
            <a:noFill/>
            <a:ln w="9525">
              <a:solidFill>
                <a:srgbClr val="000000"/>
              </a:solidFill>
              <a:round/>
              <a:headEnd/>
              <a:tailEnd type="triangle" w="med" len="med"/>
            </a:ln>
          </p:spPr>
          <p:txBody>
            <a:bodyPr/>
            <a:lstStyle/>
            <a:p>
              <a:endParaRPr lang="da-DK"/>
            </a:p>
          </p:txBody>
        </p:sp>
        <p:sp>
          <p:nvSpPr>
            <p:cNvPr id="39971" name="Line 30"/>
            <p:cNvSpPr>
              <a:spLocks noChangeShapeType="1"/>
            </p:cNvSpPr>
            <p:nvPr/>
          </p:nvSpPr>
          <p:spPr bwMode="auto">
            <a:xfrm flipH="1">
              <a:off x="6186" y="2039"/>
              <a:ext cx="11" cy="540"/>
            </a:xfrm>
            <a:prstGeom prst="line">
              <a:avLst/>
            </a:prstGeom>
            <a:noFill/>
            <a:ln w="9525">
              <a:solidFill>
                <a:srgbClr val="000000"/>
              </a:solidFill>
              <a:round/>
              <a:headEnd/>
              <a:tailEnd type="triangle" w="med" len="med"/>
            </a:ln>
          </p:spPr>
          <p:txBody>
            <a:bodyPr/>
            <a:lstStyle/>
            <a:p>
              <a:endParaRPr lang="da-DK"/>
            </a:p>
          </p:txBody>
        </p:sp>
        <p:sp>
          <p:nvSpPr>
            <p:cNvPr id="39972" name="Line 31"/>
            <p:cNvSpPr>
              <a:spLocks noChangeShapeType="1"/>
            </p:cNvSpPr>
            <p:nvPr/>
          </p:nvSpPr>
          <p:spPr bwMode="auto">
            <a:xfrm flipH="1">
              <a:off x="7382" y="2363"/>
              <a:ext cx="1" cy="907"/>
            </a:xfrm>
            <a:prstGeom prst="line">
              <a:avLst/>
            </a:prstGeom>
            <a:noFill/>
            <a:ln w="9525">
              <a:solidFill>
                <a:srgbClr val="000000"/>
              </a:solidFill>
              <a:round/>
              <a:headEnd/>
              <a:tailEnd type="triangle" w="med" len="med"/>
            </a:ln>
          </p:spPr>
          <p:txBody>
            <a:bodyPr/>
            <a:lstStyle/>
            <a:p>
              <a:endParaRPr lang="da-DK"/>
            </a:p>
          </p:txBody>
        </p:sp>
        <p:sp>
          <p:nvSpPr>
            <p:cNvPr id="39973" name="Line 32"/>
            <p:cNvSpPr>
              <a:spLocks noChangeShapeType="1"/>
            </p:cNvSpPr>
            <p:nvPr/>
          </p:nvSpPr>
          <p:spPr bwMode="auto">
            <a:xfrm>
              <a:off x="8577" y="2309"/>
              <a:ext cx="0" cy="945"/>
            </a:xfrm>
            <a:prstGeom prst="line">
              <a:avLst/>
            </a:prstGeom>
            <a:noFill/>
            <a:ln w="9525">
              <a:solidFill>
                <a:srgbClr val="000000"/>
              </a:solidFill>
              <a:round/>
              <a:headEnd/>
              <a:tailEnd type="triangle" w="med" len="med"/>
            </a:ln>
          </p:spPr>
          <p:txBody>
            <a:bodyPr/>
            <a:lstStyle/>
            <a:p>
              <a:endParaRPr lang="da-DK"/>
            </a:p>
          </p:txBody>
        </p:sp>
        <p:sp>
          <p:nvSpPr>
            <p:cNvPr id="39974" name="Line 33"/>
            <p:cNvSpPr>
              <a:spLocks noChangeShapeType="1"/>
            </p:cNvSpPr>
            <p:nvPr/>
          </p:nvSpPr>
          <p:spPr bwMode="auto">
            <a:xfrm>
              <a:off x="8849" y="3821"/>
              <a:ext cx="0" cy="1134"/>
            </a:xfrm>
            <a:prstGeom prst="line">
              <a:avLst/>
            </a:prstGeom>
            <a:noFill/>
            <a:ln w="9525">
              <a:solidFill>
                <a:srgbClr val="000000"/>
              </a:solidFill>
              <a:round/>
              <a:headEnd/>
              <a:tailEnd type="triangle" w="med" len="med"/>
            </a:ln>
          </p:spPr>
          <p:txBody>
            <a:bodyPr/>
            <a:lstStyle/>
            <a:p>
              <a:endParaRPr lang="da-DK"/>
            </a:p>
          </p:txBody>
        </p:sp>
        <p:sp>
          <p:nvSpPr>
            <p:cNvPr id="39975" name="Line 34"/>
            <p:cNvSpPr>
              <a:spLocks noChangeShapeType="1"/>
            </p:cNvSpPr>
            <p:nvPr/>
          </p:nvSpPr>
          <p:spPr bwMode="auto">
            <a:xfrm flipV="1">
              <a:off x="4340" y="3497"/>
              <a:ext cx="487" cy="6"/>
            </a:xfrm>
            <a:prstGeom prst="line">
              <a:avLst/>
            </a:prstGeom>
            <a:noFill/>
            <a:ln w="9525">
              <a:solidFill>
                <a:srgbClr val="000000"/>
              </a:solidFill>
              <a:round/>
              <a:headEnd/>
              <a:tailEnd type="triangle" w="med" len="med"/>
            </a:ln>
          </p:spPr>
          <p:txBody>
            <a:bodyPr/>
            <a:lstStyle/>
            <a:p>
              <a:endParaRPr lang="da-DK"/>
            </a:p>
          </p:txBody>
        </p:sp>
        <p:sp>
          <p:nvSpPr>
            <p:cNvPr id="39976" name="Line 36"/>
            <p:cNvSpPr>
              <a:spLocks noChangeShapeType="1"/>
            </p:cNvSpPr>
            <p:nvPr/>
          </p:nvSpPr>
          <p:spPr bwMode="auto">
            <a:xfrm>
              <a:off x="6403" y="3497"/>
              <a:ext cx="272" cy="0"/>
            </a:xfrm>
            <a:prstGeom prst="line">
              <a:avLst/>
            </a:prstGeom>
            <a:noFill/>
            <a:ln w="9525">
              <a:solidFill>
                <a:srgbClr val="000000"/>
              </a:solidFill>
              <a:round/>
              <a:headEnd/>
              <a:tailEnd type="triangle" w="med" len="med"/>
            </a:ln>
          </p:spPr>
          <p:txBody>
            <a:bodyPr/>
            <a:lstStyle/>
            <a:p>
              <a:endParaRPr lang="da-DK"/>
            </a:p>
          </p:txBody>
        </p:sp>
        <p:sp>
          <p:nvSpPr>
            <p:cNvPr id="39977" name="Line 37"/>
            <p:cNvSpPr>
              <a:spLocks noChangeShapeType="1"/>
            </p:cNvSpPr>
            <p:nvPr/>
          </p:nvSpPr>
          <p:spPr bwMode="auto">
            <a:xfrm>
              <a:off x="7599" y="3497"/>
              <a:ext cx="435" cy="0"/>
            </a:xfrm>
            <a:prstGeom prst="line">
              <a:avLst/>
            </a:prstGeom>
            <a:noFill/>
            <a:ln w="9525">
              <a:solidFill>
                <a:srgbClr val="000000"/>
              </a:solidFill>
              <a:round/>
              <a:headEnd/>
              <a:tailEnd type="triangle" w="med" len="med"/>
            </a:ln>
          </p:spPr>
          <p:txBody>
            <a:bodyPr/>
            <a:lstStyle/>
            <a:p>
              <a:endParaRPr lang="da-DK"/>
            </a:p>
          </p:txBody>
        </p:sp>
      </p:grpSp>
      <p:cxnSp>
        <p:nvCxnSpPr>
          <p:cNvPr id="39" name="Straight Arrow Connector 38"/>
          <p:cNvCxnSpPr>
            <a:stCxn id="39953" idx="3"/>
            <a:endCxn id="39954" idx="0"/>
          </p:cNvCxnSpPr>
          <p:nvPr/>
        </p:nvCxnSpPr>
        <p:spPr>
          <a:xfrm>
            <a:off x="6454583" y="2833747"/>
            <a:ext cx="842260" cy="612933"/>
          </a:xfrm>
          <a:prstGeom prst="straightConnector1">
            <a:avLst/>
          </a:prstGeom>
          <a:ln>
            <a:tailEnd type="arrow"/>
          </a:ln>
        </p:spPr>
        <p:style>
          <a:lnRef idx="1">
            <a:schemeClr val="dk1"/>
          </a:lnRef>
          <a:fillRef idx="0">
            <a:schemeClr val="dk1"/>
          </a:fillRef>
          <a:effectRef idx="0">
            <a:schemeClr val="dk1"/>
          </a:effectRef>
          <a:fontRef idx="minor">
            <a:schemeClr val="tx1"/>
          </a:fontRef>
        </p:style>
      </p:cxnSp>
      <p:cxnSp>
        <p:nvCxnSpPr>
          <p:cNvPr id="42" name="Straight Connector 41"/>
          <p:cNvCxnSpPr>
            <a:cxnSpLocks/>
          </p:cNvCxnSpPr>
          <p:nvPr/>
        </p:nvCxnSpPr>
        <p:spPr>
          <a:xfrm>
            <a:off x="6495507" y="756000"/>
            <a:ext cx="71351" cy="5030437"/>
          </a:xfrm>
          <a:prstGeom prst="line">
            <a:avLst/>
          </a:prstGeom>
          <a:ln>
            <a:solidFill>
              <a:srgbClr val="C00000"/>
            </a:solidFill>
            <a:prstDash val="dash"/>
          </a:ln>
        </p:spPr>
        <p:style>
          <a:lnRef idx="1">
            <a:schemeClr val="accent1"/>
          </a:lnRef>
          <a:fillRef idx="0">
            <a:schemeClr val="accent1"/>
          </a:fillRef>
          <a:effectRef idx="0">
            <a:schemeClr val="accent1"/>
          </a:effectRef>
          <a:fontRef idx="minor">
            <a:schemeClr val="tx1"/>
          </a:fontRef>
        </p:style>
      </p:cxnSp>
      <p:sp>
        <p:nvSpPr>
          <p:cNvPr id="39944" name="TextBox 44"/>
          <p:cNvSpPr txBox="1">
            <a:spLocks noChangeArrowheads="1"/>
          </p:cNvSpPr>
          <p:nvPr/>
        </p:nvSpPr>
        <p:spPr bwMode="auto">
          <a:xfrm>
            <a:off x="5833555" y="5848421"/>
            <a:ext cx="1517071" cy="584775"/>
          </a:xfrm>
          <a:prstGeom prst="rect">
            <a:avLst/>
          </a:prstGeom>
          <a:noFill/>
          <a:ln w="9525">
            <a:noFill/>
            <a:miter lim="800000"/>
            <a:headEnd/>
            <a:tailEnd/>
          </a:ln>
        </p:spPr>
        <p:txBody>
          <a:bodyPr wrap="square">
            <a:spAutoFit/>
          </a:bodyPr>
          <a:lstStyle/>
          <a:p>
            <a:r>
              <a:rPr lang="en-US" sz="1600" dirty="0"/>
              <a:t>Released from development</a:t>
            </a:r>
          </a:p>
        </p:txBody>
      </p:sp>
      <p:sp>
        <p:nvSpPr>
          <p:cNvPr id="39945" name="Text Box 13"/>
          <p:cNvSpPr txBox="1">
            <a:spLocks noChangeArrowheads="1"/>
          </p:cNvSpPr>
          <p:nvPr/>
        </p:nvSpPr>
        <p:spPr bwMode="auto">
          <a:xfrm>
            <a:off x="9096375" y="5500689"/>
            <a:ext cx="1320800" cy="714375"/>
          </a:xfrm>
          <a:prstGeom prst="rect">
            <a:avLst/>
          </a:prstGeom>
          <a:solidFill>
            <a:srgbClr val="CCFFFF"/>
          </a:solidFill>
          <a:ln w="9525">
            <a:solidFill>
              <a:srgbClr val="000000"/>
            </a:solidFill>
            <a:miter lim="800000"/>
            <a:headEnd/>
            <a:tailEnd/>
          </a:ln>
        </p:spPr>
        <p:txBody>
          <a:bodyPr/>
          <a:lstStyle/>
          <a:p>
            <a:pPr algn="ctr"/>
            <a:r>
              <a:rPr lang="da-DK" sz="1400"/>
              <a:t>Test of operation</a:t>
            </a:r>
          </a:p>
        </p:txBody>
      </p:sp>
      <p:cxnSp>
        <p:nvCxnSpPr>
          <p:cNvPr id="49" name="Straight Arrow Connector 48"/>
          <p:cNvCxnSpPr/>
          <p:nvPr/>
        </p:nvCxnSpPr>
        <p:spPr>
          <a:xfrm flipV="1">
            <a:off x="4434322" y="2998693"/>
            <a:ext cx="428625" cy="357188"/>
          </a:xfrm>
          <a:prstGeom prst="straightConnector1">
            <a:avLst/>
          </a:prstGeom>
          <a:ln>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8" name="Pladsholder til slidenummer 7">
            <a:extLst>
              <a:ext uri="{FF2B5EF4-FFF2-40B4-BE49-F238E27FC236}">
                <a16:creationId xmlns:a16="http://schemas.microsoft.com/office/drawing/2014/main" id="{AFF16446-F270-4C23-8723-56E030BF6DC9}"/>
              </a:ext>
            </a:extLst>
          </p:cNvPr>
          <p:cNvSpPr>
            <a:spLocks noGrp="1"/>
          </p:cNvSpPr>
          <p:nvPr>
            <p:ph type="sldNum" sz="quarter" idx="12"/>
          </p:nvPr>
        </p:nvSpPr>
        <p:spPr/>
        <p:txBody>
          <a:bodyPr/>
          <a:lstStyle/>
          <a:p>
            <a:fld id="{20EB7ABC-56F9-4FEF-9CF0-E2D14234E329}" type="slidenum">
              <a:rPr lang="da-DK" noProof="0" smtClean="0"/>
              <a:pPr/>
              <a:t>13</a:t>
            </a:fld>
            <a:endParaRPr lang="da-DK" noProof="0" dirty="0"/>
          </a:p>
        </p:txBody>
      </p:sp>
    </p:spTree>
    <p:extLst>
      <p:ext uri="{BB962C8B-B14F-4D97-AF65-F5344CB8AC3E}">
        <p14:creationId xmlns:p14="http://schemas.microsoft.com/office/powerpoint/2010/main" val="58240021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da-DK" dirty="0"/>
              <a:t>Testplan</a:t>
            </a:r>
          </a:p>
        </p:txBody>
      </p:sp>
      <p:sp>
        <p:nvSpPr>
          <p:cNvPr id="3" name="Content Placeholder 2"/>
          <p:cNvSpPr>
            <a:spLocks noGrp="1"/>
          </p:cNvSpPr>
          <p:nvPr>
            <p:ph type="body" sz="quarter" idx="13"/>
          </p:nvPr>
        </p:nvSpPr>
        <p:spPr/>
        <p:txBody>
          <a:bodyPr>
            <a:normAutofit fontScale="92500" lnSpcReduction="10000"/>
          </a:bodyPr>
          <a:lstStyle/>
          <a:p>
            <a:r>
              <a:rPr lang="da-DK" sz="3200" dirty="0"/>
              <a:t>Et dokument, der beskriver:</a:t>
            </a:r>
          </a:p>
          <a:p>
            <a:pPr lvl="1"/>
            <a:r>
              <a:rPr lang="da-DK" sz="2800" dirty="0"/>
              <a:t>anvendelsesområdet, fremgangsmåden, ressourcerne og tidsskema for de planlagte testaktiviteter. </a:t>
            </a:r>
          </a:p>
          <a:p>
            <a:pPr lvl="2"/>
            <a:r>
              <a:rPr lang="da-DK" sz="2400" dirty="0"/>
              <a:t>Fx:</a:t>
            </a:r>
          </a:p>
          <a:p>
            <a:pPr marL="827088" lvl="3" indent="0">
              <a:buNone/>
            </a:pPr>
            <a:r>
              <a:rPr lang="da-DK" sz="2200" dirty="0"/>
              <a:t>Features der skal testes</a:t>
            </a:r>
          </a:p>
          <a:p>
            <a:pPr marL="827088" lvl="3" indent="0">
              <a:buNone/>
            </a:pPr>
            <a:r>
              <a:rPr lang="da-DK" sz="2200" dirty="0" err="1"/>
              <a:t>Testopgaver</a:t>
            </a:r>
            <a:r>
              <a:rPr lang="da-DK" sz="2200" dirty="0"/>
              <a:t> der skal udføres</a:t>
            </a:r>
          </a:p>
          <a:p>
            <a:pPr marL="827088" lvl="3" indent="0">
              <a:buNone/>
            </a:pPr>
            <a:r>
              <a:rPr lang="da-DK" sz="2200" dirty="0"/>
              <a:t>Medarbejdere som skal udføre opgaverne</a:t>
            </a:r>
          </a:p>
          <a:p>
            <a:pPr marL="827088" lvl="3" indent="0">
              <a:buNone/>
            </a:pPr>
            <a:r>
              <a:rPr lang="da-DK" sz="2200" dirty="0"/>
              <a:t>Testmiljø</a:t>
            </a:r>
          </a:p>
          <a:p>
            <a:pPr marL="357188" lvl="3" indent="0">
              <a:buNone/>
            </a:pPr>
            <a:endParaRPr lang="da-DK" sz="2200" dirty="0"/>
          </a:p>
          <a:p>
            <a:pPr lvl="1"/>
            <a:r>
              <a:rPr lang="da-DK" sz="2800" dirty="0"/>
              <a:t>Det er en oversigt og testplanlægningsprocessen. </a:t>
            </a:r>
          </a:p>
          <a:p>
            <a:pPr lvl="1"/>
            <a:endParaRPr lang="da-DK" sz="2800" dirty="0"/>
          </a:p>
          <a:p>
            <a:pPr lvl="1"/>
            <a:r>
              <a:rPr lang="da-DK" sz="1700" dirty="0"/>
              <a:t>Læs mere detaljeret om testplan: </a:t>
            </a:r>
            <a:r>
              <a:rPr lang="da-DK" sz="1700" dirty="0">
                <a:hlinkClick r:id="rId3"/>
              </a:rPr>
              <a:t>http://softwaretestingfundamentals.com/test-plan/</a:t>
            </a:r>
            <a:endParaRPr lang="da-DK" sz="1700" dirty="0"/>
          </a:p>
          <a:p>
            <a:pPr marL="0" indent="0">
              <a:buNone/>
            </a:pPr>
            <a:endParaRPr lang="da-DK" dirty="0"/>
          </a:p>
          <a:p>
            <a:endParaRPr lang="da-DK" dirty="0"/>
          </a:p>
        </p:txBody>
      </p:sp>
      <p:sp>
        <p:nvSpPr>
          <p:cNvPr id="6" name="Pladsholder til slidenummer 5">
            <a:extLst>
              <a:ext uri="{FF2B5EF4-FFF2-40B4-BE49-F238E27FC236}">
                <a16:creationId xmlns:a16="http://schemas.microsoft.com/office/drawing/2014/main" id="{B97F969C-1135-46CA-8660-51E6A0FF14F6}"/>
              </a:ext>
            </a:extLst>
          </p:cNvPr>
          <p:cNvSpPr>
            <a:spLocks noGrp="1"/>
          </p:cNvSpPr>
          <p:nvPr>
            <p:ph type="sldNum" sz="quarter" idx="12"/>
          </p:nvPr>
        </p:nvSpPr>
        <p:spPr/>
        <p:txBody>
          <a:bodyPr/>
          <a:lstStyle/>
          <a:p>
            <a:fld id="{20EB7ABC-56F9-4FEF-9CF0-E2D14234E329}" type="slidenum">
              <a:rPr lang="da-DK" noProof="0" smtClean="0"/>
              <a:pPr/>
              <a:t>14</a:t>
            </a:fld>
            <a:endParaRPr lang="da-DK" noProof="0" dirty="0"/>
          </a:p>
        </p:txBody>
      </p:sp>
    </p:spTree>
    <p:extLst>
      <p:ext uri="{BB962C8B-B14F-4D97-AF65-F5344CB8AC3E}">
        <p14:creationId xmlns:p14="http://schemas.microsoft.com/office/powerpoint/2010/main" val="186549721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da-DK" dirty="0"/>
              <a:t>Test Plan</a:t>
            </a:r>
          </a:p>
        </p:txBody>
      </p:sp>
      <p:sp>
        <p:nvSpPr>
          <p:cNvPr id="3" name="Content Placeholder 2"/>
          <p:cNvSpPr>
            <a:spLocks noGrp="1"/>
          </p:cNvSpPr>
          <p:nvPr>
            <p:ph type="body" sz="quarter" idx="13"/>
          </p:nvPr>
        </p:nvSpPr>
        <p:spPr/>
        <p:txBody>
          <a:bodyPr>
            <a:normAutofit/>
          </a:bodyPr>
          <a:lstStyle/>
          <a:p>
            <a:pPr>
              <a:buFont typeface="Wingdings" panose="05000000000000000000" pitchFamily="2" charset="2"/>
              <a:buChar char="§"/>
            </a:pPr>
            <a:r>
              <a:rPr lang="da-DK" b="1" dirty="0"/>
              <a:t>Master Testplan</a:t>
            </a:r>
            <a:r>
              <a:rPr lang="da-DK" dirty="0"/>
              <a:t>: Et dokument der I detaljer beskriver hvordan testene planlægges og hvordan det skal håndteres på tværs af de forskellige testniveauer [det er muligt at finde online skabeloner].</a:t>
            </a:r>
          </a:p>
          <a:p>
            <a:pPr>
              <a:buFont typeface="Wingdings" panose="05000000000000000000" pitchFamily="2" charset="2"/>
              <a:buChar char="§"/>
            </a:pPr>
            <a:endParaRPr lang="da-DK" dirty="0"/>
          </a:p>
          <a:p>
            <a:r>
              <a:rPr lang="da-DK" b="1" dirty="0"/>
              <a:t>Fase Testplan</a:t>
            </a:r>
            <a:r>
              <a:rPr lang="da-DK" dirty="0"/>
              <a:t>: En testplan der typisk adressere en testfase/-niveau</a:t>
            </a:r>
          </a:p>
          <a:p>
            <a:pPr lvl="1"/>
            <a:r>
              <a:rPr lang="da-DK" dirty="0"/>
              <a:t>Unit-testplan</a:t>
            </a:r>
          </a:p>
          <a:p>
            <a:pPr lvl="1"/>
            <a:r>
              <a:rPr lang="da-DK" dirty="0"/>
              <a:t>Integrationstestplan</a:t>
            </a:r>
          </a:p>
          <a:p>
            <a:pPr lvl="1"/>
            <a:r>
              <a:rPr lang="da-DK" dirty="0"/>
              <a:t>Systemtestplan</a:t>
            </a:r>
          </a:p>
          <a:p>
            <a:pPr lvl="1"/>
            <a:r>
              <a:rPr lang="da-DK" dirty="0"/>
              <a:t>Accepttestplan</a:t>
            </a:r>
          </a:p>
          <a:p>
            <a:pPr marL="0" indent="0">
              <a:buNone/>
            </a:pPr>
            <a:endParaRPr lang="da-DK" dirty="0"/>
          </a:p>
          <a:p>
            <a:endParaRPr lang="da-DK" dirty="0"/>
          </a:p>
        </p:txBody>
      </p:sp>
      <p:sp>
        <p:nvSpPr>
          <p:cNvPr id="6" name="Pladsholder til slidenummer 5">
            <a:extLst>
              <a:ext uri="{FF2B5EF4-FFF2-40B4-BE49-F238E27FC236}">
                <a16:creationId xmlns:a16="http://schemas.microsoft.com/office/drawing/2014/main" id="{F99556F6-558A-4D16-B745-A231BDB90F4B}"/>
              </a:ext>
            </a:extLst>
          </p:cNvPr>
          <p:cNvSpPr>
            <a:spLocks noGrp="1"/>
          </p:cNvSpPr>
          <p:nvPr>
            <p:ph type="sldNum" sz="quarter" idx="12"/>
          </p:nvPr>
        </p:nvSpPr>
        <p:spPr/>
        <p:txBody>
          <a:bodyPr/>
          <a:lstStyle/>
          <a:p>
            <a:fld id="{20EB7ABC-56F9-4FEF-9CF0-E2D14234E329}" type="slidenum">
              <a:rPr lang="da-DK" noProof="0" smtClean="0"/>
              <a:pPr/>
              <a:t>15</a:t>
            </a:fld>
            <a:endParaRPr lang="da-DK" noProof="0" dirty="0"/>
          </a:p>
        </p:txBody>
      </p:sp>
    </p:spTree>
    <p:extLst>
      <p:ext uri="{BB962C8B-B14F-4D97-AF65-F5344CB8AC3E}">
        <p14:creationId xmlns:p14="http://schemas.microsoft.com/office/powerpoint/2010/main" val="3492230540"/>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77576DAE-FE85-4DA8-A185-1CCB3719817A}"/>
              </a:ext>
            </a:extLst>
          </p:cNvPr>
          <p:cNvSpPr>
            <a:spLocks noGrp="1"/>
          </p:cNvSpPr>
          <p:nvPr>
            <p:ph type="title"/>
          </p:nvPr>
        </p:nvSpPr>
        <p:spPr/>
        <p:txBody>
          <a:bodyPr/>
          <a:lstStyle/>
          <a:p>
            <a:r>
              <a:rPr lang="da-DK" dirty="0"/>
              <a:t>Teori</a:t>
            </a:r>
          </a:p>
        </p:txBody>
      </p:sp>
      <p:sp>
        <p:nvSpPr>
          <p:cNvPr id="3" name="Pladsholder til tekst 2">
            <a:extLst>
              <a:ext uri="{FF2B5EF4-FFF2-40B4-BE49-F238E27FC236}">
                <a16:creationId xmlns:a16="http://schemas.microsoft.com/office/drawing/2014/main" id="{F52F1A78-68F2-4ADB-AFCB-313A76D4E6BC}"/>
              </a:ext>
            </a:extLst>
          </p:cNvPr>
          <p:cNvSpPr>
            <a:spLocks noGrp="1"/>
          </p:cNvSpPr>
          <p:nvPr>
            <p:ph type="body" sz="quarter" idx="17"/>
          </p:nvPr>
        </p:nvSpPr>
        <p:spPr/>
        <p:txBody>
          <a:bodyPr/>
          <a:lstStyle/>
          <a:p>
            <a:r>
              <a:rPr lang="da-DK" dirty="0"/>
              <a:t>Systemtest </a:t>
            </a:r>
          </a:p>
        </p:txBody>
      </p:sp>
    </p:spTree>
    <p:extLst>
      <p:ext uri="{BB962C8B-B14F-4D97-AF65-F5344CB8AC3E}">
        <p14:creationId xmlns:p14="http://schemas.microsoft.com/office/powerpoint/2010/main" val="1437959381"/>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020B2CD-969D-4E2A-A1B5-F139606E39A2}"/>
              </a:ext>
            </a:extLst>
          </p:cNvPr>
          <p:cNvSpPr>
            <a:spLocks noGrp="1"/>
          </p:cNvSpPr>
          <p:nvPr>
            <p:ph type="title"/>
          </p:nvPr>
        </p:nvSpPr>
        <p:spPr/>
        <p:txBody>
          <a:bodyPr/>
          <a:lstStyle/>
          <a:p>
            <a:r>
              <a:rPr lang="en-US" dirty="0"/>
              <a:t>System Testing</a:t>
            </a:r>
            <a:endParaRPr lang="da-DK" dirty="0"/>
          </a:p>
        </p:txBody>
      </p:sp>
      <p:sp>
        <p:nvSpPr>
          <p:cNvPr id="3" name="Content Placeholder 2">
            <a:extLst>
              <a:ext uri="{FF2B5EF4-FFF2-40B4-BE49-F238E27FC236}">
                <a16:creationId xmlns:a16="http://schemas.microsoft.com/office/drawing/2014/main" id="{15E8FA33-4D08-4589-8A02-33BB0192C9FA}"/>
              </a:ext>
            </a:extLst>
          </p:cNvPr>
          <p:cNvSpPr>
            <a:spLocks noGrp="1"/>
          </p:cNvSpPr>
          <p:nvPr>
            <p:ph type="body" sz="quarter" idx="13"/>
          </p:nvPr>
        </p:nvSpPr>
        <p:spPr/>
        <p:txBody>
          <a:bodyPr>
            <a:normAutofit fontScale="77500" lnSpcReduction="20000"/>
          </a:bodyPr>
          <a:lstStyle/>
          <a:p>
            <a:r>
              <a:rPr lang="en-US" dirty="0"/>
              <a:t>Check the behavior of a complete and fully integrated software product based on the software requirements. The main focus of this testing is to evaluate Business / Functional / End-user requirements.</a:t>
            </a:r>
          </a:p>
          <a:p>
            <a:pPr marL="0" indent="0">
              <a:buNone/>
            </a:pPr>
            <a:endParaRPr lang="en-US" dirty="0"/>
          </a:p>
          <a:p>
            <a:r>
              <a:rPr lang="en-US" dirty="0"/>
              <a:t>This is </a:t>
            </a:r>
            <a:r>
              <a:rPr lang="en-US" b="1" dirty="0"/>
              <a:t>black box </a:t>
            </a:r>
            <a:r>
              <a:rPr lang="en-US" dirty="0"/>
              <a:t>type of testing where external working of the software is evaluated with the help of requirement documents &amp; it is totally based on Users point of view. For this type of testing do not required knowledge of internal design or structure or code.</a:t>
            </a:r>
          </a:p>
          <a:p>
            <a:endParaRPr lang="en-US" dirty="0"/>
          </a:p>
          <a:p>
            <a:r>
              <a:rPr lang="en-US" i="1" dirty="0"/>
              <a:t>First System Integration Testing</a:t>
            </a:r>
            <a:r>
              <a:rPr lang="en-US" dirty="0"/>
              <a:t> is completed then System Testing. </a:t>
            </a:r>
          </a:p>
          <a:p>
            <a:endParaRPr lang="en-US" dirty="0"/>
          </a:p>
          <a:p>
            <a:r>
              <a:rPr lang="en-US" dirty="0"/>
              <a:t>In the integration testing testers are concentrated on finding bugs/defects on integrated modules. But in the </a:t>
            </a:r>
            <a:r>
              <a:rPr lang="en-US" b="1" i="1" dirty="0"/>
              <a:t>Software System Testing</a:t>
            </a:r>
            <a:r>
              <a:rPr lang="en-US" dirty="0"/>
              <a:t> testers are concentrated on finding bugs/defects based on software application behavior, software design and expectation of end user.</a:t>
            </a:r>
          </a:p>
          <a:p>
            <a:endParaRPr lang="en-US" dirty="0"/>
          </a:p>
          <a:p>
            <a:endParaRPr lang="en-US" dirty="0"/>
          </a:p>
          <a:p>
            <a:endParaRPr lang="da-DK" dirty="0"/>
          </a:p>
        </p:txBody>
      </p:sp>
      <p:sp>
        <p:nvSpPr>
          <p:cNvPr id="5" name="Pladsholder til slidenummer 4">
            <a:extLst>
              <a:ext uri="{FF2B5EF4-FFF2-40B4-BE49-F238E27FC236}">
                <a16:creationId xmlns:a16="http://schemas.microsoft.com/office/drawing/2014/main" id="{2B252B7F-9348-4F11-A988-547E618B15B5}"/>
              </a:ext>
            </a:extLst>
          </p:cNvPr>
          <p:cNvSpPr>
            <a:spLocks noGrp="1"/>
          </p:cNvSpPr>
          <p:nvPr>
            <p:ph type="sldNum" sz="quarter" idx="12"/>
          </p:nvPr>
        </p:nvSpPr>
        <p:spPr/>
        <p:txBody>
          <a:bodyPr/>
          <a:lstStyle/>
          <a:p>
            <a:fld id="{20EB7ABC-56F9-4FEF-9CF0-E2D14234E329}" type="slidenum">
              <a:rPr lang="da-DK" noProof="0" smtClean="0"/>
              <a:pPr/>
              <a:t>17</a:t>
            </a:fld>
            <a:endParaRPr lang="da-DK" noProof="0" dirty="0"/>
          </a:p>
        </p:txBody>
      </p:sp>
    </p:spTree>
    <p:extLst>
      <p:ext uri="{BB962C8B-B14F-4D97-AF65-F5344CB8AC3E}">
        <p14:creationId xmlns:p14="http://schemas.microsoft.com/office/powerpoint/2010/main" val="3920265754"/>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E257914-F78E-4E05-9D50-7A4E688D3530}"/>
              </a:ext>
            </a:extLst>
          </p:cNvPr>
          <p:cNvSpPr>
            <a:spLocks noGrp="1"/>
          </p:cNvSpPr>
          <p:nvPr>
            <p:ph type="title"/>
          </p:nvPr>
        </p:nvSpPr>
        <p:spPr/>
        <p:txBody>
          <a:bodyPr>
            <a:normAutofit fontScale="90000"/>
          </a:bodyPr>
          <a:lstStyle/>
          <a:p>
            <a:r>
              <a:rPr lang="en-US" b="1" dirty="0"/>
              <a:t>Why System Testing is Important:</a:t>
            </a:r>
            <a:endParaRPr lang="da-DK" dirty="0"/>
          </a:p>
        </p:txBody>
      </p:sp>
      <p:sp>
        <p:nvSpPr>
          <p:cNvPr id="3" name="Content Placeholder 2">
            <a:extLst>
              <a:ext uri="{FF2B5EF4-FFF2-40B4-BE49-F238E27FC236}">
                <a16:creationId xmlns:a16="http://schemas.microsoft.com/office/drawing/2014/main" id="{4E4F5350-CD7D-469F-9EF0-C153642D34FF}"/>
              </a:ext>
            </a:extLst>
          </p:cNvPr>
          <p:cNvSpPr>
            <a:spLocks noGrp="1"/>
          </p:cNvSpPr>
          <p:nvPr>
            <p:ph type="body" sz="quarter" idx="13"/>
          </p:nvPr>
        </p:nvSpPr>
        <p:spPr/>
        <p:txBody>
          <a:bodyPr>
            <a:normAutofit fontScale="77500" lnSpcReduction="20000"/>
          </a:bodyPr>
          <a:lstStyle/>
          <a:p>
            <a:pPr marL="514350" indent="-514350">
              <a:buFont typeface="+mj-lt"/>
              <a:buAutoNum type="alphaUcPeriod"/>
            </a:pPr>
            <a:r>
              <a:rPr lang="en-US" b="1" dirty="0"/>
              <a:t>Tested as a whole</a:t>
            </a:r>
            <a:r>
              <a:rPr lang="en-US" dirty="0"/>
              <a:t>: In Software Development Life Cycle the </a:t>
            </a:r>
            <a:r>
              <a:rPr lang="en-US" u="sng" dirty="0"/>
              <a:t>System Testing</a:t>
            </a:r>
            <a:r>
              <a:rPr lang="en-US" dirty="0"/>
              <a:t> is performed as the first level of testing where the System is tested as a whole.</a:t>
            </a:r>
          </a:p>
          <a:p>
            <a:pPr marL="514350" indent="-514350">
              <a:buFont typeface="+mj-lt"/>
              <a:buAutoNum type="alphaUcPeriod"/>
            </a:pPr>
            <a:r>
              <a:rPr lang="en-US" b="1" dirty="0"/>
              <a:t>Testing of Functional Requirements</a:t>
            </a:r>
            <a:r>
              <a:rPr lang="en-US" dirty="0"/>
              <a:t>: In this step of testing, check if the system meets the functional requirements or not.</a:t>
            </a:r>
          </a:p>
          <a:p>
            <a:pPr marL="514350" indent="-514350">
              <a:buFont typeface="+mj-lt"/>
              <a:buAutoNum type="alphaUcPeriod"/>
            </a:pPr>
            <a:r>
              <a:rPr lang="en-US" b="1" dirty="0"/>
              <a:t>Architecture</a:t>
            </a:r>
            <a:r>
              <a:rPr lang="en-US" i="1" dirty="0"/>
              <a:t>: System Testing</a:t>
            </a:r>
            <a:r>
              <a:rPr lang="en-US" dirty="0"/>
              <a:t> enables you to test, validate and verify both the Application Architecture and Business requirements.</a:t>
            </a:r>
          </a:p>
          <a:p>
            <a:pPr marL="514350" indent="-514350">
              <a:buFont typeface="+mj-lt"/>
              <a:buAutoNum type="alphaUcPeriod"/>
            </a:pPr>
            <a:r>
              <a:rPr lang="en-US" b="1" dirty="0"/>
              <a:t>Production like environment</a:t>
            </a:r>
            <a:r>
              <a:rPr lang="en-US" dirty="0"/>
              <a:t>: The application/System is tested in an environment that particularly resembles the effective production environment where the application/software will be finally deployed to.</a:t>
            </a:r>
          </a:p>
          <a:p>
            <a:pPr marL="0" indent="0">
              <a:buNone/>
            </a:pPr>
            <a:endParaRPr lang="en-US" dirty="0"/>
          </a:p>
          <a:p>
            <a:r>
              <a:rPr lang="en-US" dirty="0"/>
              <a:t>Generally, a separate and dedicated team is responsible for </a:t>
            </a:r>
            <a:r>
              <a:rPr lang="en-US" b="1" dirty="0"/>
              <a:t>system testing</a:t>
            </a:r>
            <a:r>
              <a:rPr lang="en-US" dirty="0"/>
              <a:t>. And, </a:t>
            </a:r>
            <a:r>
              <a:rPr lang="en-US" u="sng" dirty="0"/>
              <a:t>System Testing</a:t>
            </a:r>
            <a:r>
              <a:rPr lang="en-US" dirty="0"/>
              <a:t> is performed on the staging server which should be similar to the production server. So this means you are testing software application as good as the production environment.</a:t>
            </a:r>
          </a:p>
          <a:p>
            <a:endParaRPr lang="da-DK" dirty="0"/>
          </a:p>
        </p:txBody>
      </p:sp>
      <p:sp>
        <p:nvSpPr>
          <p:cNvPr id="5" name="Pladsholder til slidenummer 4">
            <a:extLst>
              <a:ext uri="{FF2B5EF4-FFF2-40B4-BE49-F238E27FC236}">
                <a16:creationId xmlns:a16="http://schemas.microsoft.com/office/drawing/2014/main" id="{2E39325B-FC52-4003-8AC1-73BC3497F27D}"/>
              </a:ext>
            </a:extLst>
          </p:cNvPr>
          <p:cNvSpPr>
            <a:spLocks noGrp="1"/>
          </p:cNvSpPr>
          <p:nvPr>
            <p:ph type="sldNum" sz="quarter" idx="12"/>
          </p:nvPr>
        </p:nvSpPr>
        <p:spPr/>
        <p:txBody>
          <a:bodyPr/>
          <a:lstStyle/>
          <a:p>
            <a:fld id="{20EB7ABC-56F9-4FEF-9CF0-E2D14234E329}" type="slidenum">
              <a:rPr lang="da-DK" noProof="0" smtClean="0"/>
              <a:pPr/>
              <a:t>18</a:t>
            </a:fld>
            <a:endParaRPr lang="da-DK" noProof="0" dirty="0"/>
          </a:p>
        </p:txBody>
      </p:sp>
    </p:spTree>
    <p:extLst>
      <p:ext uri="{BB962C8B-B14F-4D97-AF65-F5344CB8AC3E}">
        <p14:creationId xmlns:p14="http://schemas.microsoft.com/office/powerpoint/2010/main" val="1499811291"/>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45F0A0A-04BE-46CE-801B-8DE92D932342}"/>
              </a:ext>
            </a:extLst>
          </p:cNvPr>
          <p:cNvSpPr>
            <a:spLocks noGrp="1"/>
          </p:cNvSpPr>
          <p:nvPr>
            <p:ph type="title"/>
          </p:nvPr>
        </p:nvSpPr>
        <p:spPr/>
        <p:txBody>
          <a:bodyPr>
            <a:normAutofit fontScale="90000"/>
          </a:bodyPr>
          <a:lstStyle/>
          <a:p>
            <a:r>
              <a:rPr lang="en-US" b="1" dirty="0"/>
              <a:t>Entry Criteria for System Testing: </a:t>
            </a:r>
            <a:endParaRPr lang="da-DK" dirty="0"/>
          </a:p>
        </p:txBody>
      </p:sp>
      <p:sp>
        <p:nvSpPr>
          <p:cNvPr id="3" name="Content Placeholder 2">
            <a:extLst>
              <a:ext uri="{FF2B5EF4-FFF2-40B4-BE49-F238E27FC236}">
                <a16:creationId xmlns:a16="http://schemas.microsoft.com/office/drawing/2014/main" id="{D81FB4F8-8CA1-41C4-A089-606DA44ED61E}"/>
              </a:ext>
            </a:extLst>
          </p:cNvPr>
          <p:cNvSpPr>
            <a:spLocks noGrp="1"/>
          </p:cNvSpPr>
          <p:nvPr>
            <p:ph type="body" sz="quarter" idx="13"/>
          </p:nvPr>
        </p:nvSpPr>
        <p:spPr>
          <a:xfrm>
            <a:off x="331263" y="1449000"/>
            <a:ext cx="11231033" cy="3960000"/>
          </a:xfrm>
        </p:spPr>
        <p:txBody>
          <a:bodyPr/>
          <a:lstStyle/>
          <a:p>
            <a:r>
              <a:rPr lang="en-US" dirty="0"/>
              <a:t>Unit Testing should be finished.</a:t>
            </a:r>
          </a:p>
          <a:p>
            <a:endParaRPr lang="en-US" dirty="0"/>
          </a:p>
          <a:p>
            <a:r>
              <a:rPr lang="en-US" dirty="0"/>
              <a:t>Modules must be fully integrated and </a:t>
            </a:r>
            <a:r>
              <a:rPr lang="en-US" dirty="0" err="1"/>
              <a:t>testet</a:t>
            </a:r>
            <a:r>
              <a:rPr lang="en-US" dirty="0"/>
              <a:t>.</a:t>
            </a:r>
          </a:p>
          <a:p>
            <a:endParaRPr lang="en-US" dirty="0"/>
          </a:p>
          <a:p>
            <a:r>
              <a:rPr lang="en-US" dirty="0"/>
              <a:t>Development is completed.</a:t>
            </a:r>
          </a:p>
          <a:p>
            <a:endParaRPr lang="en-US" dirty="0"/>
          </a:p>
          <a:p>
            <a:r>
              <a:rPr lang="en-US" dirty="0"/>
              <a:t>Testing environment is available for testing (similar with Staging environment)</a:t>
            </a:r>
          </a:p>
          <a:p>
            <a:endParaRPr lang="da-DK" dirty="0"/>
          </a:p>
        </p:txBody>
      </p:sp>
      <p:sp>
        <p:nvSpPr>
          <p:cNvPr id="5" name="Pladsholder til slidenummer 4">
            <a:extLst>
              <a:ext uri="{FF2B5EF4-FFF2-40B4-BE49-F238E27FC236}">
                <a16:creationId xmlns:a16="http://schemas.microsoft.com/office/drawing/2014/main" id="{0363250C-55DB-4B48-B727-D9DA75B31C83}"/>
              </a:ext>
            </a:extLst>
          </p:cNvPr>
          <p:cNvSpPr>
            <a:spLocks noGrp="1"/>
          </p:cNvSpPr>
          <p:nvPr>
            <p:ph type="sldNum" sz="quarter" idx="12"/>
          </p:nvPr>
        </p:nvSpPr>
        <p:spPr/>
        <p:txBody>
          <a:bodyPr/>
          <a:lstStyle/>
          <a:p>
            <a:fld id="{20EB7ABC-56F9-4FEF-9CF0-E2D14234E329}" type="slidenum">
              <a:rPr lang="da-DK" noProof="0" smtClean="0"/>
              <a:pPr/>
              <a:t>19</a:t>
            </a:fld>
            <a:endParaRPr lang="da-DK" noProof="0" dirty="0"/>
          </a:p>
        </p:txBody>
      </p:sp>
    </p:spTree>
    <p:extLst>
      <p:ext uri="{BB962C8B-B14F-4D97-AF65-F5344CB8AC3E}">
        <p14:creationId xmlns:p14="http://schemas.microsoft.com/office/powerpoint/2010/main" val="3497041045"/>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lang="da-DK" dirty="0" err="1"/>
              <a:t>Functional</a:t>
            </a:r>
            <a:r>
              <a:rPr lang="da-DK" dirty="0"/>
              <a:t> </a:t>
            </a:r>
            <a:r>
              <a:rPr lang="da-DK" dirty="0" err="1"/>
              <a:t>Testing</a:t>
            </a:r>
            <a:r>
              <a:rPr lang="da-DK" dirty="0"/>
              <a:t> at System Level</a:t>
            </a:r>
            <a:endParaRPr lang="en-US" dirty="0"/>
          </a:p>
        </p:txBody>
      </p:sp>
      <p:sp>
        <p:nvSpPr>
          <p:cNvPr id="3" name="Content Placeholder 2"/>
          <p:cNvSpPr>
            <a:spLocks noGrp="1"/>
          </p:cNvSpPr>
          <p:nvPr>
            <p:ph idx="1"/>
          </p:nvPr>
        </p:nvSpPr>
        <p:spPr/>
        <p:txBody>
          <a:bodyPr>
            <a:normAutofit/>
          </a:bodyPr>
          <a:lstStyle/>
          <a:p>
            <a:r>
              <a:rPr lang="en-US" sz="2800" dirty="0"/>
              <a:t>System Testing focuses on user-visible actions and user-recognizable output from the system.</a:t>
            </a:r>
          </a:p>
          <a:p>
            <a:endParaRPr lang="en-US" dirty="0"/>
          </a:p>
          <a:p>
            <a:r>
              <a:rPr lang="da-DK" sz="2800" dirty="0"/>
              <a:t>Focus on requirements</a:t>
            </a:r>
          </a:p>
          <a:p>
            <a:pPr lvl="1"/>
            <a:r>
              <a:rPr lang="da-DK" sz="2400" dirty="0" err="1">
                <a:solidFill>
                  <a:srgbClr val="004250"/>
                </a:solidFill>
              </a:rPr>
              <a:t>functional</a:t>
            </a:r>
            <a:endParaRPr lang="da-DK" sz="2400" dirty="0">
              <a:solidFill>
                <a:srgbClr val="004250"/>
              </a:solidFill>
            </a:endParaRPr>
          </a:p>
          <a:p>
            <a:pPr lvl="1"/>
            <a:r>
              <a:rPr lang="da-DK" sz="2400" dirty="0">
                <a:solidFill>
                  <a:srgbClr val="004250"/>
                </a:solidFill>
              </a:rPr>
              <a:t>non-functional </a:t>
            </a:r>
          </a:p>
          <a:p>
            <a:endParaRPr lang="da-DK" dirty="0"/>
          </a:p>
        </p:txBody>
      </p:sp>
      <p:sp>
        <p:nvSpPr>
          <p:cNvPr id="5" name="Speech Bubble: Oval 4"/>
          <p:cNvSpPr/>
          <p:nvPr/>
        </p:nvSpPr>
        <p:spPr>
          <a:xfrm>
            <a:off x="4439816" y="3550515"/>
            <a:ext cx="4320480" cy="1608916"/>
          </a:xfrm>
          <a:prstGeom prst="wedgeEllipseCallout">
            <a:avLst>
              <a:gd name="adj1" fmla="val -84617"/>
              <a:gd name="adj2" fmla="val -45153"/>
            </a:avLst>
          </a:prstGeom>
          <a:solidFill>
            <a:srgbClr val="92D050"/>
          </a:solidFill>
        </p:spPr>
        <p:style>
          <a:lnRef idx="1">
            <a:schemeClr val="accent4"/>
          </a:lnRef>
          <a:fillRef idx="2">
            <a:schemeClr val="accent4"/>
          </a:fillRef>
          <a:effectRef idx="1">
            <a:schemeClr val="accent4"/>
          </a:effectRef>
          <a:fontRef idx="minor">
            <a:schemeClr val="dk1"/>
          </a:fontRef>
        </p:style>
        <p:txBody>
          <a:bodyPr rtlCol="0" anchor="ctr"/>
          <a:lstStyle/>
          <a:p>
            <a:pPr algn="ctr"/>
            <a:r>
              <a:rPr lang="da-DK" dirty="0" err="1"/>
              <a:t>Later</a:t>
            </a:r>
            <a:r>
              <a:rPr lang="da-DK" dirty="0"/>
              <a:t> in the </a:t>
            </a:r>
            <a:r>
              <a:rPr lang="da-DK" dirty="0" err="1"/>
              <a:t>course</a:t>
            </a:r>
            <a:r>
              <a:rPr lang="da-DK" dirty="0"/>
              <a:t>(e.g. usability)</a:t>
            </a:r>
          </a:p>
        </p:txBody>
      </p:sp>
      <p:sp>
        <p:nvSpPr>
          <p:cNvPr id="6" name="Slide Number Placeholder 5">
            <a:extLst>
              <a:ext uri="{FF2B5EF4-FFF2-40B4-BE49-F238E27FC236}">
                <a16:creationId xmlns:a16="http://schemas.microsoft.com/office/drawing/2014/main" id="{F45351ED-1668-4E83-BD35-74CA7BF7372D}"/>
              </a:ext>
            </a:extLst>
          </p:cNvPr>
          <p:cNvSpPr>
            <a:spLocks noGrp="1"/>
          </p:cNvSpPr>
          <p:nvPr>
            <p:ph type="sldNum" sz="quarter" idx="12"/>
          </p:nvPr>
        </p:nvSpPr>
        <p:spPr/>
        <p:txBody>
          <a:bodyPr/>
          <a:lstStyle/>
          <a:p>
            <a:fld id="{F7AB382F-E9E6-CE49-B414-1E064FB7F064}" type="slidenum">
              <a:rPr lang="da-DK" smtClean="0"/>
              <a:t>20</a:t>
            </a:fld>
            <a:endParaRPr lang="da-DK"/>
          </a:p>
        </p:txBody>
      </p:sp>
    </p:spTree>
    <p:extLst>
      <p:ext uri="{BB962C8B-B14F-4D97-AF65-F5344CB8AC3E}">
        <p14:creationId xmlns:p14="http://schemas.microsoft.com/office/powerpoint/2010/main" val="3828309514"/>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da-DK" dirty="0" err="1"/>
              <a:t>Functional</a:t>
            </a:r>
            <a:r>
              <a:rPr lang="da-DK" dirty="0"/>
              <a:t> </a:t>
            </a:r>
            <a:r>
              <a:rPr lang="da-DK" dirty="0" err="1"/>
              <a:t>Requirements</a:t>
            </a:r>
            <a:r>
              <a:rPr lang="da-DK" dirty="0"/>
              <a:t> </a:t>
            </a:r>
            <a:r>
              <a:rPr lang="da-DK" sz="2800" dirty="0"/>
              <a:t>(UP -&gt; </a:t>
            </a:r>
            <a:r>
              <a:rPr lang="da-DK" sz="2800" dirty="0" err="1"/>
              <a:t>Use</a:t>
            </a:r>
            <a:r>
              <a:rPr lang="da-DK" sz="2800" dirty="0"/>
              <a:t> Cases)</a:t>
            </a:r>
          </a:p>
        </p:txBody>
      </p:sp>
      <p:sp>
        <p:nvSpPr>
          <p:cNvPr id="3" name="Content Placeholder 2"/>
          <p:cNvSpPr>
            <a:spLocks noGrp="1"/>
          </p:cNvSpPr>
          <p:nvPr>
            <p:ph idx="1"/>
          </p:nvPr>
        </p:nvSpPr>
        <p:spPr>
          <a:xfrm>
            <a:off x="468000" y="1548000"/>
            <a:ext cx="11460648" cy="4617304"/>
          </a:xfrm>
        </p:spPr>
        <p:txBody>
          <a:bodyPr>
            <a:normAutofit/>
          </a:bodyPr>
          <a:lstStyle/>
          <a:p>
            <a:r>
              <a:rPr lang="en-US" sz="2800" dirty="0"/>
              <a:t>Establish and maintain agreements with the customers and other stakeholders on what the system should do</a:t>
            </a:r>
          </a:p>
          <a:p>
            <a:pPr marL="0" indent="0">
              <a:buNone/>
            </a:pPr>
            <a:endParaRPr lang="en-US" sz="2800" dirty="0"/>
          </a:p>
          <a:p>
            <a:r>
              <a:rPr lang="en-US" sz="2800" dirty="0"/>
              <a:t>Provide system developers with a better understanding of the system requirements</a:t>
            </a:r>
          </a:p>
          <a:p>
            <a:pPr marL="0" indent="0">
              <a:buNone/>
            </a:pPr>
            <a:endParaRPr lang="en-US" sz="2800" dirty="0"/>
          </a:p>
          <a:p>
            <a:r>
              <a:rPr lang="en-US" sz="2800" dirty="0"/>
              <a:t>Define the boundaries of the system</a:t>
            </a:r>
          </a:p>
          <a:p>
            <a:pPr marL="0" indent="0">
              <a:buNone/>
            </a:pPr>
            <a:endParaRPr lang="en-US" sz="2800" dirty="0"/>
          </a:p>
          <a:p>
            <a:r>
              <a:rPr lang="en-US" sz="2800" dirty="0"/>
              <a:t>Provide a basis for planning the technical contents of iterations</a:t>
            </a:r>
          </a:p>
          <a:p>
            <a:pPr marL="0" indent="0">
              <a:buNone/>
            </a:pPr>
            <a:endParaRPr lang="en-US" sz="2800" dirty="0"/>
          </a:p>
          <a:p>
            <a:r>
              <a:rPr lang="en-US" sz="2800" dirty="0"/>
              <a:t>Provide a basis for estimating the cost and time to develop the system</a:t>
            </a:r>
          </a:p>
          <a:p>
            <a:endParaRPr lang="da-DK" dirty="0"/>
          </a:p>
        </p:txBody>
      </p:sp>
      <p:sp>
        <p:nvSpPr>
          <p:cNvPr id="5" name="Slide Number Placeholder 4">
            <a:extLst>
              <a:ext uri="{FF2B5EF4-FFF2-40B4-BE49-F238E27FC236}">
                <a16:creationId xmlns:a16="http://schemas.microsoft.com/office/drawing/2014/main" id="{49877B5F-5699-458B-B98F-7891C288CF06}"/>
              </a:ext>
            </a:extLst>
          </p:cNvPr>
          <p:cNvSpPr>
            <a:spLocks noGrp="1"/>
          </p:cNvSpPr>
          <p:nvPr>
            <p:ph type="sldNum" sz="quarter" idx="12"/>
          </p:nvPr>
        </p:nvSpPr>
        <p:spPr/>
        <p:txBody>
          <a:bodyPr/>
          <a:lstStyle/>
          <a:p>
            <a:fld id="{F7AB382F-E9E6-CE49-B414-1E064FB7F064}" type="slidenum">
              <a:rPr lang="da-DK" smtClean="0"/>
              <a:t>21</a:t>
            </a:fld>
            <a:endParaRPr lang="da-DK"/>
          </a:p>
        </p:txBody>
      </p:sp>
    </p:spTree>
    <p:extLst>
      <p:ext uri="{BB962C8B-B14F-4D97-AF65-F5344CB8AC3E}">
        <p14:creationId xmlns:p14="http://schemas.microsoft.com/office/powerpoint/2010/main" val="219798066"/>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da-DK" dirty="0"/>
              <a:t>Test Cases</a:t>
            </a:r>
          </a:p>
        </p:txBody>
      </p:sp>
      <p:sp>
        <p:nvSpPr>
          <p:cNvPr id="3" name="Content Placeholder 2"/>
          <p:cNvSpPr>
            <a:spLocks noGrp="1"/>
          </p:cNvSpPr>
          <p:nvPr>
            <p:ph idx="1"/>
          </p:nvPr>
        </p:nvSpPr>
        <p:spPr>
          <a:xfrm>
            <a:off x="468000" y="1548000"/>
            <a:ext cx="10164504" cy="3960000"/>
          </a:xfrm>
        </p:spPr>
        <p:txBody>
          <a:bodyPr>
            <a:normAutofit/>
          </a:bodyPr>
          <a:lstStyle/>
          <a:p>
            <a:r>
              <a:rPr lang="en-US" sz="2800" dirty="0"/>
              <a:t>A test case is a set of test inputs, execution conditions, and expected </a:t>
            </a:r>
            <a:r>
              <a:rPr lang="da-DK" sz="2800" dirty="0" err="1"/>
              <a:t>results</a:t>
            </a:r>
            <a:r>
              <a:rPr lang="da-DK" sz="2800" dirty="0"/>
              <a:t>, </a:t>
            </a:r>
            <a:r>
              <a:rPr lang="da-DK" sz="2800" dirty="0" err="1"/>
              <a:t>developed</a:t>
            </a:r>
            <a:r>
              <a:rPr lang="da-DK" sz="2800" dirty="0"/>
              <a:t> for a </a:t>
            </a:r>
            <a:r>
              <a:rPr lang="da-DK" sz="2800" dirty="0" err="1"/>
              <a:t>particular</a:t>
            </a:r>
            <a:r>
              <a:rPr lang="da-DK" sz="2800" dirty="0"/>
              <a:t> </a:t>
            </a:r>
            <a:r>
              <a:rPr lang="da-DK" sz="2800" dirty="0" err="1"/>
              <a:t>objective</a:t>
            </a:r>
            <a:endParaRPr lang="en-US" sz="2800" dirty="0"/>
          </a:p>
          <a:p>
            <a:pPr lvl="1"/>
            <a:endParaRPr lang="en-US" sz="2800" dirty="0">
              <a:solidFill>
                <a:srgbClr val="004250"/>
              </a:solidFill>
            </a:endParaRPr>
          </a:p>
          <a:p>
            <a:pPr lvl="1"/>
            <a:r>
              <a:rPr lang="da-DK" sz="2400" dirty="0">
                <a:solidFill>
                  <a:srgbClr val="004250"/>
                </a:solidFill>
              </a:rPr>
              <a:t>To exercise a particular </a:t>
            </a:r>
            <a:r>
              <a:rPr lang="en-US" sz="2400" dirty="0">
                <a:solidFill>
                  <a:srgbClr val="004250"/>
                </a:solidFill>
              </a:rPr>
              <a:t>program path or verify compliance with a specific requirement.</a:t>
            </a:r>
          </a:p>
          <a:p>
            <a:pPr lvl="1"/>
            <a:endParaRPr lang="da-DK" sz="2400" dirty="0">
              <a:solidFill>
                <a:srgbClr val="004250"/>
              </a:solidFill>
            </a:endParaRPr>
          </a:p>
          <a:p>
            <a:pPr lvl="1"/>
            <a:r>
              <a:rPr lang="en-US" sz="2400" dirty="0">
                <a:solidFill>
                  <a:srgbClr val="004250"/>
                </a:solidFill>
              </a:rPr>
              <a:t>To identify and communicate conditions that will be implemented in test. </a:t>
            </a:r>
          </a:p>
          <a:p>
            <a:pPr lvl="1"/>
            <a:r>
              <a:rPr lang="en-US" sz="2000" dirty="0">
                <a:hlinkClick r:id="rId3"/>
              </a:rPr>
              <a:t>https://www.youtube.com/watch?v=BBmA5Qp6Ghk&amp;feature=youtu.be</a:t>
            </a:r>
            <a:endParaRPr lang="en-US" sz="2400" dirty="0">
              <a:solidFill>
                <a:srgbClr val="004250"/>
              </a:solidFill>
            </a:endParaRPr>
          </a:p>
        </p:txBody>
      </p:sp>
      <p:sp>
        <p:nvSpPr>
          <p:cNvPr id="5" name="Slide Number Placeholder 4">
            <a:extLst>
              <a:ext uri="{FF2B5EF4-FFF2-40B4-BE49-F238E27FC236}">
                <a16:creationId xmlns:a16="http://schemas.microsoft.com/office/drawing/2014/main" id="{FB78DF3D-2214-46BB-BA5F-377F339B5B74}"/>
              </a:ext>
            </a:extLst>
          </p:cNvPr>
          <p:cNvSpPr>
            <a:spLocks noGrp="1"/>
          </p:cNvSpPr>
          <p:nvPr>
            <p:ph type="sldNum" sz="quarter" idx="12"/>
          </p:nvPr>
        </p:nvSpPr>
        <p:spPr/>
        <p:txBody>
          <a:bodyPr/>
          <a:lstStyle/>
          <a:p>
            <a:fld id="{F7AB382F-E9E6-CE49-B414-1E064FB7F064}" type="slidenum">
              <a:rPr lang="da-DK" smtClean="0"/>
              <a:t>22</a:t>
            </a:fld>
            <a:endParaRPr lang="da-DK"/>
          </a:p>
        </p:txBody>
      </p:sp>
    </p:spTree>
    <p:extLst>
      <p:ext uri="{BB962C8B-B14F-4D97-AF65-F5344CB8AC3E}">
        <p14:creationId xmlns:p14="http://schemas.microsoft.com/office/powerpoint/2010/main" val="4106608083"/>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da-DK" dirty="0"/>
              <a:t>Test Cases</a:t>
            </a:r>
          </a:p>
        </p:txBody>
      </p:sp>
      <p:sp>
        <p:nvSpPr>
          <p:cNvPr id="3" name="Content Placeholder 2"/>
          <p:cNvSpPr>
            <a:spLocks noGrp="1"/>
          </p:cNvSpPr>
          <p:nvPr>
            <p:ph type="body" sz="quarter" idx="13"/>
          </p:nvPr>
        </p:nvSpPr>
        <p:spPr/>
        <p:txBody>
          <a:bodyPr/>
          <a:lstStyle/>
          <a:p>
            <a:r>
              <a:rPr lang="en-US" dirty="0"/>
              <a:t>Test cases are key to the process because they identify and communicate the conditions that will be implemented in test and are necessary to </a:t>
            </a:r>
            <a:r>
              <a:rPr lang="en-US" b="1" dirty="0"/>
              <a:t>verify successful and acceptable implementation of the product requirements</a:t>
            </a:r>
            <a:r>
              <a:rPr lang="en-US" dirty="0"/>
              <a:t>.</a:t>
            </a:r>
          </a:p>
          <a:p>
            <a:pPr marL="0" indent="0">
              <a:buNone/>
            </a:pPr>
            <a:endParaRPr lang="en-US" dirty="0"/>
          </a:p>
          <a:p>
            <a:r>
              <a:rPr lang="en-US" dirty="0"/>
              <a:t>They are all about making sure that the product fulfills the requirements of </a:t>
            </a:r>
            <a:r>
              <a:rPr lang="da-DK" dirty="0"/>
              <a:t>the system.</a:t>
            </a:r>
          </a:p>
          <a:p>
            <a:pPr marL="0" indent="0">
              <a:buNone/>
            </a:pPr>
            <a:endParaRPr lang="da-DK" dirty="0"/>
          </a:p>
        </p:txBody>
      </p:sp>
      <p:sp>
        <p:nvSpPr>
          <p:cNvPr id="5" name="Pladsholder til slidenummer 4">
            <a:extLst>
              <a:ext uri="{FF2B5EF4-FFF2-40B4-BE49-F238E27FC236}">
                <a16:creationId xmlns:a16="http://schemas.microsoft.com/office/drawing/2014/main" id="{16C28047-5450-4A1E-AEF9-3D304DC2242B}"/>
              </a:ext>
            </a:extLst>
          </p:cNvPr>
          <p:cNvSpPr>
            <a:spLocks noGrp="1"/>
          </p:cNvSpPr>
          <p:nvPr>
            <p:ph type="sldNum" sz="quarter" idx="12"/>
          </p:nvPr>
        </p:nvSpPr>
        <p:spPr/>
        <p:txBody>
          <a:bodyPr/>
          <a:lstStyle/>
          <a:p>
            <a:fld id="{20EB7ABC-56F9-4FEF-9CF0-E2D14234E329}" type="slidenum">
              <a:rPr lang="da-DK" noProof="0" smtClean="0"/>
              <a:pPr/>
              <a:t>23</a:t>
            </a:fld>
            <a:endParaRPr lang="da-DK" noProof="0" dirty="0"/>
          </a:p>
        </p:txBody>
      </p:sp>
    </p:spTree>
    <p:extLst>
      <p:ext uri="{BB962C8B-B14F-4D97-AF65-F5344CB8AC3E}">
        <p14:creationId xmlns:p14="http://schemas.microsoft.com/office/powerpoint/2010/main" val="3674218919"/>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6"/>
          <p:cNvPicPr>
            <a:picLocks noChangeAspect="1"/>
          </p:cNvPicPr>
          <p:nvPr/>
        </p:nvPicPr>
        <p:blipFill>
          <a:blip r:embed="rId2"/>
          <a:stretch>
            <a:fillRect/>
          </a:stretch>
        </p:blipFill>
        <p:spPr>
          <a:xfrm>
            <a:off x="4624124" y="1520815"/>
            <a:ext cx="4268381" cy="2140599"/>
          </a:xfrm>
          <a:prstGeom prst="rect">
            <a:avLst/>
          </a:prstGeom>
        </p:spPr>
      </p:pic>
      <p:sp>
        <p:nvSpPr>
          <p:cNvPr id="2" name="Title 1"/>
          <p:cNvSpPr>
            <a:spLocks noGrp="1"/>
          </p:cNvSpPr>
          <p:nvPr>
            <p:ph type="title"/>
          </p:nvPr>
        </p:nvSpPr>
        <p:spPr>
          <a:xfrm>
            <a:off x="468000" y="332656"/>
            <a:ext cx="11232000" cy="891344"/>
          </a:xfrm>
        </p:spPr>
        <p:txBody>
          <a:bodyPr>
            <a:normAutofit fontScale="90000"/>
          </a:bodyPr>
          <a:lstStyle/>
          <a:p>
            <a:r>
              <a:rPr lang="da-DK" dirty="0"/>
              <a:t>Example test cases for validation of email field on login page</a:t>
            </a:r>
          </a:p>
        </p:txBody>
      </p:sp>
      <p:pic>
        <p:nvPicPr>
          <p:cNvPr id="5" name="Content Placeholder 4"/>
          <p:cNvPicPr>
            <a:picLocks noGrp="1" noChangeAspect="1"/>
          </p:cNvPicPr>
          <p:nvPr>
            <p:ph idx="4294967295"/>
          </p:nvPr>
        </p:nvPicPr>
        <p:blipFill>
          <a:blip r:embed="rId3"/>
          <a:stretch>
            <a:fillRect/>
          </a:stretch>
        </p:blipFill>
        <p:spPr>
          <a:xfrm>
            <a:off x="463859" y="3383772"/>
            <a:ext cx="11536797" cy="2270367"/>
          </a:xfrm>
          <a:prstGeom prst="rect">
            <a:avLst/>
          </a:prstGeom>
        </p:spPr>
      </p:pic>
      <p:sp>
        <p:nvSpPr>
          <p:cNvPr id="6" name="TextBox 5"/>
          <p:cNvSpPr txBox="1"/>
          <p:nvPr/>
        </p:nvSpPr>
        <p:spPr>
          <a:xfrm>
            <a:off x="5649951" y="5787484"/>
            <a:ext cx="5860900" cy="461665"/>
          </a:xfrm>
          <a:prstGeom prst="rect">
            <a:avLst/>
          </a:prstGeom>
          <a:noFill/>
        </p:spPr>
        <p:txBody>
          <a:bodyPr wrap="none" rtlCol="0">
            <a:spAutoFit/>
          </a:bodyPr>
          <a:lstStyle/>
          <a:p>
            <a:r>
              <a:rPr lang="da-DK" dirty="0"/>
              <a:t>Source: </a:t>
            </a:r>
            <a:r>
              <a:rPr lang="da-DK" dirty="0">
                <a:hlinkClick r:id="rId4"/>
              </a:rPr>
              <a:t>http://testingfreak.com/test-case/</a:t>
            </a:r>
            <a:r>
              <a:rPr lang="da-DK" dirty="0"/>
              <a:t> </a:t>
            </a:r>
          </a:p>
        </p:txBody>
      </p:sp>
      <p:sp>
        <p:nvSpPr>
          <p:cNvPr id="8" name="Pladsholder til slidenummer 7">
            <a:extLst>
              <a:ext uri="{FF2B5EF4-FFF2-40B4-BE49-F238E27FC236}">
                <a16:creationId xmlns:a16="http://schemas.microsoft.com/office/drawing/2014/main" id="{5BB42926-A8F5-4239-8EEA-2DC50B0D5155}"/>
              </a:ext>
            </a:extLst>
          </p:cNvPr>
          <p:cNvSpPr>
            <a:spLocks noGrp="1"/>
          </p:cNvSpPr>
          <p:nvPr>
            <p:ph type="sldNum" sz="quarter" idx="12"/>
          </p:nvPr>
        </p:nvSpPr>
        <p:spPr/>
        <p:txBody>
          <a:bodyPr/>
          <a:lstStyle/>
          <a:p>
            <a:fld id="{20EB7ABC-56F9-4FEF-9CF0-E2D14234E329}" type="slidenum">
              <a:rPr lang="da-DK" noProof="0" smtClean="0"/>
              <a:pPr/>
              <a:t>24</a:t>
            </a:fld>
            <a:endParaRPr lang="da-DK" noProof="0" dirty="0"/>
          </a:p>
        </p:txBody>
      </p:sp>
    </p:spTree>
    <p:extLst>
      <p:ext uri="{BB962C8B-B14F-4D97-AF65-F5344CB8AC3E}">
        <p14:creationId xmlns:p14="http://schemas.microsoft.com/office/powerpoint/2010/main" val="4233772769"/>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68000" y="476672"/>
            <a:ext cx="11232000" cy="747328"/>
          </a:xfrm>
        </p:spPr>
        <p:txBody>
          <a:bodyPr>
            <a:normAutofit/>
          </a:bodyPr>
          <a:lstStyle/>
          <a:p>
            <a:r>
              <a:rPr lang="da-DK" dirty="0"/>
              <a:t>Test Cases Generation at System Level</a:t>
            </a:r>
          </a:p>
        </p:txBody>
      </p:sp>
      <p:sp>
        <p:nvSpPr>
          <p:cNvPr id="3" name="Content Placeholder 2"/>
          <p:cNvSpPr>
            <a:spLocks noGrp="1"/>
          </p:cNvSpPr>
          <p:nvPr>
            <p:ph idx="1"/>
          </p:nvPr>
        </p:nvSpPr>
        <p:spPr>
          <a:xfrm>
            <a:off x="263352" y="1340769"/>
            <a:ext cx="11665296" cy="5139231"/>
          </a:xfrm>
          <a:solidFill>
            <a:schemeClr val="bg1"/>
          </a:solidFill>
        </p:spPr>
        <p:txBody>
          <a:bodyPr>
            <a:noAutofit/>
          </a:bodyPr>
          <a:lstStyle/>
          <a:p>
            <a:r>
              <a:rPr lang="en-US" sz="2800" dirty="0"/>
              <a:t>At System Level we want to verify compliance with system requirements.</a:t>
            </a:r>
          </a:p>
          <a:p>
            <a:r>
              <a:rPr lang="en-US" sz="2800" dirty="0"/>
              <a:t>In UP system functional </a:t>
            </a:r>
            <a:r>
              <a:rPr lang="da-DK" sz="2800" dirty="0"/>
              <a:t>requirements are defined by </a:t>
            </a:r>
            <a:r>
              <a:rPr lang="da-DK" sz="2800" dirty="0" err="1"/>
              <a:t>Use</a:t>
            </a:r>
            <a:r>
              <a:rPr lang="da-DK" sz="2800" dirty="0"/>
              <a:t> Cases.</a:t>
            </a:r>
          </a:p>
          <a:p>
            <a:r>
              <a:rPr lang="en-US" sz="2800" dirty="0"/>
              <a:t>Test Cases identify and communicate the conditions that will be implemented in test and are necessary to verify successful and acceptable implementation of the system requirements.</a:t>
            </a:r>
          </a:p>
          <a:p>
            <a:r>
              <a:rPr lang="en-US" sz="2800" dirty="0"/>
              <a:t>We can generate Test Cases from the Use Cases.</a:t>
            </a:r>
          </a:p>
          <a:p>
            <a:pPr marL="309600" lvl="1" indent="0">
              <a:buNone/>
            </a:pPr>
            <a:endParaRPr lang="en-US" dirty="0"/>
          </a:p>
          <a:p>
            <a:pPr marL="309600" lvl="1" indent="0">
              <a:buNone/>
            </a:pPr>
            <a:r>
              <a:rPr lang="en-US" b="1" dirty="0"/>
              <a:t> </a:t>
            </a:r>
            <a:r>
              <a:rPr lang="en-US" sz="2400" b="1" dirty="0"/>
              <a:t>Note</a:t>
            </a:r>
            <a:r>
              <a:rPr lang="en-US" sz="2400" dirty="0"/>
              <a:t>: Use Cases can be written too general</a:t>
            </a:r>
          </a:p>
          <a:p>
            <a:pPr marL="309600" lvl="1" indent="0">
              <a:buNone/>
            </a:pPr>
            <a:endParaRPr lang="en-US" sz="2400" dirty="0"/>
          </a:p>
          <a:p>
            <a:pPr lvl="1"/>
            <a:r>
              <a:rPr lang="en-US" sz="2400" dirty="0"/>
              <a:t>So when we test, we need to be more precise on the behavior of the systems, for example referring to the login page,  can the system accept passwords of just one letter ?</a:t>
            </a:r>
          </a:p>
          <a:p>
            <a:pPr marL="0" indent="0">
              <a:buNone/>
            </a:pPr>
            <a:endParaRPr lang="da-DK" dirty="0"/>
          </a:p>
        </p:txBody>
      </p:sp>
      <p:sp>
        <p:nvSpPr>
          <p:cNvPr id="5" name="Slide Number Placeholder 4">
            <a:extLst>
              <a:ext uri="{FF2B5EF4-FFF2-40B4-BE49-F238E27FC236}">
                <a16:creationId xmlns:a16="http://schemas.microsoft.com/office/drawing/2014/main" id="{9DCF8701-66D3-4B16-B488-C4C7E892D4AC}"/>
              </a:ext>
            </a:extLst>
          </p:cNvPr>
          <p:cNvSpPr>
            <a:spLocks noGrp="1"/>
          </p:cNvSpPr>
          <p:nvPr>
            <p:ph type="sldNum" sz="quarter" idx="12"/>
          </p:nvPr>
        </p:nvSpPr>
        <p:spPr/>
        <p:txBody>
          <a:bodyPr/>
          <a:lstStyle/>
          <a:p>
            <a:fld id="{F7AB382F-E9E6-CE49-B414-1E064FB7F064}" type="slidenum">
              <a:rPr lang="da-DK" smtClean="0"/>
              <a:t>25</a:t>
            </a:fld>
            <a:endParaRPr lang="da-DK"/>
          </a:p>
        </p:txBody>
      </p:sp>
    </p:spTree>
    <p:extLst>
      <p:ext uri="{BB962C8B-B14F-4D97-AF65-F5344CB8AC3E}">
        <p14:creationId xmlns:p14="http://schemas.microsoft.com/office/powerpoint/2010/main" val="1072280012"/>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68000" y="332656"/>
            <a:ext cx="11232000" cy="891344"/>
          </a:xfrm>
        </p:spPr>
        <p:txBody>
          <a:bodyPr>
            <a:normAutofit/>
          </a:bodyPr>
          <a:lstStyle/>
          <a:p>
            <a:r>
              <a:rPr lang="da-DK" dirty="0"/>
              <a:t>Test Cases Generation at System Level</a:t>
            </a:r>
          </a:p>
        </p:txBody>
      </p:sp>
      <p:sp>
        <p:nvSpPr>
          <p:cNvPr id="3" name="Content Placeholder 2"/>
          <p:cNvSpPr>
            <a:spLocks noGrp="1"/>
          </p:cNvSpPr>
          <p:nvPr>
            <p:ph idx="1"/>
          </p:nvPr>
        </p:nvSpPr>
        <p:spPr>
          <a:xfrm>
            <a:off x="335360" y="1052736"/>
            <a:ext cx="11089232" cy="5544615"/>
          </a:xfrm>
          <a:solidFill>
            <a:schemeClr val="bg1"/>
          </a:solidFill>
        </p:spPr>
        <p:txBody>
          <a:bodyPr>
            <a:normAutofit/>
          </a:bodyPr>
          <a:lstStyle/>
          <a:p>
            <a:r>
              <a:rPr lang="en-US" sz="2800" dirty="0"/>
              <a:t>The most important part of a Use Case for generating Test Cases is the flow of events. </a:t>
            </a:r>
          </a:p>
          <a:p>
            <a:pPr marL="0" indent="0">
              <a:buNone/>
            </a:pPr>
            <a:endParaRPr lang="en-US" sz="2800" dirty="0"/>
          </a:p>
          <a:p>
            <a:r>
              <a:rPr lang="en-US" sz="2800" dirty="0"/>
              <a:t>The two main parts of the flow of events are:</a:t>
            </a:r>
          </a:p>
          <a:p>
            <a:pPr lvl="1"/>
            <a:r>
              <a:rPr lang="en-US" sz="2400" dirty="0"/>
              <a:t>basic flow of events</a:t>
            </a:r>
          </a:p>
          <a:p>
            <a:pPr lvl="1"/>
            <a:r>
              <a:rPr lang="en-US" sz="2400" dirty="0"/>
              <a:t>alternate flows of events </a:t>
            </a:r>
          </a:p>
          <a:p>
            <a:pPr marL="309600" lvl="1" indent="0">
              <a:buNone/>
            </a:pPr>
            <a:endParaRPr lang="en-US" sz="2400" dirty="0"/>
          </a:p>
          <a:p>
            <a:r>
              <a:rPr lang="en-US" sz="2800" dirty="0"/>
              <a:t>The basic flow of events should cover what normally happens when the Use Case is performed.</a:t>
            </a:r>
          </a:p>
          <a:p>
            <a:pPr marL="0" indent="0">
              <a:buNone/>
            </a:pPr>
            <a:endParaRPr lang="en-US" sz="2800" dirty="0"/>
          </a:p>
          <a:p>
            <a:r>
              <a:rPr lang="en-US" sz="2800" dirty="0"/>
              <a:t>The alternate flows of events covers behavior of an optional or exceptional character relative to normal behavior, and variations of the normal </a:t>
            </a:r>
            <a:r>
              <a:rPr lang="da-DK" sz="2800" dirty="0"/>
              <a:t>behavior.</a:t>
            </a:r>
          </a:p>
        </p:txBody>
      </p:sp>
      <p:sp>
        <p:nvSpPr>
          <p:cNvPr id="5" name="Slide Number Placeholder 4">
            <a:extLst>
              <a:ext uri="{FF2B5EF4-FFF2-40B4-BE49-F238E27FC236}">
                <a16:creationId xmlns:a16="http://schemas.microsoft.com/office/drawing/2014/main" id="{8FB8E5C0-0A0B-49ED-81F6-19E3F91595A6}"/>
              </a:ext>
            </a:extLst>
          </p:cNvPr>
          <p:cNvSpPr>
            <a:spLocks noGrp="1"/>
          </p:cNvSpPr>
          <p:nvPr>
            <p:ph type="sldNum" sz="quarter" idx="12"/>
          </p:nvPr>
        </p:nvSpPr>
        <p:spPr/>
        <p:txBody>
          <a:bodyPr/>
          <a:lstStyle/>
          <a:p>
            <a:fld id="{F7AB382F-E9E6-CE49-B414-1E064FB7F064}" type="slidenum">
              <a:rPr lang="da-DK" smtClean="0"/>
              <a:t>26</a:t>
            </a:fld>
            <a:endParaRPr lang="da-DK"/>
          </a:p>
        </p:txBody>
      </p:sp>
    </p:spTree>
    <p:extLst>
      <p:ext uri="{BB962C8B-B14F-4D97-AF65-F5344CB8AC3E}">
        <p14:creationId xmlns:p14="http://schemas.microsoft.com/office/powerpoint/2010/main" val="3600107189"/>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Pladsholder til slidenummer 3">
            <a:extLst>
              <a:ext uri="{FF2B5EF4-FFF2-40B4-BE49-F238E27FC236}">
                <a16:creationId xmlns:a16="http://schemas.microsoft.com/office/drawing/2014/main" id="{EF76BA73-2574-4601-AC94-FE2AD8D8B244}"/>
              </a:ext>
            </a:extLst>
          </p:cNvPr>
          <p:cNvSpPr>
            <a:spLocks noGrp="1"/>
          </p:cNvSpPr>
          <p:nvPr>
            <p:ph type="sldNum" sz="quarter" idx="12"/>
          </p:nvPr>
        </p:nvSpPr>
        <p:spPr/>
        <p:txBody>
          <a:bodyPr/>
          <a:lstStyle/>
          <a:p>
            <a:fld id="{F7AB382F-E9E6-CE49-B414-1E064FB7F064}" type="slidenum">
              <a:rPr lang="da-DK" smtClean="0"/>
              <a:t>27</a:t>
            </a:fld>
            <a:endParaRPr lang="da-DK"/>
          </a:p>
        </p:txBody>
      </p:sp>
      <p:pic>
        <p:nvPicPr>
          <p:cNvPr id="5" name="Billede 4">
            <a:extLst>
              <a:ext uri="{FF2B5EF4-FFF2-40B4-BE49-F238E27FC236}">
                <a16:creationId xmlns:a16="http://schemas.microsoft.com/office/drawing/2014/main" id="{1EE4095B-E8FD-49E9-A8E5-82575957A798}"/>
              </a:ext>
            </a:extLst>
          </p:cNvPr>
          <p:cNvPicPr>
            <a:picLocks noChangeAspect="1"/>
          </p:cNvPicPr>
          <p:nvPr/>
        </p:nvPicPr>
        <p:blipFill>
          <a:blip r:embed="rId3"/>
          <a:stretch>
            <a:fillRect/>
          </a:stretch>
        </p:blipFill>
        <p:spPr>
          <a:xfrm>
            <a:off x="3188316" y="0"/>
            <a:ext cx="5815368" cy="6858000"/>
          </a:xfrm>
          <a:prstGeom prst="rect">
            <a:avLst/>
          </a:prstGeom>
        </p:spPr>
      </p:pic>
      <p:sp>
        <p:nvSpPr>
          <p:cNvPr id="6" name="Ellipse 5">
            <a:extLst>
              <a:ext uri="{FF2B5EF4-FFF2-40B4-BE49-F238E27FC236}">
                <a16:creationId xmlns:a16="http://schemas.microsoft.com/office/drawing/2014/main" id="{E3304CAD-3B98-4156-89D6-307746AB73A2}"/>
              </a:ext>
            </a:extLst>
          </p:cNvPr>
          <p:cNvSpPr/>
          <p:nvPr/>
        </p:nvSpPr>
        <p:spPr>
          <a:xfrm>
            <a:off x="3188316" y="469811"/>
            <a:ext cx="1062840" cy="864096"/>
          </a:xfrm>
          <a:prstGeom prst="ellipse">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a-DK"/>
          </a:p>
        </p:txBody>
      </p:sp>
      <p:sp>
        <p:nvSpPr>
          <p:cNvPr id="7" name="Ellipse 6">
            <a:extLst>
              <a:ext uri="{FF2B5EF4-FFF2-40B4-BE49-F238E27FC236}">
                <a16:creationId xmlns:a16="http://schemas.microsoft.com/office/drawing/2014/main" id="{64AD5C16-314A-4DAB-8573-75230B56E45E}"/>
              </a:ext>
            </a:extLst>
          </p:cNvPr>
          <p:cNvSpPr/>
          <p:nvPr/>
        </p:nvSpPr>
        <p:spPr>
          <a:xfrm>
            <a:off x="3188316" y="3199284"/>
            <a:ext cx="1062840" cy="864096"/>
          </a:xfrm>
          <a:prstGeom prst="ellipse">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a-DK"/>
          </a:p>
        </p:txBody>
      </p:sp>
      <p:sp>
        <p:nvSpPr>
          <p:cNvPr id="8" name="Ellipse 7">
            <a:extLst>
              <a:ext uri="{FF2B5EF4-FFF2-40B4-BE49-F238E27FC236}">
                <a16:creationId xmlns:a16="http://schemas.microsoft.com/office/drawing/2014/main" id="{4EE54058-F02A-4930-A692-2502804AD412}"/>
              </a:ext>
            </a:extLst>
          </p:cNvPr>
          <p:cNvSpPr/>
          <p:nvPr/>
        </p:nvSpPr>
        <p:spPr>
          <a:xfrm>
            <a:off x="3188316" y="5489904"/>
            <a:ext cx="1062840" cy="864096"/>
          </a:xfrm>
          <a:prstGeom prst="ellipse">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a-DK"/>
          </a:p>
        </p:txBody>
      </p:sp>
      <p:cxnSp>
        <p:nvCxnSpPr>
          <p:cNvPr id="3" name="Lige pilforbindelse 2">
            <a:extLst>
              <a:ext uri="{FF2B5EF4-FFF2-40B4-BE49-F238E27FC236}">
                <a16:creationId xmlns:a16="http://schemas.microsoft.com/office/drawing/2014/main" id="{506B7633-97B1-4358-8A1A-9AC8FFDA5838}"/>
              </a:ext>
            </a:extLst>
          </p:cNvPr>
          <p:cNvCxnSpPr>
            <a:cxnSpLocks/>
          </p:cNvCxnSpPr>
          <p:nvPr/>
        </p:nvCxnSpPr>
        <p:spPr>
          <a:xfrm flipH="1" flipV="1">
            <a:off x="2567608" y="5189479"/>
            <a:ext cx="620708" cy="543777"/>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9" name="Tekstfelt 8">
            <a:extLst>
              <a:ext uri="{FF2B5EF4-FFF2-40B4-BE49-F238E27FC236}">
                <a16:creationId xmlns:a16="http://schemas.microsoft.com/office/drawing/2014/main" id="{F4608D48-440E-443E-9C14-15560D47383B}"/>
              </a:ext>
            </a:extLst>
          </p:cNvPr>
          <p:cNvSpPr txBox="1"/>
          <p:nvPr/>
        </p:nvSpPr>
        <p:spPr>
          <a:xfrm>
            <a:off x="0" y="3855572"/>
            <a:ext cx="3445174" cy="1631216"/>
          </a:xfrm>
          <a:prstGeom prst="rect">
            <a:avLst/>
          </a:prstGeom>
          <a:noFill/>
        </p:spPr>
        <p:txBody>
          <a:bodyPr wrap="none" rtlCol="0">
            <a:spAutoFit/>
          </a:bodyPr>
          <a:lstStyle/>
          <a:p>
            <a:r>
              <a:rPr lang="da-DK" sz="2000" dirty="0" err="1"/>
              <a:t>Such</a:t>
            </a:r>
            <a:r>
              <a:rPr lang="da-DK" sz="2000" dirty="0"/>
              <a:t> as non-</a:t>
            </a:r>
            <a:r>
              <a:rPr lang="da-DK" sz="2000" dirty="0" err="1"/>
              <a:t>functional</a:t>
            </a:r>
            <a:r>
              <a:rPr lang="da-DK" sz="2000" dirty="0"/>
              <a:t> </a:t>
            </a:r>
          </a:p>
          <a:p>
            <a:r>
              <a:rPr lang="da-DK" sz="2000" dirty="0" err="1"/>
              <a:t>requirements</a:t>
            </a:r>
            <a:r>
              <a:rPr lang="da-DK" sz="2000" dirty="0"/>
              <a:t> or </a:t>
            </a:r>
            <a:r>
              <a:rPr lang="da-DK" sz="2000" dirty="0" err="1"/>
              <a:t>other</a:t>
            </a:r>
            <a:r>
              <a:rPr lang="da-DK" sz="2000" dirty="0"/>
              <a:t> </a:t>
            </a:r>
          </a:p>
          <a:p>
            <a:r>
              <a:rPr lang="da-DK" sz="2000" dirty="0" err="1"/>
              <a:t>requirements</a:t>
            </a:r>
            <a:r>
              <a:rPr lang="da-DK" sz="2000" dirty="0"/>
              <a:t> not </a:t>
            </a:r>
            <a:r>
              <a:rPr lang="da-DK" sz="2000" dirty="0" err="1"/>
              <a:t>mentioned</a:t>
            </a:r>
            <a:r>
              <a:rPr lang="da-DK" sz="2000" dirty="0"/>
              <a:t> </a:t>
            </a:r>
          </a:p>
          <a:p>
            <a:r>
              <a:rPr lang="da-DK" sz="2000" dirty="0"/>
              <a:t>in the </a:t>
            </a:r>
            <a:r>
              <a:rPr lang="da-DK" sz="2000" dirty="0" err="1"/>
              <a:t>Use</a:t>
            </a:r>
            <a:r>
              <a:rPr lang="da-DK" sz="2000" dirty="0"/>
              <a:t> Case </a:t>
            </a:r>
            <a:r>
              <a:rPr lang="da-DK" sz="2000" dirty="0" err="1"/>
              <a:t>description</a:t>
            </a:r>
            <a:r>
              <a:rPr lang="da-DK" sz="2000" dirty="0"/>
              <a:t> </a:t>
            </a:r>
          </a:p>
          <a:p>
            <a:r>
              <a:rPr lang="da-DK" sz="2000" dirty="0"/>
              <a:t>it </a:t>
            </a:r>
            <a:r>
              <a:rPr lang="da-DK" sz="2000" dirty="0" err="1"/>
              <a:t>self</a:t>
            </a:r>
            <a:endParaRPr lang="da-DK" sz="2000" dirty="0"/>
          </a:p>
        </p:txBody>
      </p:sp>
    </p:spTree>
    <p:extLst>
      <p:ext uri="{BB962C8B-B14F-4D97-AF65-F5344CB8AC3E}">
        <p14:creationId xmlns:p14="http://schemas.microsoft.com/office/powerpoint/2010/main" val="1191782513"/>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da-DK" dirty="0" err="1"/>
              <a:t>Use</a:t>
            </a:r>
            <a:r>
              <a:rPr lang="da-DK" dirty="0"/>
              <a:t>-Case Scenario</a:t>
            </a:r>
          </a:p>
        </p:txBody>
      </p:sp>
      <p:sp>
        <p:nvSpPr>
          <p:cNvPr id="3" name="Content Placeholder 2"/>
          <p:cNvSpPr>
            <a:spLocks noGrp="1"/>
          </p:cNvSpPr>
          <p:nvPr>
            <p:ph type="body" sz="quarter" idx="13"/>
          </p:nvPr>
        </p:nvSpPr>
        <p:spPr>
          <a:xfrm>
            <a:off x="480485" y="1548000"/>
            <a:ext cx="6191579" cy="3960000"/>
          </a:xfrm>
        </p:spPr>
        <p:txBody>
          <a:bodyPr>
            <a:normAutofit/>
          </a:bodyPr>
          <a:lstStyle/>
          <a:p>
            <a:r>
              <a:rPr lang="da-DK" dirty="0" err="1"/>
              <a:t>E.g</a:t>
            </a:r>
            <a:r>
              <a:rPr lang="da-DK" dirty="0"/>
              <a:t>. </a:t>
            </a:r>
          </a:p>
          <a:p>
            <a:pPr lvl="1"/>
            <a:r>
              <a:rPr lang="da-DK" dirty="0"/>
              <a:t>Scenario 1: Basic Flow </a:t>
            </a:r>
          </a:p>
          <a:p>
            <a:pPr lvl="1"/>
            <a:r>
              <a:rPr lang="da-DK" dirty="0"/>
              <a:t>Scenario 2: Basic Flow, Alternate Flow 1</a:t>
            </a:r>
          </a:p>
          <a:p>
            <a:pPr lvl="1"/>
            <a:r>
              <a:rPr lang="da-DK" dirty="0"/>
              <a:t>Scenario 3: Basic Flow, </a:t>
            </a:r>
            <a:r>
              <a:rPr lang="da-DK" dirty="0" err="1"/>
              <a:t>Alternate</a:t>
            </a:r>
            <a:r>
              <a:rPr lang="da-DK" dirty="0"/>
              <a:t> Flow 1, Alternate Flow 2</a:t>
            </a:r>
          </a:p>
          <a:p>
            <a:pPr lvl="1"/>
            <a:endParaRPr lang="da-DK" dirty="0"/>
          </a:p>
          <a:p>
            <a:r>
              <a:rPr lang="da-DK" dirty="0"/>
              <a:t>A </a:t>
            </a:r>
            <a:r>
              <a:rPr lang="da-DK" dirty="0" err="1"/>
              <a:t>Use</a:t>
            </a:r>
            <a:r>
              <a:rPr lang="da-DK" dirty="0"/>
              <a:t>-Case </a:t>
            </a:r>
            <a:r>
              <a:rPr lang="en-US" dirty="0"/>
              <a:t>Scenario is an instance of a use case, or a complete "path" through the </a:t>
            </a:r>
            <a:r>
              <a:rPr lang="da-DK" dirty="0" err="1"/>
              <a:t>use</a:t>
            </a:r>
            <a:r>
              <a:rPr lang="da-DK" dirty="0"/>
              <a:t> case.</a:t>
            </a:r>
          </a:p>
          <a:p>
            <a:endParaRPr lang="da-DK" dirty="0"/>
          </a:p>
        </p:txBody>
      </p:sp>
      <p:pic>
        <p:nvPicPr>
          <p:cNvPr id="5" name="Picture 4"/>
          <p:cNvPicPr>
            <a:picLocks noChangeAspect="1"/>
          </p:cNvPicPr>
          <p:nvPr/>
        </p:nvPicPr>
        <p:blipFill>
          <a:blip r:embed="rId2"/>
          <a:stretch>
            <a:fillRect/>
          </a:stretch>
        </p:blipFill>
        <p:spPr>
          <a:xfrm>
            <a:off x="6888088" y="1224000"/>
            <a:ext cx="5118422" cy="4456170"/>
          </a:xfrm>
          <a:prstGeom prst="rect">
            <a:avLst/>
          </a:prstGeom>
        </p:spPr>
      </p:pic>
      <p:sp>
        <p:nvSpPr>
          <p:cNvPr id="8" name="Pladsholder til slidenummer 7">
            <a:extLst>
              <a:ext uri="{FF2B5EF4-FFF2-40B4-BE49-F238E27FC236}">
                <a16:creationId xmlns:a16="http://schemas.microsoft.com/office/drawing/2014/main" id="{284C7B38-D3B8-4BBE-A59B-3F5D5C4CF0E5}"/>
              </a:ext>
            </a:extLst>
          </p:cNvPr>
          <p:cNvSpPr>
            <a:spLocks noGrp="1"/>
          </p:cNvSpPr>
          <p:nvPr>
            <p:ph type="sldNum" sz="quarter" idx="12"/>
          </p:nvPr>
        </p:nvSpPr>
        <p:spPr/>
        <p:txBody>
          <a:bodyPr/>
          <a:lstStyle/>
          <a:p>
            <a:fld id="{20EB7ABC-56F9-4FEF-9CF0-E2D14234E329}" type="slidenum">
              <a:rPr lang="da-DK" noProof="0" smtClean="0"/>
              <a:pPr/>
              <a:t>28</a:t>
            </a:fld>
            <a:endParaRPr lang="da-DK" noProof="0" dirty="0"/>
          </a:p>
        </p:txBody>
      </p:sp>
    </p:spTree>
    <p:extLst>
      <p:ext uri="{BB962C8B-B14F-4D97-AF65-F5344CB8AC3E}">
        <p14:creationId xmlns:p14="http://schemas.microsoft.com/office/powerpoint/2010/main" val="314461654"/>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da-DK" dirty="0" err="1"/>
              <a:t>Generating</a:t>
            </a:r>
            <a:r>
              <a:rPr lang="da-DK" dirty="0"/>
              <a:t> Test Cases from </a:t>
            </a:r>
            <a:r>
              <a:rPr lang="da-DK" dirty="0" err="1"/>
              <a:t>Use</a:t>
            </a:r>
            <a:r>
              <a:rPr lang="da-DK" dirty="0"/>
              <a:t> Cases</a:t>
            </a:r>
          </a:p>
        </p:txBody>
      </p:sp>
      <p:sp>
        <p:nvSpPr>
          <p:cNvPr id="3" name="Content Placeholder 2"/>
          <p:cNvSpPr>
            <a:spLocks noGrp="1"/>
          </p:cNvSpPr>
          <p:nvPr>
            <p:ph type="body" sz="quarter" idx="13"/>
          </p:nvPr>
        </p:nvSpPr>
        <p:spPr/>
        <p:txBody>
          <a:bodyPr>
            <a:normAutofit/>
          </a:bodyPr>
          <a:lstStyle/>
          <a:p>
            <a:r>
              <a:rPr lang="en-US" dirty="0"/>
              <a:t>Process for generating Test Cases from a Fully Dressed </a:t>
            </a:r>
            <a:r>
              <a:rPr lang="da-DK" dirty="0" err="1"/>
              <a:t>Use</a:t>
            </a:r>
            <a:r>
              <a:rPr lang="da-DK" dirty="0"/>
              <a:t> Case:</a:t>
            </a:r>
          </a:p>
          <a:p>
            <a:pPr marL="765450" lvl="1" indent="-514350">
              <a:buFont typeface="+mj-lt"/>
              <a:buAutoNum type="arabicPeriod"/>
            </a:pPr>
            <a:r>
              <a:rPr lang="en-US" dirty="0"/>
              <a:t>For ‘each’ use case, generate a full set of Use-Case Scenarios.</a:t>
            </a:r>
          </a:p>
          <a:p>
            <a:pPr marL="765450" lvl="1" indent="-514350">
              <a:buFont typeface="+mj-lt"/>
              <a:buAutoNum type="arabicPeriod"/>
            </a:pPr>
            <a:r>
              <a:rPr lang="en-US" dirty="0"/>
              <a:t>For each Scenario, identify at least one Test Case and the conditions that will make it "execute."</a:t>
            </a:r>
          </a:p>
          <a:p>
            <a:pPr marL="765450" lvl="1" indent="-514350">
              <a:buFont typeface="+mj-lt"/>
              <a:buAutoNum type="arabicPeriod"/>
            </a:pPr>
            <a:r>
              <a:rPr lang="en-US" dirty="0"/>
              <a:t>For each Test Case, identify the data values with which to test.</a:t>
            </a:r>
            <a:endParaRPr lang="da-DK" dirty="0"/>
          </a:p>
        </p:txBody>
      </p:sp>
      <p:sp>
        <p:nvSpPr>
          <p:cNvPr id="6" name="Pladsholder til slidenummer 5">
            <a:extLst>
              <a:ext uri="{FF2B5EF4-FFF2-40B4-BE49-F238E27FC236}">
                <a16:creationId xmlns:a16="http://schemas.microsoft.com/office/drawing/2014/main" id="{B1EA7E38-89B5-472F-A915-4EB0B09BCDA2}"/>
              </a:ext>
            </a:extLst>
          </p:cNvPr>
          <p:cNvSpPr>
            <a:spLocks noGrp="1"/>
          </p:cNvSpPr>
          <p:nvPr>
            <p:ph type="sldNum" sz="quarter" idx="12"/>
          </p:nvPr>
        </p:nvSpPr>
        <p:spPr/>
        <p:txBody>
          <a:bodyPr/>
          <a:lstStyle/>
          <a:p>
            <a:fld id="{20EB7ABC-56F9-4FEF-9CF0-E2D14234E329}" type="slidenum">
              <a:rPr lang="da-DK" noProof="0" smtClean="0"/>
              <a:pPr/>
              <a:t>29</a:t>
            </a:fld>
            <a:endParaRPr lang="da-DK" noProof="0" dirty="0"/>
          </a:p>
        </p:txBody>
      </p:sp>
    </p:spTree>
    <p:extLst>
      <p:ext uri="{BB962C8B-B14F-4D97-AF65-F5344CB8AC3E}">
        <p14:creationId xmlns:p14="http://schemas.microsoft.com/office/powerpoint/2010/main" val="3483336176"/>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77576DAE-FE85-4DA8-A185-1CCB3719817A}"/>
              </a:ext>
            </a:extLst>
          </p:cNvPr>
          <p:cNvSpPr>
            <a:spLocks noGrp="1"/>
          </p:cNvSpPr>
          <p:nvPr>
            <p:ph type="title"/>
          </p:nvPr>
        </p:nvSpPr>
        <p:spPr/>
        <p:txBody>
          <a:bodyPr/>
          <a:lstStyle/>
          <a:p>
            <a:r>
              <a:rPr lang="da-DK" dirty="0"/>
              <a:t>Test</a:t>
            </a:r>
          </a:p>
        </p:txBody>
      </p:sp>
      <p:sp>
        <p:nvSpPr>
          <p:cNvPr id="3" name="Pladsholder til tekst 2">
            <a:extLst>
              <a:ext uri="{FF2B5EF4-FFF2-40B4-BE49-F238E27FC236}">
                <a16:creationId xmlns:a16="http://schemas.microsoft.com/office/drawing/2014/main" id="{F52F1A78-68F2-4ADB-AFCB-313A76D4E6BC}"/>
              </a:ext>
            </a:extLst>
          </p:cNvPr>
          <p:cNvSpPr>
            <a:spLocks noGrp="1"/>
          </p:cNvSpPr>
          <p:nvPr>
            <p:ph type="body" sz="quarter" idx="17"/>
          </p:nvPr>
        </p:nvSpPr>
        <p:spPr/>
        <p:txBody>
          <a:bodyPr/>
          <a:lstStyle/>
          <a:p>
            <a:r>
              <a:rPr lang="da-DK" dirty="0"/>
              <a:t>Eksempel</a:t>
            </a:r>
          </a:p>
        </p:txBody>
      </p:sp>
    </p:spTree>
    <p:extLst>
      <p:ext uri="{BB962C8B-B14F-4D97-AF65-F5344CB8AC3E}">
        <p14:creationId xmlns:p14="http://schemas.microsoft.com/office/powerpoint/2010/main" val="1490078814"/>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da-DK" dirty="0"/>
              <a:t>Example</a:t>
            </a:r>
          </a:p>
        </p:txBody>
      </p:sp>
      <p:sp>
        <p:nvSpPr>
          <p:cNvPr id="3" name="Content Placeholder 2"/>
          <p:cNvSpPr>
            <a:spLocks noGrp="1"/>
          </p:cNvSpPr>
          <p:nvPr>
            <p:ph idx="1"/>
          </p:nvPr>
        </p:nvSpPr>
        <p:spPr/>
        <p:txBody>
          <a:bodyPr>
            <a:normAutofit/>
          </a:bodyPr>
          <a:lstStyle/>
          <a:p>
            <a:r>
              <a:rPr lang="da-DK" sz="2800" dirty="0"/>
              <a:t>Consider a </a:t>
            </a:r>
            <a:r>
              <a:rPr lang="da-DK" sz="2800" dirty="0" err="1"/>
              <a:t>Use</a:t>
            </a:r>
            <a:r>
              <a:rPr lang="da-DK" sz="2800" dirty="0"/>
              <a:t> Case: </a:t>
            </a:r>
            <a:r>
              <a:rPr lang="da-DK" sz="2800" b="1" dirty="0"/>
              <a:t>University Course Registration</a:t>
            </a:r>
          </a:p>
          <a:p>
            <a:endParaRPr lang="da-DK" sz="2800" b="1" dirty="0"/>
          </a:p>
          <a:p>
            <a:r>
              <a:rPr lang="da-DK" sz="2800" dirty="0"/>
              <a:t>The basic flow is something like: </a:t>
            </a:r>
          </a:p>
          <a:p>
            <a:pPr marL="766800" lvl="1" indent="-457200">
              <a:buFont typeface="+mj-lt"/>
              <a:buAutoNum type="arabicParenR"/>
            </a:pPr>
            <a:r>
              <a:rPr lang="da-DK" sz="2400" dirty="0">
                <a:solidFill>
                  <a:srgbClr val="004250"/>
                </a:solidFill>
              </a:rPr>
              <a:t>Logon</a:t>
            </a:r>
          </a:p>
          <a:p>
            <a:pPr marL="766800" lvl="1" indent="-457200">
              <a:buFont typeface="+mj-lt"/>
              <a:buAutoNum type="arabicParenR"/>
            </a:pPr>
            <a:r>
              <a:rPr lang="da-DK" sz="2400" dirty="0">
                <a:solidFill>
                  <a:srgbClr val="004250"/>
                </a:solidFill>
              </a:rPr>
              <a:t>Create a schedule</a:t>
            </a:r>
          </a:p>
          <a:p>
            <a:pPr marL="766800" lvl="1" indent="-457200">
              <a:buFont typeface="+mj-lt"/>
              <a:buAutoNum type="arabicParenR"/>
            </a:pPr>
            <a:r>
              <a:rPr lang="da-DK" sz="2400" dirty="0">
                <a:solidFill>
                  <a:srgbClr val="004250"/>
                </a:solidFill>
              </a:rPr>
              <a:t>Obtain course information</a:t>
            </a:r>
          </a:p>
          <a:p>
            <a:pPr marL="766800" lvl="1" indent="-457200">
              <a:buFont typeface="+mj-lt"/>
              <a:buAutoNum type="arabicParenR"/>
            </a:pPr>
            <a:r>
              <a:rPr lang="da-DK" sz="2400" dirty="0">
                <a:solidFill>
                  <a:srgbClr val="004250"/>
                </a:solidFill>
              </a:rPr>
              <a:t>Select courses</a:t>
            </a:r>
          </a:p>
          <a:p>
            <a:pPr marL="766800" lvl="1" indent="-457200">
              <a:buFont typeface="+mj-lt"/>
              <a:buAutoNum type="arabicParenR"/>
            </a:pPr>
            <a:r>
              <a:rPr lang="da-DK" sz="2400" dirty="0">
                <a:solidFill>
                  <a:srgbClr val="004250"/>
                </a:solidFill>
              </a:rPr>
              <a:t>Submit schedule</a:t>
            </a:r>
          </a:p>
          <a:p>
            <a:pPr marL="766800" lvl="1" indent="-457200">
              <a:buFont typeface="+mj-lt"/>
              <a:buAutoNum type="arabicParenR"/>
            </a:pPr>
            <a:r>
              <a:rPr lang="da-DK" sz="2400" dirty="0">
                <a:solidFill>
                  <a:srgbClr val="004250"/>
                </a:solidFill>
              </a:rPr>
              <a:t>Display completed schedule</a:t>
            </a:r>
          </a:p>
        </p:txBody>
      </p:sp>
      <p:sp>
        <p:nvSpPr>
          <p:cNvPr id="5" name="Slide Number Placeholder 4">
            <a:extLst>
              <a:ext uri="{FF2B5EF4-FFF2-40B4-BE49-F238E27FC236}">
                <a16:creationId xmlns:a16="http://schemas.microsoft.com/office/drawing/2014/main" id="{3F54C740-5D95-41BA-BDA2-3FEBFDB9CC1C}"/>
              </a:ext>
            </a:extLst>
          </p:cNvPr>
          <p:cNvSpPr>
            <a:spLocks noGrp="1"/>
          </p:cNvSpPr>
          <p:nvPr>
            <p:ph type="sldNum" sz="quarter" idx="12"/>
          </p:nvPr>
        </p:nvSpPr>
        <p:spPr/>
        <p:txBody>
          <a:bodyPr/>
          <a:lstStyle/>
          <a:p>
            <a:fld id="{F7AB382F-E9E6-CE49-B414-1E064FB7F064}" type="slidenum">
              <a:rPr lang="da-DK" smtClean="0"/>
              <a:t>31</a:t>
            </a:fld>
            <a:endParaRPr lang="da-DK"/>
          </a:p>
        </p:txBody>
      </p:sp>
    </p:spTree>
    <p:extLst>
      <p:ext uri="{BB962C8B-B14F-4D97-AF65-F5344CB8AC3E}">
        <p14:creationId xmlns:p14="http://schemas.microsoft.com/office/powerpoint/2010/main" val="742422039"/>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da-DK" dirty="0" err="1"/>
              <a:t>Example</a:t>
            </a:r>
            <a:r>
              <a:rPr lang="da-DK" dirty="0"/>
              <a:t> (</a:t>
            </a:r>
            <a:r>
              <a:rPr lang="da-DK" dirty="0" err="1"/>
              <a:t>continued</a:t>
            </a:r>
            <a:r>
              <a:rPr lang="da-DK" dirty="0"/>
              <a:t>)</a:t>
            </a:r>
          </a:p>
        </p:txBody>
      </p:sp>
      <p:sp>
        <p:nvSpPr>
          <p:cNvPr id="3" name="Content Placeholder 2"/>
          <p:cNvSpPr>
            <a:spLocks noGrp="1"/>
          </p:cNvSpPr>
          <p:nvPr>
            <p:ph idx="1"/>
          </p:nvPr>
        </p:nvSpPr>
        <p:spPr/>
        <p:txBody>
          <a:bodyPr/>
          <a:lstStyle/>
          <a:p>
            <a:r>
              <a:rPr lang="en-GB" sz="2800" dirty="0"/>
              <a:t>List of alternate flows:</a:t>
            </a:r>
          </a:p>
          <a:p>
            <a:endParaRPr lang="en-GB" sz="2800" dirty="0"/>
          </a:p>
          <a:p>
            <a:pPr marL="309600" lvl="1" indent="0">
              <a:buNone/>
            </a:pPr>
            <a:r>
              <a:rPr lang="en-GB" sz="2400" dirty="0">
                <a:solidFill>
                  <a:srgbClr val="004250"/>
                </a:solidFill>
              </a:rPr>
              <a:t>1.	System cannot identify the student</a:t>
            </a:r>
          </a:p>
          <a:p>
            <a:pPr marL="309600" lvl="1" indent="0">
              <a:buNone/>
            </a:pPr>
            <a:r>
              <a:rPr lang="en-GB" sz="2400" dirty="0">
                <a:solidFill>
                  <a:srgbClr val="004250"/>
                </a:solidFill>
              </a:rPr>
              <a:t>2.	Registration aborted before the schedule is finished</a:t>
            </a:r>
          </a:p>
          <a:p>
            <a:pPr marL="309600" lvl="1" indent="0">
              <a:buNone/>
            </a:pPr>
            <a:r>
              <a:rPr lang="en-GB" sz="2400" dirty="0">
                <a:solidFill>
                  <a:srgbClr val="004250"/>
                </a:solidFill>
              </a:rPr>
              <a:t>3.	Unfulfilled prerequisites, course full, or schedule conflicts</a:t>
            </a:r>
          </a:p>
          <a:p>
            <a:pPr marL="309600" lvl="1" indent="0">
              <a:buNone/>
            </a:pPr>
            <a:r>
              <a:rPr lang="en-GB" sz="2400" dirty="0">
                <a:solidFill>
                  <a:srgbClr val="004250"/>
                </a:solidFill>
              </a:rPr>
              <a:t>4.	Course </a:t>
            </a:r>
            <a:r>
              <a:rPr lang="en-GB" sz="2400" dirty="0" err="1">
                <a:solidFill>
                  <a:srgbClr val="004250"/>
                </a:solidFill>
              </a:rPr>
              <a:t>catalog</a:t>
            </a:r>
            <a:r>
              <a:rPr lang="en-GB" sz="2400" dirty="0">
                <a:solidFill>
                  <a:srgbClr val="004250"/>
                </a:solidFill>
              </a:rPr>
              <a:t> system </a:t>
            </a:r>
            <a:r>
              <a:rPr lang="en-GB" sz="2400" dirty="0" err="1">
                <a:solidFill>
                  <a:srgbClr val="004250"/>
                </a:solidFill>
              </a:rPr>
              <a:t>unvailable</a:t>
            </a:r>
            <a:endParaRPr lang="en-GB" sz="2400" dirty="0">
              <a:solidFill>
                <a:srgbClr val="004250"/>
              </a:solidFill>
            </a:endParaRPr>
          </a:p>
          <a:p>
            <a:pPr marL="309600" lvl="1" indent="0">
              <a:buNone/>
            </a:pPr>
            <a:r>
              <a:rPr lang="en-GB" sz="2400" dirty="0">
                <a:solidFill>
                  <a:srgbClr val="004250"/>
                </a:solidFill>
              </a:rPr>
              <a:t>5.	Course registration closed</a:t>
            </a:r>
          </a:p>
        </p:txBody>
      </p:sp>
      <p:sp>
        <p:nvSpPr>
          <p:cNvPr id="5" name="Slide Number Placeholder 4">
            <a:extLst>
              <a:ext uri="{FF2B5EF4-FFF2-40B4-BE49-F238E27FC236}">
                <a16:creationId xmlns:a16="http://schemas.microsoft.com/office/drawing/2014/main" id="{F1AB1CD9-2474-4B8E-9D94-DA08FC21AC80}"/>
              </a:ext>
            </a:extLst>
          </p:cNvPr>
          <p:cNvSpPr>
            <a:spLocks noGrp="1"/>
          </p:cNvSpPr>
          <p:nvPr>
            <p:ph type="sldNum" sz="quarter" idx="12"/>
          </p:nvPr>
        </p:nvSpPr>
        <p:spPr/>
        <p:txBody>
          <a:bodyPr/>
          <a:lstStyle/>
          <a:p>
            <a:fld id="{F7AB382F-E9E6-CE49-B414-1E064FB7F064}" type="slidenum">
              <a:rPr lang="da-DK" smtClean="0"/>
              <a:t>32</a:t>
            </a:fld>
            <a:endParaRPr lang="da-DK"/>
          </a:p>
        </p:txBody>
      </p:sp>
    </p:spTree>
    <p:extLst>
      <p:ext uri="{BB962C8B-B14F-4D97-AF65-F5344CB8AC3E}">
        <p14:creationId xmlns:p14="http://schemas.microsoft.com/office/powerpoint/2010/main" val="912578701"/>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9754DCF-5B83-44D9-9447-DAB196116FF8}"/>
              </a:ext>
            </a:extLst>
          </p:cNvPr>
          <p:cNvSpPr>
            <a:spLocks noGrp="1"/>
          </p:cNvSpPr>
          <p:nvPr>
            <p:ph type="title"/>
          </p:nvPr>
        </p:nvSpPr>
        <p:spPr/>
        <p:txBody>
          <a:bodyPr/>
          <a:lstStyle/>
          <a:p>
            <a:r>
              <a:rPr lang="da-DK" dirty="0"/>
              <a:t>Steps in </a:t>
            </a:r>
            <a:r>
              <a:rPr lang="en-GB" dirty="0"/>
              <a:t>Generating</a:t>
            </a:r>
            <a:r>
              <a:rPr lang="da-DK" dirty="0"/>
              <a:t> Test Cases</a:t>
            </a:r>
          </a:p>
        </p:txBody>
      </p:sp>
      <p:sp>
        <p:nvSpPr>
          <p:cNvPr id="3" name="Content Placeholder 2">
            <a:extLst>
              <a:ext uri="{FF2B5EF4-FFF2-40B4-BE49-F238E27FC236}">
                <a16:creationId xmlns:a16="http://schemas.microsoft.com/office/drawing/2014/main" id="{13856765-5AF7-45B4-8687-5E6514FD48EE}"/>
              </a:ext>
            </a:extLst>
          </p:cNvPr>
          <p:cNvSpPr>
            <a:spLocks noGrp="1"/>
          </p:cNvSpPr>
          <p:nvPr>
            <p:ph idx="1"/>
          </p:nvPr>
        </p:nvSpPr>
        <p:spPr/>
        <p:txBody>
          <a:bodyPr/>
          <a:lstStyle/>
          <a:p>
            <a:pPr marL="514350" indent="-514350">
              <a:buFont typeface="+mj-lt"/>
              <a:buAutoNum type="arabicPeriod"/>
            </a:pPr>
            <a:endParaRPr lang="en-US" dirty="0"/>
          </a:p>
          <a:p>
            <a:pPr marL="514350" indent="-514350">
              <a:buFont typeface="+mj-lt"/>
              <a:buAutoNum type="arabicPeriod"/>
            </a:pPr>
            <a:r>
              <a:rPr lang="en-US" sz="2800" dirty="0"/>
              <a:t>Identify test case scenarios</a:t>
            </a:r>
          </a:p>
          <a:p>
            <a:pPr marL="514350" indent="-514350">
              <a:buFont typeface="+mj-lt"/>
              <a:buAutoNum type="arabicPeriod"/>
            </a:pPr>
            <a:r>
              <a:rPr lang="en-US" sz="2800" dirty="0"/>
              <a:t>Generate test cases for each scenario</a:t>
            </a:r>
          </a:p>
          <a:p>
            <a:pPr marL="514350" indent="-514350">
              <a:buFont typeface="+mj-lt"/>
              <a:buAutoNum type="arabicPeriod"/>
            </a:pPr>
            <a:r>
              <a:rPr lang="en-US" sz="2800" dirty="0"/>
              <a:t>Identify data values to test</a:t>
            </a:r>
          </a:p>
          <a:p>
            <a:endParaRPr lang="en-US" dirty="0"/>
          </a:p>
          <a:p>
            <a:pPr marL="0" indent="0">
              <a:buNone/>
            </a:pPr>
            <a:endParaRPr lang="da-DK" dirty="0"/>
          </a:p>
        </p:txBody>
      </p:sp>
      <p:sp>
        <p:nvSpPr>
          <p:cNvPr id="5" name="Slide Number Placeholder 4">
            <a:extLst>
              <a:ext uri="{FF2B5EF4-FFF2-40B4-BE49-F238E27FC236}">
                <a16:creationId xmlns:a16="http://schemas.microsoft.com/office/drawing/2014/main" id="{0C942267-51E0-4B15-ACE4-19C696B72E3A}"/>
              </a:ext>
            </a:extLst>
          </p:cNvPr>
          <p:cNvSpPr>
            <a:spLocks noGrp="1"/>
          </p:cNvSpPr>
          <p:nvPr>
            <p:ph type="sldNum" sz="quarter" idx="12"/>
          </p:nvPr>
        </p:nvSpPr>
        <p:spPr/>
        <p:txBody>
          <a:bodyPr/>
          <a:lstStyle/>
          <a:p>
            <a:fld id="{F7AB382F-E9E6-CE49-B414-1E064FB7F064}" type="slidenum">
              <a:rPr lang="da-DK" smtClean="0"/>
              <a:t>33</a:t>
            </a:fld>
            <a:endParaRPr lang="da-DK"/>
          </a:p>
        </p:txBody>
      </p:sp>
    </p:spTree>
    <p:extLst>
      <p:ext uri="{BB962C8B-B14F-4D97-AF65-F5344CB8AC3E}">
        <p14:creationId xmlns:p14="http://schemas.microsoft.com/office/powerpoint/2010/main" val="1999287428"/>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80000" y="240932"/>
            <a:ext cx="11232000" cy="468000"/>
          </a:xfrm>
        </p:spPr>
        <p:txBody>
          <a:bodyPr/>
          <a:lstStyle/>
          <a:p>
            <a:r>
              <a:rPr lang="da-DK" dirty="0"/>
              <a:t>Step 1. </a:t>
            </a:r>
            <a:r>
              <a:rPr lang="da-DK" dirty="0" err="1"/>
              <a:t>Generate</a:t>
            </a:r>
            <a:r>
              <a:rPr lang="da-DK" dirty="0"/>
              <a:t> Scenarios</a:t>
            </a:r>
          </a:p>
        </p:txBody>
      </p:sp>
      <p:sp>
        <p:nvSpPr>
          <p:cNvPr id="3" name="Content Placeholder 2"/>
          <p:cNvSpPr>
            <a:spLocks noGrp="1"/>
          </p:cNvSpPr>
          <p:nvPr>
            <p:ph idx="1"/>
          </p:nvPr>
        </p:nvSpPr>
        <p:spPr>
          <a:xfrm>
            <a:off x="480000" y="956809"/>
            <a:ext cx="9065530" cy="1608095"/>
          </a:xfrm>
        </p:spPr>
        <p:txBody>
          <a:bodyPr/>
          <a:lstStyle/>
          <a:p>
            <a:r>
              <a:rPr lang="en-US" sz="2800" dirty="0"/>
              <a:t>Read the Use-Case textual description and identify each combination of main and alternate flows -- the scenarios -- and create a Scenario Matrix</a:t>
            </a:r>
            <a:endParaRPr lang="da-DK" sz="2800" dirty="0"/>
          </a:p>
        </p:txBody>
      </p:sp>
      <p:grpSp>
        <p:nvGrpSpPr>
          <p:cNvPr id="8" name="Group 7">
            <a:extLst>
              <a:ext uri="{FF2B5EF4-FFF2-40B4-BE49-F238E27FC236}">
                <a16:creationId xmlns:a16="http://schemas.microsoft.com/office/drawing/2014/main" id="{CD6ED5F8-2FC6-4390-86BF-C191A4283FD7}"/>
              </a:ext>
            </a:extLst>
          </p:cNvPr>
          <p:cNvGrpSpPr/>
          <p:nvPr/>
        </p:nvGrpSpPr>
        <p:grpSpPr>
          <a:xfrm>
            <a:off x="4267561" y="2564904"/>
            <a:ext cx="6292935" cy="3653953"/>
            <a:chOff x="3763505" y="3108362"/>
            <a:chExt cx="5107903" cy="3254511"/>
          </a:xfrm>
        </p:grpSpPr>
        <p:pic>
          <p:nvPicPr>
            <p:cNvPr id="5" name="Picture 4"/>
            <p:cNvPicPr>
              <a:picLocks noChangeAspect="1"/>
            </p:cNvPicPr>
            <p:nvPr/>
          </p:nvPicPr>
          <p:blipFill>
            <a:blip r:embed="rId3"/>
            <a:stretch>
              <a:fillRect/>
            </a:stretch>
          </p:blipFill>
          <p:spPr>
            <a:xfrm>
              <a:off x="3763505" y="3108362"/>
              <a:ext cx="5107903" cy="619197"/>
            </a:xfrm>
            <a:prstGeom prst="rect">
              <a:avLst/>
            </a:prstGeom>
          </p:spPr>
        </p:pic>
        <p:pic>
          <p:nvPicPr>
            <p:cNvPr id="6" name="Picture 5"/>
            <p:cNvPicPr>
              <a:picLocks noChangeAspect="1"/>
            </p:cNvPicPr>
            <p:nvPr/>
          </p:nvPicPr>
          <p:blipFill>
            <a:blip r:embed="rId4"/>
            <a:stretch>
              <a:fillRect/>
            </a:stretch>
          </p:blipFill>
          <p:spPr>
            <a:xfrm>
              <a:off x="3843455" y="3599699"/>
              <a:ext cx="4943921" cy="2763174"/>
            </a:xfrm>
            <a:prstGeom prst="rect">
              <a:avLst/>
            </a:prstGeom>
          </p:spPr>
        </p:pic>
      </p:grpSp>
      <p:sp>
        <p:nvSpPr>
          <p:cNvPr id="7" name="Slide Number Placeholder 6">
            <a:extLst>
              <a:ext uri="{FF2B5EF4-FFF2-40B4-BE49-F238E27FC236}">
                <a16:creationId xmlns:a16="http://schemas.microsoft.com/office/drawing/2014/main" id="{8EB2C5CA-12B3-45B2-B14D-BE234457A374}"/>
              </a:ext>
            </a:extLst>
          </p:cNvPr>
          <p:cNvSpPr>
            <a:spLocks noGrp="1"/>
          </p:cNvSpPr>
          <p:nvPr>
            <p:ph type="sldNum" sz="quarter" idx="12"/>
          </p:nvPr>
        </p:nvSpPr>
        <p:spPr/>
        <p:txBody>
          <a:bodyPr/>
          <a:lstStyle/>
          <a:p>
            <a:fld id="{F7AB382F-E9E6-CE49-B414-1E064FB7F064}" type="slidenum">
              <a:rPr lang="da-DK" smtClean="0"/>
              <a:t>34</a:t>
            </a:fld>
            <a:endParaRPr lang="da-DK"/>
          </a:p>
        </p:txBody>
      </p:sp>
    </p:spTree>
    <p:extLst>
      <p:ext uri="{BB962C8B-B14F-4D97-AF65-F5344CB8AC3E}">
        <p14:creationId xmlns:p14="http://schemas.microsoft.com/office/powerpoint/2010/main" val="3188424014"/>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8401" y="300602"/>
            <a:ext cx="11232000" cy="468000"/>
          </a:xfrm>
        </p:spPr>
        <p:txBody>
          <a:bodyPr/>
          <a:lstStyle/>
          <a:p>
            <a:r>
              <a:rPr lang="da-DK" dirty="0"/>
              <a:t>Step 2. </a:t>
            </a:r>
            <a:r>
              <a:rPr lang="en-GB" dirty="0"/>
              <a:t>Identify</a:t>
            </a:r>
            <a:r>
              <a:rPr lang="da-DK" dirty="0"/>
              <a:t> Test Cases</a:t>
            </a:r>
          </a:p>
        </p:txBody>
      </p:sp>
      <p:sp>
        <p:nvSpPr>
          <p:cNvPr id="3" name="Content Placeholder 2"/>
          <p:cNvSpPr>
            <a:spLocks noGrp="1"/>
          </p:cNvSpPr>
          <p:nvPr>
            <p:ph idx="1"/>
          </p:nvPr>
        </p:nvSpPr>
        <p:spPr>
          <a:xfrm>
            <a:off x="263352" y="836713"/>
            <a:ext cx="11305256" cy="4966066"/>
          </a:xfrm>
        </p:spPr>
        <p:txBody>
          <a:bodyPr>
            <a:normAutofit/>
          </a:bodyPr>
          <a:lstStyle/>
          <a:p>
            <a:r>
              <a:rPr lang="en-US" dirty="0"/>
              <a:t>Analyze the Scenarios and review the Use Case textual description to identify Test Cases  -&gt; find the conditions or data elements required to </a:t>
            </a:r>
            <a:r>
              <a:rPr lang="da-DK" dirty="0" err="1"/>
              <a:t>execute</a:t>
            </a:r>
            <a:r>
              <a:rPr lang="da-DK" dirty="0"/>
              <a:t> the </a:t>
            </a:r>
            <a:r>
              <a:rPr lang="da-DK" dirty="0" err="1"/>
              <a:t>various</a:t>
            </a:r>
            <a:r>
              <a:rPr lang="da-DK" dirty="0"/>
              <a:t> scenarios</a:t>
            </a:r>
            <a:endParaRPr lang="en-US" dirty="0"/>
          </a:p>
          <a:p>
            <a:r>
              <a:rPr lang="en-US" dirty="0"/>
              <a:t>This specific matrix shows what conditions are being tested for each Test Case. </a:t>
            </a:r>
          </a:p>
          <a:p>
            <a:r>
              <a:rPr lang="en-US" dirty="0"/>
              <a:t>Do not yet supply data values but use:</a:t>
            </a:r>
          </a:p>
          <a:p>
            <a:pPr lvl="1"/>
            <a:r>
              <a:rPr lang="en-US" sz="2400" i="1" dirty="0">
                <a:solidFill>
                  <a:srgbClr val="004250"/>
                </a:solidFill>
              </a:rPr>
              <a:t>V </a:t>
            </a:r>
            <a:r>
              <a:rPr lang="en-US" sz="2400" dirty="0">
                <a:solidFill>
                  <a:srgbClr val="004250"/>
                </a:solidFill>
              </a:rPr>
              <a:t>for </a:t>
            </a:r>
            <a:r>
              <a:rPr lang="en-US" sz="2400" i="1" dirty="0">
                <a:solidFill>
                  <a:srgbClr val="004250"/>
                </a:solidFill>
              </a:rPr>
              <a:t>valid</a:t>
            </a:r>
            <a:endParaRPr lang="en-US" sz="2400" dirty="0">
              <a:solidFill>
                <a:srgbClr val="004250"/>
              </a:solidFill>
            </a:endParaRPr>
          </a:p>
          <a:p>
            <a:pPr lvl="1"/>
            <a:r>
              <a:rPr lang="en-US" sz="2400" i="1" dirty="0">
                <a:solidFill>
                  <a:srgbClr val="004250"/>
                </a:solidFill>
              </a:rPr>
              <a:t>I </a:t>
            </a:r>
            <a:r>
              <a:rPr lang="en-US" sz="2400" dirty="0">
                <a:solidFill>
                  <a:srgbClr val="004250"/>
                </a:solidFill>
              </a:rPr>
              <a:t>for </a:t>
            </a:r>
            <a:r>
              <a:rPr lang="en-US" sz="2400" i="1" dirty="0">
                <a:solidFill>
                  <a:srgbClr val="004250"/>
                </a:solidFill>
              </a:rPr>
              <a:t>invalid</a:t>
            </a:r>
            <a:endParaRPr lang="en-US" sz="2400" dirty="0">
              <a:solidFill>
                <a:srgbClr val="004250"/>
              </a:solidFill>
            </a:endParaRPr>
          </a:p>
          <a:p>
            <a:pPr lvl="1"/>
            <a:r>
              <a:rPr lang="en-US" sz="2400" i="1" dirty="0">
                <a:solidFill>
                  <a:srgbClr val="004250"/>
                </a:solidFill>
              </a:rPr>
              <a:t>n/a </a:t>
            </a:r>
            <a:r>
              <a:rPr lang="en-US" sz="2400" dirty="0">
                <a:solidFill>
                  <a:srgbClr val="004250"/>
                </a:solidFill>
              </a:rPr>
              <a:t>when it is not necessary to supply a </a:t>
            </a:r>
          </a:p>
          <a:p>
            <a:pPr marL="304800" lvl="1" indent="0">
              <a:buNone/>
            </a:pPr>
            <a:r>
              <a:rPr lang="en-US" sz="2400" dirty="0">
                <a:solidFill>
                  <a:srgbClr val="004250"/>
                </a:solidFill>
              </a:rPr>
              <a:t>    data value </a:t>
            </a:r>
          </a:p>
          <a:p>
            <a:endParaRPr lang="en-US" dirty="0"/>
          </a:p>
          <a:p>
            <a:r>
              <a:rPr lang="en-US" dirty="0"/>
              <a:t> By looking at the </a:t>
            </a:r>
            <a:r>
              <a:rPr lang="en-US" i="1" dirty="0"/>
              <a:t>V</a:t>
            </a:r>
            <a:r>
              <a:rPr lang="en-US" dirty="0"/>
              <a:t>s and </a:t>
            </a:r>
            <a:r>
              <a:rPr lang="en-US" i="1" dirty="0"/>
              <a:t>I</a:t>
            </a:r>
            <a:r>
              <a:rPr lang="en-US" dirty="0"/>
              <a:t>s you should </a:t>
            </a:r>
          </a:p>
          <a:p>
            <a:pPr marL="0" indent="0">
              <a:buNone/>
            </a:pPr>
            <a:r>
              <a:rPr lang="en-US" dirty="0"/>
              <a:t>	determine whether you have identified a </a:t>
            </a:r>
          </a:p>
          <a:p>
            <a:pPr marL="0" indent="0">
              <a:buNone/>
            </a:pPr>
            <a:r>
              <a:rPr lang="en-US" dirty="0"/>
              <a:t>	sufficient number of Test Cases.</a:t>
            </a:r>
            <a:endParaRPr lang="da-DK" dirty="0"/>
          </a:p>
        </p:txBody>
      </p:sp>
      <p:grpSp>
        <p:nvGrpSpPr>
          <p:cNvPr id="8" name="Group 7">
            <a:extLst>
              <a:ext uri="{FF2B5EF4-FFF2-40B4-BE49-F238E27FC236}">
                <a16:creationId xmlns:a16="http://schemas.microsoft.com/office/drawing/2014/main" id="{3646E601-9DFD-46C2-978B-8450AD898EA1}"/>
              </a:ext>
            </a:extLst>
          </p:cNvPr>
          <p:cNvGrpSpPr/>
          <p:nvPr/>
        </p:nvGrpSpPr>
        <p:grpSpPr>
          <a:xfrm>
            <a:off x="6150881" y="2481554"/>
            <a:ext cx="6209815" cy="3683750"/>
            <a:chOff x="5879976" y="3492667"/>
            <a:chExt cx="6281823" cy="3308078"/>
          </a:xfrm>
        </p:grpSpPr>
        <p:pic>
          <p:nvPicPr>
            <p:cNvPr id="5" name="Picture 4"/>
            <p:cNvPicPr>
              <a:picLocks noChangeAspect="1"/>
            </p:cNvPicPr>
            <p:nvPr/>
          </p:nvPicPr>
          <p:blipFill>
            <a:blip r:embed="rId3"/>
            <a:stretch>
              <a:fillRect/>
            </a:stretch>
          </p:blipFill>
          <p:spPr>
            <a:xfrm>
              <a:off x="5879976" y="3492667"/>
              <a:ext cx="6281823" cy="1232477"/>
            </a:xfrm>
            <a:prstGeom prst="rect">
              <a:avLst/>
            </a:prstGeom>
          </p:spPr>
        </p:pic>
        <p:pic>
          <p:nvPicPr>
            <p:cNvPr id="6" name="Picture 5"/>
            <p:cNvPicPr>
              <a:picLocks noChangeAspect="1"/>
            </p:cNvPicPr>
            <p:nvPr/>
          </p:nvPicPr>
          <p:blipFill>
            <a:blip r:embed="rId4"/>
            <a:stretch>
              <a:fillRect/>
            </a:stretch>
          </p:blipFill>
          <p:spPr>
            <a:xfrm>
              <a:off x="5903348" y="4149080"/>
              <a:ext cx="6137461" cy="2651665"/>
            </a:xfrm>
            <a:prstGeom prst="rect">
              <a:avLst/>
            </a:prstGeom>
          </p:spPr>
        </p:pic>
      </p:grpSp>
      <p:sp>
        <p:nvSpPr>
          <p:cNvPr id="7" name="Slide Number Placeholder 6">
            <a:extLst>
              <a:ext uri="{FF2B5EF4-FFF2-40B4-BE49-F238E27FC236}">
                <a16:creationId xmlns:a16="http://schemas.microsoft.com/office/drawing/2014/main" id="{FB7AB32E-5A7E-4E8E-BBD0-1C2CF201F88F}"/>
              </a:ext>
            </a:extLst>
          </p:cNvPr>
          <p:cNvSpPr>
            <a:spLocks noGrp="1"/>
          </p:cNvSpPr>
          <p:nvPr>
            <p:ph type="sldNum" sz="quarter" idx="12"/>
          </p:nvPr>
        </p:nvSpPr>
        <p:spPr/>
        <p:txBody>
          <a:bodyPr/>
          <a:lstStyle/>
          <a:p>
            <a:fld id="{F7AB382F-E9E6-CE49-B414-1E064FB7F064}" type="slidenum">
              <a:rPr lang="da-DK" smtClean="0"/>
              <a:t>35</a:t>
            </a:fld>
            <a:endParaRPr lang="da-DK"/>
          </a:p>
        </p:txBody>
      </p:sp>
    </p:spTree>
    <p:extLst>
      <p:ext uri="{BB962C8B-B14F-4D97-AF65-F5344CB8AC3E}">
        <p14:creationId xmlns:p14="http://schemas.microsoft.com/office/powerpoint/2010/main" val="2682862365"/>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68000" y="486323"/>
            <a:ext cx="11232000" cy="468000"/>
          </a:xfrm>
        </p:spPr>
        <p:txBody>
          <a:bodyPr/>
          <a:lstStyle/>
          <a:p>
            <a:r>
              <a:rPr lang="da-DK" dirty="0"/>
              <a:t>Step 3. </a:t>
            </a:r>
            <a:r>
              <a:rPr lang="da-DK" dirty="0" err="1"/>
              <a:t>Identify</a:t>
            </a:r>
            <a:r>
              <a:rPr lang="da-DK" dirty="0"/>
              <a:t> Data Values to Test</a:t>
            </a:r>
          </a:p>
        </p:txBody>
      </p:sp>
      <p:sp>
        <p:nvSpPr>
          <p:cNvPr id="3" name="Content Placeholder 2"/>
          <p:cNvSpPr>
            <a:spLocks noGrp="1"/>
          </p:cNvSpPr>
          <p:nvPr>
            <p:ph idx="1"/>
          </p:nvPr>
        </p:nvSpPr>
        <p:spPr>
          <a:xfrm>
            <a:off x="468000" y="1548000"/>
            <a:ext cx="11232000" cy="800880"/>
          </a:xfrm>
        </p:spPr>
        <p:txBody>
          <a:bodyPr/>
          <a:lstStyle/>
          <a:p>
            <a:r>
              <a:rPr lang="da-DK" sz="2800" dirty="0"/>
              <a:t>Substitute actual </a:t>
            </a:r>
            <a:r>
              <a:rPr lang="en-US" sz="2800" dirty="0"/>
              <a:t>data values for the </a:t>
            </a:r>
            <a:r>
              <a:rPr lang="en-US" sz="2800" i="1" dirty="0"/>
              <a:t>I</a:t>
            </a:r>
            <a:r>
              <a:rPr lang="en-US" sz="2800" dirty="0"/>
              <a:t>s and </a:t>
            </a:r>
            <a:r>
              <a:rPr lang="en-US" sz="2800" i="1" dirty="0"/>
              <a:t>V</a:t>
            </a:r>
            <a:r>
              <a:rPr lang="en-US" sz="2800" dirty="0"/>
              <a:t>s.</a:t>
            </a:r>
            <a:endParaRPr lang="da-DK" sz="2800" dirty="0"/>
          </a:p>
        </p:txBody>
      </p:sp>
      <p:pic>
        <p:nvPicPr>
          <p:cNvPr id="5" name="Picture 4"/>
          <p:cNvPicPr>
            <a:picLocks noChangeAspect="1"/>
          </p:cNvPicPr>
          <p:nvPr/>
        </p:nvPicPr>
        <p:blipFill>
          <a:blip r:embed="rId2"/>
          <a:stretch>
            <a:fillRect/>
          </a:stretch>
        </p:blipFill>
        <p:spPr>
          <a:xfrm>
            <a:off x="1343472" y="2276872"/>
            <a:ext cx="8019835" cy="4541764"/>
          </a:xfrm>
          <a:prstGeom prst="rect">
            <a:avLst/>
          </a:prstGeom>
        </p:spPr>
      </p:pic>
      <p:sp>
        <p:nvSpPr>
          <p:cNvPr id="6" name="Slide Number Placeholder 5">
            <a:extLst>
              <a:ext uri="{FF2B5EF4-FFF2-40B4-BE49-F238E27FC236}">
                <a16:creationId xmlns:a16="http://schemas.microsoft.com/office/drawing/2014/main" id="{F5612900-A232-42F5-B155-B63DDCF80CE3}"/>
              </a:ext>
            </a:extLst>
          </p:cNvPr>
          <p:cNvSpPr>
            <a:spLocks noGrp="1"/>
          </p:cNvSpPr>
          <p:nvPr>
            <p:ph type="sldNum" sz="quarter" idx="12"/>
          </p:nvPr>
        </p:nvSpPr>
        <p:spPr/>
        <p:txBody>
          <a:bodyPr/>
          <a:lstStyle/>
          <a:p>
            <a:fld id="{F7AB382F-E9E6-CE49-B414-1E064FB7F064}" type="slidenum">
              <a:rPr lang="da-DK" smtClean="0"/>
              <a:t>36</a:t>
            </a:fld>
            <a:endParaRPr lang="da-DK"/>
          </a:p>
        </p:txBody>
      </p:sp>
    </p:spTree>
    <p:extLst>
      <p:ext uri="{BB962C8B-B14F-4D97-AF65-F5344CB8AC3E}">
        <p14:creationId xmlns:p14="http://schemas.microsoft.com/office/powerpoint/2010/main" val="3324952281"/>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2D6A6E14-FDAD-4A81-826A-C60DCCA45879}"/>
              </a:ext>
            </a:extLst>
          </p:cNvPr>
          <p:cNvSpPr>
            <a:spLocks noGrp="1"/>
          </p:cNvSpPr>
          <p:nvPr>
            <p:ph type="title"/>
          </p:nvPr>
        </p:nvSpPr>
        <p:spPr/>
        <p:txBody>
          <a:bodyPr/>
          <a:lstStyle/>
          <a:p>
            <a:r>
              <a:rPr lang="da-DK" dirty="0"/>
              <a:t>Øvelse</a:t>
            </a:r>
          </a:p>
        </p:txBody>
      </p:sp>
    </p:spTree>
    <p:extLst>
      <p:ext uri="{BB962C8B-B14F-4D97-AF65-F5344CB8AC3E}">
        <p14:creationId xmlns:p14="http://schemas.microsoft.com/office/powerpoint/2010/main" val="1113365508"/>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el 2">
            <a:extLst>
              <a:ext uri="{FF2B5EF4-FFF2-40B4-BE49-F238E27FC236}">
                <a16:creationId xmlns:a16="http://schemas.microsoft.com/office/drawing/2014/main" id="{C8B89464-D3F8-48BA-89B5-79AB196903E1}"/>
              </a:ext>
            </a:extLst>
          </p:cNvPr>
          <p:cNvSpPr>
            <a:spLocks noGrp="1"/>
          </p:cNvSpPr>
          <p:nvPr>
            <p:ph type="title"/>
          </p:nvPr>
        </p:nvSpPr>
        <p:spPr/>
        <p:txBody>
          <a:bodyPr/>
          <a:lstStyle/>
          <a:p>
            <a:r>
              <a:rPr lang="da-DK" dirty="0"/>
              <a:t>Gruppeøvelse</a:t>
            </a:r>
          </a:p>
        </p:txBody>
      </p:sp>
      <p:sp>
        <p:nvSpPr>
          <p:cNvPr id="4" name="Pladsholder til tekst 3">
            <a:extLst>
              <a:ext uri="{FF2B5EF4-FFF2-40B4-BE49-F238E27FC236}">
                <a16:creationId xmlns:a16="http://schemas.microsoft.com/office/drawing/2014/main" id="{505BDEDF-630A-4B34-8245-A92CB698944F}"/>
              </a:ext>
            </a:extLst>
          </p:cNvPr>
          <p:cNvSpPr>
            <a:spLocks noGrp="1"/>
          </p:cNvSpPr>
          <p:nvPr>
            <p:ph type="body" sz="quarter" idx="13"/>
          </p:nvPr>
        </p:nvSpPr>
        <p:spPr/>
        <p:txBody>
          <a:bodyPr/>
          <a:lstStyle/>
          <a:p>
            <a:pPr>
              <a:spcBef>
                <a:spcPts val="1800"/>
              </a:spcBef>
            </a:pPr>
            <a:r>
              <a:rPr lang="da-DK" dirty="0"/>
              <a:t>Modul_2_Exercises.pdf</a:t>
            </a:r>
          </a:p>
          <a:p>
            <a:pPr>
              <a:spcBef>
                <a:spcPts val="1800"/>
              </a:spcBef>
            </a:pPr>
            <a:endParaRPr lang="da-DK" i="1" dirty="0"/>
          </a:p>
          <a:p>
            <a:pPr>
              <a:spcBef>
                <a:spcPts val="1800"/>
              </a:spcBef>
            </a:pPr>
            <a:r>
              <a:rPr lang="da-DK" i="1" dirty="0"/>
              <a:t>Heumann_Generating_Test_Cases_From_Use_Cases.pdf</a:t>
            </a:r>
          </a:p>
          <a:p>
            <a:pPr>
              <a:spcBef>
                <a:spcPts val="1800"/>
              </a:spcBef>
            </a:pPr>
            <a:endParaRPr lang="da-DK" dirty="0"/>
          </a:p>
          <a:p>
            <a:pPr marL="0" indent="0">
              <a:spcBef>
                <a:spcPts val="1800"/>
              </a:spcBef>
              <a:buNone/>
            </a:pPr>
            <a:endParaRPr lang="da-DK" dirty="0"/>
          </a:p>
        </p:txBody>
      </p:sp>
      <p:sp>
        <p:nvSpPr>
          <p:cNvPr id="5" name="Pladsholder til slidenummer 4">
            <a:extLst>
              <a:ext uri="{FF2B5EF4-FFF2-40B4-BE49-F238E27FC236}">
                <a16:creationId xmlns:a16="http://schemas.microsoft.com/office/drawing/2014/main" id="{5A51BCF9-E1B5-4B34-9872-6AF5BB8776E4}"/>
              </a:ext>
            </a:extLst>
          </p:cNvPr>
          <p:cNvSpPr>
            <a:spLocks noGrp="1"/>
          </p:cNvSpPr>
          <p:nvPr>
            <p:ph type="sldNum" sz="quarter" idx="12"/>
          </p:nvPr>
        </p:nvSpPr>
        <p:spPr/>
        <p:txBody>
          <a:bodyPr/>
          <a:lstStyle/>
          <a:p>
            <a:fld id="{20EB7ABC-56F9-4FEF-9CF0-E2D14234E329}" type="slidenum">
              <a:rPr lang="da-DK" noProof="0" smtClean="0"/>
              <a:pPr/>
              <a:t>38</a:t>
            </a:fld>
            <a:endParaRPr lang="da-DK" noProof="0" dirty="0"/>
          </a:p>
        </p:txBody>
      </p:sp>
    </p:spTree>
    <p:extLst>
      <p:ext uri="{BB962C8B-B14F-4D97-AF65-F5344CB8AC3E}">
        <p14:creationId xmlns:p14="http://schemas.microsoft.com/office/powerpoint/2010/main" val="3200431909"/>
      </p:ext>
    </p:extLst>
  </p:cSld>
  <p:clrMapOvr>
    <a:masterClrMapping/>
  </p:clrMapOvr>
</p:sld>
</file>

<file path=ppt/theme/theme1.xml><?xml version="1.0" encoding="utf-8"?>
<a:theme xmlns:a="http://schemas.openxmlformats.org/drawingml/2006/main" name="UCN">
  <a:themeElements>
    <a:clrScheme name="UCN">
      <a:dk1>
        <a:sysClr val="windowText" lastClr="000000"/>
      </a:dk1>
      <a:lt1>
        <a:sysClr val="window" lastClr="FFFFFF"/>
      </a:lt1>
      <a:dk2>
        <a:srgbClr val="FFCB4F"/>
      </a:dk2>
      <a:lt2>
        <a:srgbClr val="004250"/>
      </a:lt2>
      <a:accent1>
        <a:srgbClr val="004250"/>
      </a:accent1>
      <a:accent2>
        <a:srgbClr val="000000"/>
      </a:accent2>
      <a:accent3>
        <a:srgbClr val="668E96"/>
      </a:accent3>
      <a:accent4>
        <a:srgbClr val="BED6DB"/>
      </a:accent4>
      <a:accent5>
        <a:srgbClr val="F7403A"/>
      </a:accent5>
      <a:accent6>
        <a:srgbClr val="0046AD"/>
      </a:accent6>
      <a:hlink>
        <a:srgbClr val="668E96"/>
      </a:hlink>
      <a:folHlink>
        <a:srgbClr val="0046AD"/>
      </a:folHlink>
    </a:clrScheme>
    <a:fontScheme name="UCN">
      <a:majorFont>
        <a:latin typeface="Arial"/>
        <a:ea typeface=""/>
        <a:cs typeface=""/>
      </a:majorFont>
      <a:minorFont>
        <a:latin typeface="Arial"/>
        <a:ea typeface=""/>
        <a:cs typeface=""/>
      </a:minorFont>
    </a:fontScheme>
    <a:fmtScheme name="Kontor">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Presentation1" id="{C6CB103C-9E7F-4243-85F6-FAD697EFC501}" vid="{0E82C1FF-2174-4D77-A4EC-447AA7D8457B}"/>
    </a:ext>
  </a:extLst>
</a:theme>
</file>

<file path=ppt/theme/theme2.xml><?xml version="1.0" encoding="utf-8"?>
<a:theme xmlns:a="http://schemas.openxmlformats.org/drawingml/2006/main" name="Kontortema">
  <a:themeElements>
    <a:clrScheme name="Kontor">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Kontor">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Kontor">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tema">
  <a:themeElements>
    <a:clrScheme name="Kontor">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Kontor">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Kontor">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p:properties xmlns:p="http://schemas.microsoft.com/office/2006/metadata/properties" xmlns:xsi="http://www.w3.org/2001/XMLSchema-instance" xmlns:pc="http://schemas.microsoft.com/office/infopath/2007/PartnerControls">
  <documentManagement/>
</p:properties>
</file>

<file path=customXml/item3.xml><?xml version="1.0" encoding="utf-8"?>
<ct:contentTypeSchema xmlns:ct="http://schemas.microsoft.com/office/2006/metadata/contentType" xmlns:ma="http://schemas.microsoft.com/office/2006/metadata/properties/metaAttributes" ct:_="" ma:_="" ma:contentTypeName="Dokument" ma:contentTypeID="0x010100AB1A4479D747DE4D961274D79D7B3DEE" ma:contentTypeVersion="10" ma:contentTypeDescription="Opret et nyt dokument." ma:contentTypeScope="" ma:versionID="fc78fd4122dda2515e47fd3f9828a857">
  <xsd:schema xmlns:xsd="http://www.w3.org/2001/XMLSchema" xmlns:xs="http://www.w3.org/2001/XMLSchema" xmlns:p="http://schemas.microsoft.com/office/2006/metadata/properties" xmlns:ns2="813b504d-a089-4ad5-ad7e-f7dfadc2fad4" xmlns:ns3="952c265f-3c4f-40f3-867d-51742fe5d9cb" targetNamespace="http://schemas.microsoft.com/office/2006/metadata/properties" ma:root="true" ma:fieldsID="955864c8f41ad2f94852bc402cc5e853" ns2:_="" ns3:_="">
    <xsd:import namespace="813b504d-a089-4ad5-ad7e-f7dfadc2fad4"/>
    <xsd:import namespace="952c265f-3c4f-40f3-867d-51742fe5d9cb"/>
    <xsd:element name="properties">
      <xsd:complexType>
        <xsd:sequence>
          <xsd:element name="documentManagement">
            <xsd:complexType>
              <xsd:all>
                <xsd:element ref="ns2:SharedWithUsers" minOccurs="0"/>
                <xsd:element ref="ns2:SharedWithDetails" minOccurs="0"/>
                <xsd:element ref="ns3:MediaServiceMetadata" minOccurs="0"/>
                <xsd:element ref="ns3:MediaServiceFastMetadata" minOccurs="0"/>
                <xsd:element ref="ns3:MediaServiceAutoKeyPoints" minOccurs="0"/>
                <xsd:element ref="ns3:MediaServiceKeyPoints" minOccurs="0"/>
                <xsd:element ref="ns3:MediaServiceAutoTags" minOccurs="0"/>
                <xsd:element ref="ns3:MediaServiceOCR" minOccurs="0"/>
                <xsd:element ref="ns3:MediaServiceGenerationTime" minOccurs="0"/>
                <xsd:element ref="ns3:MediaServiceEventHashCode"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813b504d-a089-4ad5-ad7e-f7dfadc2fad4" elementFormDefault="qualified">
    <xsd:import namespace="http://schemas.microsoft.com/office/2006/documentManagement/types"/>
    <xsd:import namespace="http://schemas.microsoft.com/office/infopath/2007/PartnerControls"/>
    <xsd:element name="SharedWithUsers" ma:index="8" nillable="true" ma:displayName="Delt med"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9" nillable="true" ma:displayName="Delt med detaljer" ma:internalName="SharedWithDetails" ma:readOnly="true">
      <xsd:simpleType>
        <xsd:restriction base="dms:Note">
          <xsd:maxLength value="255"/>
        </xsd:restriction>
      </xsd:simpleType>
    </xsd:element>
  </xsd:schema>
  <xsd:schema xmlns:xsd="http://www.w3.org/2001/XMLSchema" xmlns:xs="http://www.w3.org/2001/XMLSchema" xmlns:dms="http://schemas.microsoft.com/office/2006/documentManagement/types" xmlns:pc="http://schemas.microsoft.com/office/infopath/2007/PartnerControls" targetNamespace="952c265f-3c4f-40f3-867d-51742fe5d9cb" elementFormDefault="qualified">
    <xsd:import namespace="http://schemas.microsoft.com/office/2006/documentManagement/types"/>
    <xsd:import namespace="http://schemas.microsoft.com/office/infopath/2007/PartnerControls"/>
    <xsd:element name="MediaServiceMetadata" ma:index="10" nillable="true" ma:displayName="MediaServiceMetadata" ma:hidden="true" ma:internalName="MediaServiceMetadata" ma:readOnly="true">
      <xsd:simpleType>
        <xsd:restriction base="dms:Note"/>
      </xsd:simpleType>
    </xsd:element>
    <xsd:element name="MediaServiceFastMetadata" ma:index="11" nillable="true" ma:displayName="MediaServiceFastMetadata" ma:hidden="true" ma:internalName="MediaServiceFastMetadata" ma:readOnly="true">
      <xsd:simpleType>
        <xsd:restriction base="dms:Note"/>
      </xsd:simpleType>
    </xsd:element>
    <xsd:element name="MediaServiceAutoKeyPoints" ma:index="12" nillable="true" ma:displayName="MediaServiceAutoKeyPoints" ma:hidden="true" ma:internalName="MediaServiceAutoKeyPoints" ma:readOnly="true">
      <xsd:simpleType>
        <xsd:restriction base="dms:Note"/>
      </xsd:simpleType>
    </xsd:element>
    <xsd:element name="MediaServiceKeyPoints" ma:index="13" nillable="true" ma:displayName="KeyPoints" ma:internalName="MediaServiceKeyPoints" ma:readOnly="true">
      <xsd:simpleType>
        <xsd:restriction base="dms:Note">
          <xsd:maxLength value="255"/>
        </xsd:restriction>
      </xsd:simpleType>
    </xsd:element>
    <xsd:element name="MediaServiceAutoTags" ma:index="14" nillable="true" ma:displayName="Tags" ma:internalName="MediaServiceAutoTags" ma:readOnly="true">
      <xsd:simpleType>
        <xsd:restriction base="dms:Text"/>
      </xsd:simpleType>
    </xsd:element>
    <xsd:element name="MediaServiceOCR" ma:index="15" nillable="true" ma:displayName="Extracted Text" ma:internalName="MediaServiceOCR" ma:readOnly="true">
      <xsd:simpleType>
        <xsd:restriction base="dms:Note">
          <xsd:maxLength value="255"/>
        </xsd:restriction>
      </xsd:simpleType>
    </xsd:element>
    <xsd:element name="MediaServiceGenerationTime" ma:index="16" nillable="true" ma:displayName="MediaServiceGenerationTime" ma:hidden="true" ma:internalName="MediaServiceGenerationTime" ma:readOnly="true">
      <xsd:simpleType>
        <xsd:restriction base="dms:Text"/>
      </xsd:simpleType>
    </xsd:element>
    <xsd:element name="MediaServiceEventHashCode" ma:index="17" nillable="true" ma:displayName="MediaServiceEventHashCode" ma:hidden="true" ma:internalName="MediaServiceEventHashCode" ma:readOnly="true">
      <xsd:simpleType>
        <xsd:restriction base="dms:Text"/>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Indholdstype"/>
        <xsd:element ref="dc:title" minOccurs="0" maxOccurs="1" ma:index="4" ma:displayName="Titel"/>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F8591881-8D1A-4207-A66B-5AA595788B9A}">
  <ds:schemaRefs>
    <ds:schemaRef ds:uri="http://schemas.microsoft.com/sharepoint/v3/contenttype/forms"/>
  </ds:schemaRefs>
</ds:datastoreItem>
</file>

<file path=customXml/itemProps2.xml><?xml version="1.0" encoding="utf-8"?>
<ds:datastoreItem xmlns:ds="http://schemas.openxmlformats.org/officeDocument/2006/customXml" ds:itemID="{5F2FF393-8AC8-410E-97A2-8B67EF914A36}">
  <ds:schemaRefs>
    <ds:schemaRef ds:uri="http://schemas.microsoft.com/office/2006/metadata/properties"/>
    <ds:schemaRef ds:uri="http://schemas.microsoft.com/office/infopath/2007/PartnerControls"/>
  </ds:schemaRefs>
</ds:datastoreItem>
</file>

<file path=customXml/itemProps3.xml><?xml version="1.0" encoding="utf-8"?>
<ds:datastoreItem xmlns:ds="http://schemas.openxmlformats.org/officeDocument/2006/customXml" ds:itemID="{432EEEE6-F119-419F-9CD5-ADDB0E4F7878}"/>
</file>

<file path=docProps/app.xml><?xml version="1.0" encoding="utf-8"?>
<Properties xmlns="http://schemas.openxmlformats.org/officeDocument/2006/extended-properties" xmlns:vt="http://schemas.openxmlformats.org/officeDocument/2006/docPropsVTypes">
  <TotalTime>407</TotalTime>
  <Words>2177</Words>
  <Application>Microsoft Office PowerPoint</Application>
  <PresentationFormat>Widescreen</PresentationFormat>
  <Paragraphs>330</Paragraphs>
  <Slides>38</Slides>
  <Notes>13</Notes>
  <HiddenSlides>1</HiddenSlides>
  <MMClips>0</MMClips>
  <ScaleCrop>false</ScaleCrop>
  <HeadingPairs>
    <vt:vector size="6" baseType="variant">
      <vt:variant>
        <vt:lpstr>Benyttede skrifttyper</vt:lpstr>
      </vt:variant>
      <vt:variant>
        <vt:i4>4</vt:i4>
      </vt:variant>
      <vt:variant>
        <vt:lpstr>Tema</vt:lpstr>
      </vt:variant>
      <vt:variant>
        <vt:i4>1</vt:i4>
      </vt:variant>
      <vt:variant>
        <vt:lpstr>Slidetitler</vt:lpstr>
      </vt:variant>
      <vt:variant>
        <vt:i4>38</vt:i4>
      </vt:variant>
    </vt:vector>
  </HeadingPairs>
  <TitlesOfParts>
    <vt:vector size="43" baseType="lpstr">
      <vt:lpstr>Anonymous</vt:lpstr>
      <vt:lpstr>Arial</vt:lpstr>
      <vt:lpstr>Calibri</vt:lpstr>
      <vt:lpstr>Wingdings</vt:lpstr>
      <vt:lpstr>UCN</vt:lpstr>
      <vt:lpstr>Modul 2</vt:lpstr>
      <vt:lpstr>Test</vt:lpstr>
      <vt:lpstr>Softwaretestning</vt:lpstr>
      <vt:lpstr>Eksempler på bugs</vt:lpstr>
      <vt:lpstr>Eksempler på bugs</vt:lpstr>
      <vt:lpstr>The Economic Dilemma</vt:lpstr>
      <vt:lpstr>Distribution of Resources</vt:lpstr>
      <vt:lpstr>Type of Errors</vt:lpstr>
      <vt:lpstr>Test i UP</vt:lpstr>
      <vt:lpstr>Test i UP</vt:lpstr>
      <vt:lpstr>V model</vt:lpstr>
      <vt:lpstr>Testhieraki </vt:lpstr>
      <vt:lpstr>Testfaser </vt:lpstr>
      <vt:lpstr>Testplan</vt:lpstr>
      <vt:lpstr>Test Plan</vt:lpstr>
      <vt:lpstr>Teori</vt:lpstr>
      <vt:lpstr>System Testing</vt:lpstr>
      <vt:lpstr>Why System Testing is Important:</vt:lpstr>
      <vt:lpstr>Entry Criteria for System Testing: </vt:lpstr>
      <vt:lpstr>Functional Testing at System Level</vt:lpstr>
      <vt:lpstr>Functional Requirements (UP -&gt; Use Cases)</vt:lpstr>
      <vt:lpstr>Test Cases</vt:lpstr>
      <vt:lpstr>Test Cases</vt:lpstr>
      <vt:lpstr>Example test cases for validation of email field on login page</vt:lpstr>
      <vt:lpstr>Test Cases Generation at System Level</vt:lpstr>
      <vt:lpstr>Test Cases Generation at System Level</vt:lpstr>
      <vt:lpstr>PowerPoint-præsentation</vt:lpstr>
      <vt:lpstr>Use-Case Scenario</vt:lpstr>
      <vt:lpstr>Generating Test Cases from Use Cases</vt:lpstr>
      <vt:lpstr>Test</vt:lpstr>
      <vt:lpstr>Example</vt:lpstr>
      <vt:lpstr>Example (continued)</vt:lpstr>
      <vt:lpstr>Steps in Generating Test Cases</vt:lpstr>
      <vt:lpstr>Step 1. Generate Scenarios</vt:lpstr>
      <vt:lpstr>Step 2. Identify Test Cases</vt:lpstr>
      <vt:lpstr>Step 3. Identify Data Values to Test</vt:lpstr>
      <vt:lpstr>Øvelse</vt:lpstr>
      <vt:lpstr>Gruppeøvelse</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Modul 2</dc:title>
  <dc:creator>Anita Lykke Clemmensen</dc:creator>
  <cp:lastModifiedBy>Bodil Nørgaard</cp:lastModifiedBy>
  <cp:revision>1</cp:revision>
  <dcterms:created xsi:type="dcterms:W3CDTF">2019-09-09T03:35:04Z</dcterms:created>
  <dcterms:modified xsi:type="dcterms:W3CDTF">2021-02-08T11:17:31Z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0x010100AB1A4479D747DE4D961274D79D7B3DEE</vt:lpwstr>
  </property>
</Properties>
</file>