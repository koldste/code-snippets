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4"/>
  </p:sldMasterIdLst>
  <p:notesMasterIdLst>
    <p:notesMasterId r:id="rId11"/>
  </p:notesMasterIdLst>
  <p:handoutMasterIdLst>
    <p:handoutMasterId r:id="rId12"/>
  </p:handoutMasterIdLst>
  <p:sldIdLst>
    <p:sldId id="295" r:id="rId5"/>
    <p:sldId id="296" r:id="rId6"/>
    <p:sldId id="297" r:id="rId7"/>
    <p:sldId id="298" r:id="rId8"/>
    <p:sldId id="299" r:id="rId9"/>
    <p:sldId id="300" r:id="rId10"/>
  </p:sldIdLst>
  <p:sldSz cx="12192000" cy="6858000"/>
  <p:notesSz cx="6858000" cy="9144000"/>
  <p:defaultTextStyle>
    <a:defPPr>
      <a:defRPr lang="da-DK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A0A7"/>
    <a:srgbClr val="40717C"/>
    <a:srgbClr val="004250"/>
    <a:srgbClr val="FFFF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78B0CD-064D-4E9D-879B-996A34C6C906}" v="11" dt="2018-08-31T10:59:10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6099" autoAdjust="0"/>
  </p:normalViewPr>
  <p:slideViewPr>
    <p:cSldViewPr>
      <p:cViewPr varScale="1">
        <p:scale>
          <a:sx n="117" d="100"/>
          <a:sy n="117" d="100"/>
        </p:scale>
        <p:origin x="102" y="5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1272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4CBDB-E0A5-4653-800E-B2747B5F08C6}" type="datetimeFigureOut">
              <a:rPr lang="da-DK" smtClean="0"/>
              <a:t>28-02-2019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DEFF4-B6D5-41C9-B04D-2FC25233650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67976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8FF86-EBB5-49C3-8EA9-1FF7B3A17EBD}" type="datetimeFigureOut">
              <a:rPr lang="da-DK" smtClean="0"/>
              <a:t>28-02-2019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7D6B3-27A1-4AFC-9DFA-E99013D8444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34736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ver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3140968"/>
            <a:ext cx="11232000" cy="576792"/>
          </a:xfrm>
        </p:spPr>
        <p:txBody>
          <a:bodyPr anchor="b" anchorCtr="0">
            <a:noAutofit/>
          </a:bodyPr>
          <a:lstStyle>
            <a:lvl1pPr algn="l">
              <a:lnSpc>
                <a:spcPts val="4000"/>
              </a:lnSpc>
              <a:defRPr sz="4000" cap="none" spc="23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err="1"/>
              <a:t>Titel</a:t>
            </a:r>
            <a:endParaRPr lang="en-GB" noProof="0" dirty="0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3841444"/>
            <a:ext cx="11232000" cy="361936"/>
          </a:xfrm>
        </p:spPr>
        <p:txBody>
          <a:bodyPr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2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 err="1"/>
              <a:t>Undertitel</a:t>
            </a:r>
            <a:endParaRPr lang="en-GB" noProof="0" dirty="0"/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8" hasCustomPrompt="1"/>
          </p:nvPr>
        </p:nvSpPr>
        <p:spPr>
          <a:xfrm>
            <a:off x="468312" y="404813"/>
            <a:ext cx="3600000" cy="252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err="1"/>
              <a:t>Indsæt</a:t>
            </a:r>
            <a:r>
              <a:rPr lang="en-GB" noProof="0" dirty="0"/>
              <a:t> </a:t>
            </a:r>
            <a:r>
              <a:rPr lang="en-GB" noProof="0" dirty="0" err="1"/>
              <a:t>navn</a:t>
            </a:r>
            <a:r>
              <a:rPr lang="en-GB" noProof="0" dirty="0"/>
              <a:t>, </a:t>
            </a:r>
            <a:r>
              <a:rPr lang="en-GB" noProof="0" dirty="0" err="1"/>
              <a:t>uddannelse</a:t>
            </a:r>
            <a:r>
              <a:rPr lang="en-GB" noProof="0" dirty="0"/>
              <a:t> </a:t>
            </a:r>
            <a:r>
              <a:rPr lang="en-GB" noProof="0" dirty="0" err="1"/>
              <a:t>eller</a:t>
            </a:r>
            <a:r>
              <a:rPr lang="en-GB" noProof="0" dirty="0"/>
              <a:t> </a:t>
            </a:r>
            <a:r>
              <a:rPr lang="en-GB" noProof="0" dirty="0" err="1"/>
              <a:t>kontekst</a:t>
            </a:r>
            <a:endParaRPr lang="en-GB" noProof="0" dirty="0"/>
          </a:p>
        </p:txBody>
      </p:sp>
      <p:pic>
        <p:nvPicPr>
          <p:cNvPr id="12" name="Billed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012000"/>
            <a:ext cx="234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752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ver.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3140968"/>
            <a:ext cx="11232000" cy="576792"/>
          </a:xfrm>
        </p:spPr>
        <p:txBody>
          <a:bodyPr anchor="b" anchorCtr="0">
            <a:noAutofit/>
          </a:bodyPr>
          <a:lstStyle>
            <a:lvl1pPr algn="l">
              <a:lnSpc>
                <a:spcPts val="4000"/>
              </a:lnSpc>
              <a:defRPr sz="4000" cap="none" spc="23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Titel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3841444"/>
            <a:ext cx="11232000" cy="361936"/>
          </a:xfrm>
        </p:spPr>
        <p:txBody>
          <a:bodyPr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2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noProof="0" dirty="0"/>
              <a:t>Undertitel</a:t>
            </a:r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8" hasCustomPrompt="1"/>
          </p:nvPr>
        </p:nvSpPr>
        <p:spPr>
          <a:xfrm>
            <a:off x="468312" y="404813"/>
            <a:ext cx="3600000" cy="252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err="1"/>
              <a:t>Indsæt</a:t>
            </a:r>
            <a:r>
              <a:rPr lang="en-GB" noProof="0" dirty="0"/>
              <a:t> </a:t>
            </a:r>
            <a:r>
              <a:rPr lang="en-GB" noProof="0" dirty="0" err="1"/>
              <a:t>navn</a:t>
            </a:r>
            <a:r>
              <a:rPr lang="en-GB" noProof="0" dirty="0"/>
              <a:t>, </a:t>
            </a:r>
            <a:r>
              <a:rPr lang="en-GB" noProof="0" dirty="0" err="1"/>
              <a:t>uddannelse</a:t>
            </a:r>
            <a:r>
              <a:rPr lang="en-GB" noProof="0" dirty="0"/>
              <a:t> </a:t>
            </a:r>
            <a:r>
              <a:rPr lang="en-GB" noProof="0" dirty="0" err="1"/>
              <a:t>eller</a:t>
            </a:r>
            <a:r>
              <a:rPr lang="en-GB" noProof="0" dirty="0"/>
              <a:t> </a:t>
            </a:r>
            <a:r>
              <a:rPr lang="en-GB" noProof="0" dirty="0" err="1"/>
              <a:t>kontekst</a:t>
            </a:r>
            <a:endParaRPr lang="en-GB" noProof="0" dirty="0"/>
          </a:p>
        </p:txBody>
      </p:sp>
      <p:pic>
        <p:nvPicPr>
          <p:cNvPr id="13" name="Billed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012000"/>
            <a:ext cx="234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8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ver.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3140968"/>
            <a:ext cx="11232000" cy="576792"/>
          </a:xfrm>
        </p:spPr>
        <p:txBody>
          <a:bodyPr anchor="b" anchorCtr="0">
            <a:noAutofit/>
          </a:bodyPr>
          <a:lstStyle>
            <a:lvl1pPr algn="l">
              <a:lnSpc>
                <a:spcPts val="4000"/>
              </a:lnSpc>
              <a:defRPr sz="4000" cap="none" spc="23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err="1"/>
              <a:t>Titel</a:t>
            </a:r>
            <a:endParaRPr lang="en-GB" noProof="0" dirty="0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3841444"/>
            <a:ext cx="11232000" cy="361936"/>
          </a:xfrm>
        </p:spPr>
        <p:txBody>
          <a:bodyPr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2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 err="1"/>
              <a:t>Undertitel</a:t>
            </a:r>
            <a:endParaRPr lang="en-GB" noProof="0" dirty="0"/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8" hasCustomPrompt="1"/>
          </p:nvPr>
        </p:nvSpPr>
        <p:spPr>
          <a:xfrm>
            <a:off x="468312" y="404813"/>
            <a:ext cx="3600000" cy="252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err="1"/>
              <a:t>Indsæt</a:t>
            </a:r>
            <a:r>
              <a:rPr lang="en-GB" noProof="0" dirty="0"/>
              <a:t> </a:t>
            </a:r>
            <a:r>
              <a:rPr lang="en-GB" noProof="0" dirty="0" err="1"/>
              <a:t>navn</a:t>
            </a:r>
            <a:r>
              <a:rPr lang="en-GB" noProof="0" dirty="0"/>
              <a:t>, </a:t>
            </a:r>
            <a:r>
              <a:rPr lang="en-GB" noProof="0" dirty="0" err="1"/>
              <a:t>uddannelse</a:t>
            </a:r>
            <a:r>
              <a:rPr lang="en-GB" noProof="0" dirty="0"/>
              <a:t> </a:t>
            </a:r>
            <a:r>
              <a:rPr lang="en-GB" noProof="0" dirty="0" err="1"/>
              <a:t>eller</a:t>
            </a:r>
            <a:r>
              <a:rPr lang="en-GB" noProof="0" dirty="0"/>
              <a:t> </a:t>
            </a:r>
            <a:r>
              <a:rPr lang="en-GB" noProof="0" dirty="0" err="1"/>
              <a:t>kontekst</a:t>
            </a:r>
            <a:endParaRPr lang="en-GB" noProof="0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012000"/>
            <a:ext cx="234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8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ver.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3140968"/>
            <a:ext cx="11232000" cy="576792"/>
          </a:xfrm>
        </p:spPr>
        <p:txBody>
          <a:bodyPr anchor="b" anchorCtr="0">
            <a:noAutofit/>
          </a:bodyPr>
          <a:lstStyle>
            <a:lvl1pPr algn="l">
              <a:lnSpc>
                <a:spcPts val="4000"/>
              </a:lnSpc>
              <a:defRPr sz="4000" cap="none" spc="23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err="1"/>
              <a:t>Titel</a:t>
            </a:r>
            <a:endParaRPr lang="en-GB" noProof="0" dirty="0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3841444"/>
            <a:ext cx="11232000" cy="361936"/>
          </a:xfrm>
        </p:spPr>
        <p:txBody>
          <a:bodyPr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2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 err="1"/>
              <a:t>Undertitel</a:t>
            </a:r>
            <a:endParaRPr lang="en-GB" noProof="0" dirty="0"/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8" hasCustomPrompt="1"/>
          </p:nvPr>
        </p:nvSpPr>
        <p:spPr>
          <a:xfrm>
            <a:off x="468312" y="404813"/>
            <a:ext cx="3600000" cy="252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err="1"/>
              <a:t>Indsæt</a:t>
            </a:r>
            <a:r>
              <a:rPr lang="en-GB" noProof="0" dirty="0"/>
              <a:t> </a:t>
            </a:r>
            <a:r>
              <a:rPr lang="en-GB" noProof="0" dirty="0" err="1"/>
              <a:t>navn</a:t>
            </a:r>
            <a:r>
              <a:rPr lang="en-GB" noProof="0" dirty="0"/>
              <a:t>, </a:t>
            </a:r>
            <a:r>
              <a:rPr lang="en-GB" noProof="0" dirty="0" err="1"/>
              <a:t>uddannelse</a:t>
            </a:r>
            <a:r>
              <a:rPr lang="en-GB" noProof="0" dirty="0"/>
              <a:t> </a:t>
            </a:r>
            <a:r>
              <a:rPr lang="en-GB" noProof="0" dirty="0" err="1"/>
              <a:t>eller</a:t>
            </a:r>
            <a:r>
              <a:rPr lang="en-GB" noProof="0" dirty="0"/>
              <a:t> </a:t>
            </a:r>
            <a:r>
              <a:rPr lang="en-GB" noProof="0" dirty="0" err="1"/>
              <a:t>kontekst</a:t>
            </a:r>
            <a:endParaRPr lang="en-GB" noProof="0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012000"/>
            <a:ext cx="234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‹#›</a:t>
            </a:fld>
            <a:endParaRPr lang="da-DK" noProof="0" dirty="0"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756000"/>
            <a:ext cx="11232000" cy="468000"/>
          </a:xfrm>
        </p:spPr>
        <p:txBody>
          <a:bodyPr/>
          <a:lstStyle>
            <a:lvl1pPr>
              <a:defRPr/>
            </a:lvl1pPr>
          </a:lstStyle>
          <a:p>
            <a:r>
              <a:rPr lang="da-DK" noProof="0" dirty="0"/>
              <a:t>Overskrift</a:t>
            </a:r>
          </a:p>
        </p:txBody>
      </p:sp>
      <p:sp>
        <p:nvSpPr>
          <p:cNvPr id="10" name="Pladsholder til tekst 3"/>
          <p:cNvSpPr>
            <a:spLocks noGrp="1"/>
          </p:cNvSpPr>
          <p:nvPr>
            <p:ph type="body" sz="quarter" idx="13" hasCustomPrompt="1"/>
          </p:nvPr>
        </p:nvSpPr>
        <p:spPr>
          <a:xfrm>
            <a:off x="480485" y="1548000"/>
            <a:ext cx="11231033" cy="396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spcAft>
                <a:spcPts val="200"/>
              </a:spcAft>
              <a:defRPr/>
            </a:lvl3pPr>
            <a:lvl4pPr>
              <a:spcAft>
                <a:spcPts val="200"/>
              </a:spcAft>
              <a:defRPr/>
            </a:lvl4pPr>
            <a:lvl5pPr>
              <a:spcAft>
                <a:spcPts val="200"/>
              </a:spcAft>
              <a:defRPr/>
            </a:lvl5pPr>
          </a:lstStyle>
          <a:p>
            <a:pPr lvl="0"/>
            <a:r>
              <a:rPr lang="da-DK" noProof="0" dirty="0"/>
              <a:t>Tekst</a:t>
            </a:r>
          </a:p>
          <a:p>
            <a:pPr lvl="1"/>
            <a:r>
              <a:rPr lang="da-DK" noProof="0" dirty="0"/>
              <a:t>Tekst</a:t>
            </a:r>
          </a:p>
          <a:p>
            <a:pPr lvl="2"/>
            <a:r>
              <a:rPr lang="da-DK" noProof="0" dirty="0"/>
              <a:t>Tekst</a:t>
            </a:r>
          </a:p>
          <a:p>
            <a:pPr lvl="3"/>
            <a:r>
              <a:rPr lang="da-DK" noProof="0" dirty="0"/>
              <a:t>Tekst</a:t>
            </a:r>
          </a:p>
          <a:p>
            <a:pPr lvl="4"/>
            <a:r>
              <a:rPr lang="da-DK" noProof="0" dirty="0"/>
              <a:t>Tekst</a:t>
            </a:r>
          </a:p>
        </p:txBody>
      </p:sp>
      <p:sp>
        <p:nvSpPr>
          <p:cNvPr id="2" name="Pladsholder til dato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D3ECDF-3189-464E-9A55-76D84C5D0358}" type="datetime1">
              <a:rPr lang="da-DK" noProof="0" smtClean="0"/>
              <a:t>28-02-2019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14484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indhold 7"/>
          <p:cNvSpPr>
            <a:spLocks noGrp="1"/>
          </p:cNvSpPr>
          <p:nvPr>
            <p:ph sz="quarter" idx="18" hasCustomPrompt="1"/>
          </p:nvPr>
        </p:nvSpPr>
        <p:spPr>
          <a:xfrm>
            <a:off x="8124000" y="0"/>
            <a:ext cx="4068000" cy="6858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/>
            </a:lvl1pPr>
          </a:lstStyle>
          <a:p>
            <a:pPr lvl="0"/>
            <a:r>
              <a:rPr lang="da-DK" noProof="0" dirty="0"/>
              <a:t>Indsæt element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‹#›</a:t>
            </a:fld>
            <a:endParaRPr lang="da-DK" noProof="0" dirty="0"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467999" y="756000"/>
            <a:ext cx="7200000" cy="101681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a-DK" noProof="0" dirty="0"/>
              <a:t>Overskrift (2 linjer)</a:t>
            </a:r>
          </a:p>
        </p:txBody>
      </p:sp>
      <p:sp>
        <p:nvSpPr>
          <p:cNvPr id="6" name="Pladsholder til tekst 5"/>
          <p:cNvSpPr>
            <a:spLocks noGrp="1"/>
          </p:cNvSpPr>
          <p:nvPr>
            <p:ph type="body" sz="quarter" idx="17" hasCustomPrompt="1"/>
          </p:nvPr>
        </p:nvSpPr>
        <p:spPr>
          <a:xfrm>
            <a:off x="467998" y="1916832"/>
            <a:ext cx="7200000" cy="3591168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/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5" name="Pladsholder til dato 14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073A802-1AB4-4459-8C81-89F6A01D130D}" type="datetime1">
              <a:rPr lang="da-DK" noProof="0" smtClean="0"/>
              <a:t>28-02-2019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34233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7"/>
          <p:cNvSpPr>
            <a:spLocks noGrp="1"/>
          </p:cNvSpPr>
          <p:nvPr>
            <p:ph sz="quarter" idx="20" hasCustomPrompt="1"/>
          </p:nvPr>
        </p:nvSpPr>
        <p:spPr>
          <a:xfrm>
            <a:off x="8123730" y="3524228"/>
            <a:ext cx="4068000" cy="3330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/>
            </a:lvl1pPr>
          </a:lstStyle>
          <a:p>
            <a:pPr lvl="0"/>
            <a:r>
              <a:rPr lang="da-DK" noProof="0" dirty="0"/>
              <a:t>Indsæt element</a:t>
            </a:r>
          </a:p>
        </p:txBody>
      </p:sp>
      <p:sp>
        <p:nvSpPr>
          <p:cNvPr id="8" name="Pladsholder til indhold 7"/>
          <p:cNvSpPr>
            <a:spLocks noGrp="1"/>
          </p:cNvSpPr>
          <p:nvPr>
            <p:ph sz="quarter" idx="18" hasCustomPrompt="1"/>
          </p:nvPr>
        </p:nvSpPr>
        <p:spPr>
          <a:xfrm>
            <a:off x="8124000" y="0"/>
            <a:ext cx="4068000" cy="3330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/>
            </a:lvl1pPr>
          </a:lstStyle>
          <a:p>
            <a:pPr lvl="0"/>
            <a:r>
              <a:rPr lang="da-DK" noProof="0" dirty="0"/>
              <a:t>Indsæt element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‹#›</a:t>
            </a:fld>
            <a:endParaRPr lang="da-DK" noProof="0" dirty="0"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467999" y="756000"/>
            <a:ext cx="7200000" cy="101681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a-DK" noProof="0" dirty="0"/>
              <a:t>Overskrift (2 linjer)</a:t>
            </a:r>
          </a:p>
        </p:txBody>
      </p:sp>
      <p:sp>
        <p:nvSpPr>
          <p:cNvPr id="6" name="Pladsholder til tekst 5"/>
          <p:cNvSpPr>
            <a:spLocks noGrp="1"/>
          </p:cNvSpPr>
          <p:nvPr>
            <p:ph type="body" sz="quarter" idx="17" hasCustomPrompt="1"/>
          </p:nvPr>
        </p:nvSpPr>
        <p:spPr>
          <a:xfrm>
            <a:off x="467998" y="1916832"/>
            <a:ext cx="7200000" cy="3591168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/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5" name="Pladsholder til dato 14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073A802-1AB4-4459-8C81-89F6A01D130D}" type="datetime1">
              <a:rPr lang="da-DK" noProof="0" smtClean="0"/>
              <a:t>28-02-2019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47442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‹#›</a:t>
            </a:fld>
            <a:endParaRPr lang="da-DK" noProof="0" dirty="0"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756000"/>
            <a:ext cx="11232000" cy="468000"/>
          </a:xfrm>
        </p:spPr>
        <p:txBody>
          <a:bodyPr/>
          <a:lstStyle>
            <a:lvl1pPr>
              <a:defRPr/>
            </a:lvl1pPr>
          </a:lstStyle>
          <a:p>
            <a:r>
              <a:rPr lang="da-DK" noProof="0" dirty="0"/>
              <a:t>Overskrift</a:t>
            </a:r>
          </a:p>
        </p:txBody>
      </p:sp>
      <p:sp>
        <p:nvSpPr>
          <p:cNvPr id="16" name="Pladsholder til tekst 9"/>
          <p:cNvSpPr>
            <a:spLocks noGrp="1"/>
          </p:cNvSpPr>
          <p:nvPr>
            <p:ph type="body" sz="quarter" idx="19" hasCustomPrompt="1"/>
          </p:nvPr>
        </p:nvSpPr>
        <p:spPr>
          <a:xfrm>
            <a:off x="468000" y="1548000"/>
            <a:ext cx="5457600" cy="648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7" name="Pladsholder til indhold 7"/>
          <p:cNvSpPr>
            <a:spLocks noGrp="1"/>
          </p:cNvSpPr>
          <p:nvPr>
            <p:ph sz="quarter" idx="20" hasCustomPrompt="1"/>
          </p:nvPr>
        </p:nvSpPr>
        <p:spPr>
          <a:xfrm>
            <a:off x="468000" y="2196000"/>
            <a:ext cx="5457600" cy="3312256"/>
          </a:xfrm>
        </p:spPr>
        <p:txBody>
          <a:bodyPr/>
          <a:lstStyle>
            <a:lvl1pPr>
              <a:lnSpc>
                <a:spcPts val="2400"/>
              </a:lnSpc>
              <a:defRPr sz="2000"/>
            </a:lvl1pPr>
            <a:lvl2pPr>
              <a:lnSpc>
                <a:spcPts val="2400"/>
              </a:lnSpc>
              <a:defRPr sz="2000"/>
            </a:lvl2pPr>
            <a:lvl3pPr>
              <a:lnSpc>
                <a:spcPts val="2400"/>
              </a:lnSpc>
              <a:defRPr sz="2000"/>
            </a:lvl3pPr>
            <a:lvl4pPr>
              <a:lnSpc>
                <a:spcPts val="2400"/>
              </a:lnSpc>
              <a:defRPr sz="2000"/>
            </a:lvl4pPr>
            <a:lvl5pPr>
              <a:lnSpc>
                <a:spcPts val="2400"/>
              </a:lnSpc>
              <a:defRPr sz="2000"/>
            </a:lvl5pPr>
          </a:lstStyle>
          <a:p>
            <a:pPr lvl="0"/>
            <a:r>
              <a:rPr lang="da-DK" noProof="0" dirty="0"/>
              <a:t>Indsæt tekst eller element</a:t>
            </a:r>
          </a:p>
        </p:txBody>
      </p:sp>
      <p:sp>
        <p:nvSpPr>
          <p:cNvPr id="18" name="Pladsholder til indhold 7"/>
          <p:cNvSpPr>
            <a:spLocks noGrp="1"/>
          </p:cNvSpPr>
          <p:nvPr>
            <p:ph sz="quarter" idx="21" hasCustomPrompt="1"/>
          </p:nvPr>
        </p:nvSpPr>
        <p:spPr>
          <a:xfrm>
            <a:off x="6240016" y="2196000"/>
            <a:ext cx="5458159" cy="3312256"/>
          </a:xfrm>
        </p:spPr>
        <p:txBody>
          <a:bodyPr/>
          <a:lstStyle>
            <a:lvl1pPr>
              <a:lnSpc>
                <a:spcPts val="2400"/>
              </a:lnSpc>
              <a:defRPr sz="2000"/>
            </a:lvl1pPr>
            <a:lvl2pPr>
              <a:lnSpc>
                <a:spcPts val="2400"/>
              </a:lnSpc>
              <a:defRPr sz="2000"/>
            </a:lvl2pPr>
            <a:lvl3pPr>
              <a:lnSpc>
                <a:spcPts val="2400"/>
              </a:lnSpc>
              <a:defRPr sz="2000"/>
            </a:lvl3pPr>
            <a:lvl4pPr>
              <a:lnSpc>
                <a:spcPts val="2400"/>
              </a:lnSpc>
              <a:defRPr sz="2000"/>
            </a:lvl4pPr>
            <a:lvl5pPr>
              <a:lnSpc>
                <a:spcPts val="2400"/>
              </a:lnSpc>
              <a:defRPr sz="2000"/>
            </a:lvl5pPr>
          </a:lstStyle>
          <a:p>
            <a:pPr lvl="0"/>
            <a:r>
              <a:rPr lang="da-DK" noProof="0" dirty="0"/>
              <a:t>Indsæt tekst eller element</a:t>
            </a:r>
          </a:p>
        </p:txBody>
      </p:sp>
      <p:sp>
        <p:nvSpPr>
          <p:cNvPr id="21" name="Pladsholder til tekst 9"/>
          <p:cNvSpPr>
            <a:spLocks noGrp="1"/>
          </p:cNvSpPr>
          <p:nvPr>
            <p:ph type="body" sz="quarter" idx="22" hasCustomPrompt="1"/>
          </p:nvPr>
        </p:nvSpPr>
        <p:spPr>
          <a:xfrm>
            <a:off x="6240016" y="1548000"/>
            <a:ext cx="5457600" cy="648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2" name="Pladsholder til dato 1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2073A802-1AB4-4459-8C81-89F6A01D130D}" type="datetime1">
              <a:rPr lang="da-DK" noProof="0" smtClean="0"/>
              <a:t>28-02-2019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4036452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‹#›</a:t>
            </a:fld>
            <a:endParaRPr lang="da-DK" noProof="0" dirty="0"/>
          </a:p>
        </p:txBody>
      </p:sp>
      <p:sp>
        <p:nvSpPr>
          <p:cNvPr id="16" name="Pladsholder til tekst 9"/>
          <p:cNvSpPr>
            <a:spLocks noGrp="1"/>
          </p:cNvSpPr>
          <p:nvPr>
            <p:ph type="body" sz="quarter" idx="19" hasCustomPrompt="1"/>
          </p:nvPr>
        </p:nvSpPr>
        <p:spPr>
          <a:xfrm>
            <a:off x="468000" y="684000"/>
            <a:ext cx="3251736" cy="4788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8" name="Pladsholder til indhold 7"/>
          <p:cNvSpPr>
            <a:spLocks noGrp="1"/>
          </p:cNvSpPr>
          <p:nvPr>
            <p:ph sz="quarter" idx="21" hasCustomPrompt="1"/>
          </p:nvPr>
        </p:nvSpPr>
        <p:spPr>
          <a:xfrm>
            <a:off x="4079777" y="684000"/>
            <a:ext cx="7620224" cy="4788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/>
            </a:lvl1pPr>
            <a:lvl2pPr>
              <a:lnSpc>
                <a:spcPts val="2400"/>
              </a:lnSpc>
              <a:defRPr sz="2000"/>
            </a:lvl2pPr>
            <a:lvl3pPr>
              <a:lnSpc>
                <a:spcPts val="2400"/>
              </a:lnSpc>
              <a:defRPr sz="2000"/>
            </a:lvl3pPr>
            <a:lvl4pPr>
              <a:lnSpc>
                <a:spcPts val="2400"/>
              </a:lnSpc>
              <a:defRPr sz="2000"/>
            </a:lvl4pPr>
            <a:lvl5pPr>
              <a:lnSpc>
                <a:spcPts val="2400"/>
              </a:lnSpc>
              <a:defRPr sz="2000"/>
            </a:lvl5pPr>
          </a:lstStyle>
          <a:p>
            <a:pPr lvl="0"/>
            <a:r>
              <a:rPr lang="da-DK" noProof="0" dirty="0"/>
              <a:t>Indsæt element</a:t>
            </a:r>
          </a:p>
        </p:txBody>
      </p:sp>
      <p:sp>
        <p:nvSpPr>
          <p:cNvPr id="2" name="Pladsholder til dato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073A802-1AB4-4459-8C81-89F6A01D130D}" type="datetime1">
              <a:rPr lang="da-DK" noProof="0" smtClean="0"/>
              <a:t>28-02-2019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41844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‹#›</a:t>
            </a:fld>
            <a:endParaRPr lang="da-DK" noProof="0" dirty="0"/>
          </a:p>
        </p:txBody>
      </p:sp>
      <p:sp>
        <p:nvSpPr>
          <p:cNvPr id="16" name="Pladsholder til tekst 9"/>
          <p:cNvSpPr>
            <a:spLocks noGrp="1"/>
          </p:cNvSpPr>
          <p:nvPr>
            <p:ph type="body" sz="quarter" idx="19" hasCustomPrompt="1"/>
          </p:nvPr>
        </p:nvSpPr>
        <p:spPr>
          <a:xfrm>
            <a:off x="468000" y="4631364"/>
            <a:ext cx="11232000" cy="567088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a-DK" noProof="0" dirty="0"/>
              <a:t>Billedtekst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12192000" cy="4392000"/>
          </a:xfrm>
        </p:spPr>
        <p:txBody>
          <a:bodyPr/>
          <a:lstStyle>
            <a:lvl1pPr marL="0" indent="0">
              <a:lnSpc>
                <a:spcPts val="2400"/>
              </a:lnSpc>
              <a:buFont typeface="Arial" panose="020B0604020202020204" pitchFamily="34" charset="0"/>
              <a:buNone/>
              <a:defRPr sz="2000"/>
            </a:lvl1pPr>
          </a:lstStyle>
          <a:p>
            <a:r>
              <a:rPr lang="da-DK" noProof="0" dirty="0"/>
              <a:t>Indsæt billede</a:t>
            </a:r>
          </a:p>
        </p:txBody>
      </p:sp>
      <p:sp>
        <p:nvSpPr>
          <p:cNvPr id="2" name="Pladsholder til dato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073A802-1AB4-4459-8C81-89F6A01D130D}" type="datetime1">
              <a:rPr lang="da-DK" noProof="0" smtClean="0"/>
              <a:t>28-02-2019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75187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‹#›</a:t>
            </a:fld>
            <a:endParaRPr lang="da-DK" noProof="0" dirty="0"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756000"/>
            <a:ext cx="11232000" cy="1592880"/>
          </a:xfrm>
        </p:spPr>
        <p:txBody>
          <a:bodyPr/>
          <a:lstStyle>
            <a:lvl1pPr>
              <a:defRPr/>
            </a:lvl1pPr>
          </a:lstStyle>
          <a:p>
            <a:r>
              <a:rPr lang="da-DK" noProof="0" dirty="0"/>
              <a:t>Overskrift</a:t>
            </a:r>
          </a:p>
        </p:txBody>
      </p:sp>
      <p:sp>
        <p:nvSpPr>
          <p:cNvPr id="2" name="Pladsholder til dato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D3ECDF-3189-464E-9A55-76D84C5D0358}" type="datetime1">
              <a:rPr lang="da-DK" noProof="0" smtClean="0"/>
              <a:t>28-02-2019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436889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‹#›</a:t>
            </a:fld>
            <a:endParaRPr lang="da-DK" noProof="0" dirty="0"/>
          </a:p>
        </p:txBody>
      </p:sp>
      <p:sp>
        <p:nvSpPr>
          <p:cNvPr id="2" name="Pladsholder til dato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D3ECDF-3189-464E-9A55-76D84C5D0358}" type="datetime1">
              <a:rPr lang="da-DK" noProof="0" smtClean="0"/>
              <a:t>28-02-2019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601705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/>
          </a:p>
        </p:txBody>
      </p:sp>
      <p:sp>
        <p:nvSpPr>
          <p:cNvPr id="11" name="Pladsholder til tekst 9"/>
          <p:cNvSpPr>
            <a:spLocks noGrp="1"/>
          </p:cNvSpPr>
          <p:nvPr>
            <p:ph type="body" sz="quarter" idx="19" hasCustomPrompt="1"/>
          </p:nvPr>
        </p:nvSpPr>
        <p:spPr>
          <a:xfrm>
            <a:off x="468000" y="682641"/>
            <a:ext cx="7644224" cy="4680000"/>
          </a:xfrm>
        </p:spPr>
        <p:txBody>
          <a:bodyPr/>
          <a:lstStyle>
            <a:lvl1pPr marL="0" indent="0">
              <a:lnSpc>
                <a:spcPts val="3800"/>
              </a:lnSpc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da-DK" noProof="0" dirty="0"/>
              <a:t>Afsnitsoverskrift</a:t>
            </a:r>
          </a:p>
        </p:txBody>
      </p:sp>
      <p:pic>
        <p:nvPicPr>
          <p:cNvPr id="5" name="Billed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012000"/>
            <a:ext cx="234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90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lide Brand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866C69AC-C5A2-4D58-8943-5A9B00FBF7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2322846"/>
            <a:ext cx="11232000" cy="540000"/>
          </a:xfrm>
        </p:spPr>
        <p:txBody>
          <a:bodyPr anchor="b" anchorCtr="0">
            <a:noAutofit/>
          </a:bodyPr>
          <a:lstStyle>
            <a:lvl1pPr algn="ctr">
              <a:lnSpc>
                <a:spcPts val="3800"/>
              </a:lnSpc>
              <a:defRPr sz="3600" cap="none" spc="23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Titel kapitelslide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2965916"/>
            <a:ext cx="11232000" cy="361936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noProof="0" dirty="0"/>
              <a:t>Undertitel kapitelslide</a:t>
            </a:r>
          </a:p>
        </p:txBody>
      </p:sp>
      <p:pic>
        <p:nvPicPr>
          <p:cNvPr id="7" name="Billed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000" y="5760000"/>
            <a:ext cx="1692000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55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lide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2322846"/>
            <a:ext cx="11232000" cy="540000"/>
          </a:xfrm>
        </p:spPr>
        <p:txBody>
          <a:bodyPr anchor="b" anchorCtr="0">
            <a:noAutofit/>
          </a:bodyPr>
          <a:lstStyle>
            <a:lvl1pPr algn="ctr">
              <a:lnSpc>
                <a:spcPts val="3800"/>
              </a:lnSpc>
              <a:defRPr sz="3600" cap="none" spc="23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Titel kapitelslide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2965916"/>
            <a:ext cx="11232000" cy="361936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noProof="0" dirty="0"/>
              <a:t>Undertitel kapitelslide</a:t>
            </a:r>
          </a:p>
        </p:txBody>
      </p:sp>
      <p:pic>
        <p:nvPicPr>
          <p:cNvPr id="8" name="Billed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000" y="5760000"/>
            <a:ext cx="1692000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5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2322846"/>
            <a:ext cx="11232000" cy="540000"/>
          </a:xfrm>
        </p:spPr>
        <p:txBody>
          <a:bodyPr anchor="b" anchorCtr="0">
            <a:noAutofit/>
          </a:bodyPr>
          <a:lstStyle>
            <a:lvl1pPr algn="ctr">
              <a:lnSpc>
                <a:spcPts val="3800"/>
              </a:lnSpc>
              <a:defRPr sz="3600" cap="none" spc="23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Titel kapitelslide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2965916"/>
            <a:ext cx="11232000" cy="361936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noProof="0" dirty="0"/>
              <a:t>Undertitel kapitelslide</a:t>
            </a:r>
          </a:p>
        </p:txBody>
      </p:sp>
      <p:pic>
        <p:nvPicPr>
          <p:cNvPr id="8" name="Billed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000" y="5760000"/>
            <a:ext cx="1692000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01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lid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2322846"/>
            <a:ext cx="11232000" cy="540000"/>
          </a:xfrm>
        </p:spPr>
        <p:txBody>
          <a:bodyPr anchor="b" anchorCtr="0">
            <a:noAutofit/>
          </a:bodyPr>
          <a:lstStyle>
            <a:lvl1pPr algn="ctr">
              <a:lnSpc>
                <a:spcPts val="3800"/>
              </a:lnSpc>
              <a:defRPr sz="3600" cap="none" spc="23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Titel kapitelslide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2965916"/>
            <a:ext cx="11232000" cy="361936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noProof="0" dirty="0"/>
              <a:t>Undertitel kapitelslide</a:t>
            </a:r>
          </a:p>
        </p:txBody>
      </p:sp>
      <p:pic>
        <p:nvPicPr>
          <p:cNvPr id="8" name="Billed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000" y="5760000"/>
            <a:ext cx="1692000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851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tnings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2322846"/>
            <a:ext cx="11232000" cy="540000"/>
          </a:xfrm>
        </p:spPr>
        <p:txBody>
          <a:bodyPr anchor="b" anchorCtr="0">
            <a:noAutofit/>
          </a:bodyPr>
          <a:lstStyle>
            <a:lvl1pPr algn="ctr">
              <a:lnSpc>
                <a:spcPts val="3800"/>
              </a:lnSpc>
              <a:defRPr sz="3600" cap="none" spc="23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Titel afslutningsslide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2965916"/>
            <a:ext cx="11232000" cy="361936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noProof="0" dirty="0"/>
              <a:t>Undertitel afslutningsslide</a:t>
            </a:r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000" y="5760000"/>
            <a:ext cx="1692000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0026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/>
          <p:cNvSpPr/>
          <p:nvPr/>
        </p:nvSpPr>
        <p:spPr>
          <a:xfrm>
            <a:off x="0" y="3424592"/>
            <a:ext cx="12192000" cy="3433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da-DK" sz="2400">
              <a:solidFill>
                <a:prstClr val="white"/>
              </a:solidFill>
            </a:endParaRP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224499" y="6309648"/>
            <a:ext cx="6789108" cy="365125"/>
          </a:xfrm>
        </p:spPr>
        <p:txBody>
          <a:bodyPr/>
          <a:lstStyle/>
          <a:p>
            <a:pPr>
              <a:defRPr/>
            </a:pPr>
            <a:r>
              <a:rPr lang="nn-NO">
                <a:solidFill>
                  <a:prstClr val="black">
                    <a:tint val="75000"/>
                  </a:prstClr>
                </a:solidFill>
              </a:rPr>
              <a:t>Litt Satzinger kap 5 og Larman kap. 9</a:t>
            </a:r>
            <a:endParaRPr lang="da-DK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11000968" y="6309648"/>
            <a:ext cx="813059" cy="365125"/>
          </a:xfrm>
        </p:spPr>
        <p:txBody>
          <a:bodyPr/>
          <a:lstStyle/>
          <a:p>
            <a:pPr>
              <a:defRPr/>
            </a:pPr>
            <a:fld id="{C7EC6367-15C8-492F-920E-10D99FD982F3}" type="slidenum">
              <a:rPr lang="da-DK" smtClean="0"/>
              <a:pPr>
                <a:defRPr/>
              </a:pPr>
              <a:t>‹#›</a:t>
            </a:fld>
            <a:endParaRPr lang="da-DK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914401" y="3574143"/>
            <a:ext cx="2849639" cy="1752600"/>
          </a:xfrm>
        </p:spPr>
        <p:txBody>
          <a:bodyPr anchor="t">
            <a:normAutofit/>
          </a:bodyPr>
          <a:lstStyle>
            <a:lvl1pPr marL="0" indent="0" algn="l">
              <a:lnSpc>
                <a:spcPct val="90000"/>
              </a:lnSpc>
              <a:buNone/>
              <a:defRPr sz="1600">
                <a:solidFill>
                  <a:srgbClr val="776F6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da-DK" dirty="0"/>
          </a:p>
        </p:txBody>
      </p:sp>
      <p:pic>
        <p:nvPicPr>
          <p:cNvPr id="14" name="Billede 13" descr="UCN_Logo_forside.ai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51" y="6131772"/>
            <a:ext cx="2048933" cy="431800"/>
          </a:xfrm>
          <a:prstGeom prst="rect">
            <a:avLst/>
          </a:prstGeom>
        </p:spPr>
      </p:pic>
      <p:pic>
        <p:nvPicPr>
          <p:cNvPr id="7" name="Billed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547" y="2193909"/>
            <a:ext cx="14743333" cy="6478904"/>
          </a:xfrm>
          <a:prstGeom prst="rect">
            <a:avLst/>
          </a:prstGeom>
        </p:spPr>
      </p:pic>
      <p:pic>
        <p:nvPicPr>
          <p:cNvPr id="13" name="Billede 12" descr="Bjælke uden grafik_forside.a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83043" y="1741737"/>
            <a:ext cx="10363200" cy="1470025"/>
          </a:xfrm>
        </p:spPr>
        <p:txBody>
          <a:bodyPr anchor="b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da-DK" dirty="0"/>
          </a:p>
        </p:txBody>
      </p:sp>
      <p:pic>
        <p:nvPicPr>
          <p:cNvPr id="12" name="Billede 11" descr="UCN_Payoff_DK_neg.ai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4642" y="405128"/>
            <a:ext cx="1896533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8976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n-NO">
                <a:solidFill>
                  <a:prstClr val="black">
                    <a:tint val="75000"/>
                  </a:prstClr>
                </a:solidFill>
              </a:rPr>
              <a:t>Litt Satzinger kap 5 og Larman kap. 9</a:t>
            </a:r>
            <a:endParaRPr lang="da-DK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62D848-7540-4678-A653-EC9A6788BFFF}" type="slidenum">
              <a:rPr lang="da-DK" smtClean="0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92668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68000" y="756000"/>
            <a:ext cx="11232000" cy="46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 noProof="0" dirty="0"/>
              <a:t>Overskrift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68000" y="1548000"/>
            <a:ext cx="11232000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a-DK" noProof="0" dirty="0"/>
              <a:t>Tekst</a:t>
            </a:r>
          </a:p>
          <a:p>
            <a:pPr lvl="1"/>
            <a:r>
              <a:rPr lang="da-DK" noProof="0" dirty="0"/>
              <a:t>Tekst</a:t>
            </a:r>
          </a:p>
          <a:p>
            <a:pPr lvl="2"/>
            <a:r>
              <a:rPr lang="da-DK" noProof="0" dirty="0"/>
              <a:t>Tekst</a:t>
            </a:r>
          </a:p>
          <a:p>
            <a:pPr lvl="3"/>
            <a:r>
              <a:rPr lang="da-DK" noProof="0" dirty="0"/>
              <a:t>Tekst</a:t>
            </a:r>
          </a:p>
          <a:p>
            <a:pPr lvl="4"/>
            <a:r>
              <a:rPr lang="da-DK" noProof="0" dirty="0"/>
              <a:t>Tekst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2"/>
          </p:nvPr>
        </p:nvSpPr>
        <p:spPr>
          <a:xfrm>
            <a:off x="9526087" y="6228000"/>
            <a:ext cx="18240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2"/>
                </a:solidFill>
              </a:defRPr>
            </a:lvl1pPr>
          </a:lstStyle>
          <a:p>
            <a:fld id="{2073A802-1AB4-4459-8C81-89F6A01D130D}" type="datetime1">
              <a:rPr lang="da-DK" noProof="0" smtClean="0"/>
              <a:t>28-02-2019</a:t>
            </a:fld>
            <a:endParaRPr lang="da-DK" noProof="0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4"/>
          </p:nvPr>
        </p:nvSpPr>
        <p:spPr>
          <a:xfrm>
            <a:off x="11424592" y="6228000"/>
            <a:ext cx="275408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2"/>
                </a:solidFill>
              </a:defRPr>
            </a:lvl1pPr>
          </a:lstStyle>
          <a:p>
            <a:fld id="{20EB7ABC-56F9-4FEF-9CF0-E2D14234E329}" type="slidenum">
              <a:rPr lang="da-DK" noProof="0" smtClean="0"/>
              <a:pPr/>
              <a:t>‹#›</a:t>
            </a:fld>
            <a:endParaRPr lang="da-DK" noProof="0" dirty="0"/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11470634" y="6301633"/>
            <a:ext cx="0" cy="9000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Billede 7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012000"/>
            <a:ext cx="234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15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697" r:id="rId2"/>
    <p:sldLayoutId id="2147483717" r:id="rId3"/>
    <p:sldLayoutId id="2147483716" r:id="rId4"/>
    <p:sldLayoutId id="2147483699" r:id="rId5"/>
    <p:sldLayoutId id="2147483701" r:id="rId6"/>
    <p:sldLayoutId id="2147483703" r:id="rId7"/>
    <p:sldLayoutId id="2147483700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8" r:id="rId19"/>
    <p:sldLayoutId id="2147483719" r:id="rId20"/>
  </p:sldLayoutIdLst>
  <p:hf hdr="0" ftr="0"/>
  <p:txStyles>
    <p:titleStyle>
      <a:lvl1pPr algn="l" defTabSz="914378" rtl="0" eaLnBrk="1" latinLnBrk="0" hangingPunct="1">
        <a:lnSpc>
          <a:spcPts val="3800"/>
        </a:lnSpc>
        <a:spcBef>
          <a:spcPct val="0"/>
        </a:spcBef>
        <a:buNone/>
        <a:defRPr sz="3600" b="1" kern="1200" cap="none" spc="23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378" rtl="0" eaLnBrk="1" latinLnBrk="0" hangingPunct="1">
        <a:lnSpc>
          <a:spcPts val="3000"/>
        </a:lnSpc>
        <a:spcBef>
          <a:spcPts val="0"/>
        </a:spcBef>
        <a:buClrTx/>
        <a:buSzPct val="100000"/>
        <a:buFont typeface="Arial" panose="020B0604020202020204" pitchFamily="34" charset="0"/>
        <a:buChar char="•"/>
        <a:tabLst>
          <a:tab pos="358775" algn="l"/>
        </a:tabLst>
        <a:defRPr sz="2400" kern="1200">
          <a:solidFill>
            <a:srgbClr val="004250"/>
          </a:solidFill>
          <a:latin typeface="+mn-lt"/>
          <a:ea typeface="+mn-ea"/>
          <a:cs typeface="+mn-cs"/>
        </a:defRPr>
      </a:lvl1pPr>
      <a:lvl2pPr marL="566738" indent="-261938" algn="l" defTabSz="914378" rtl="0" eaLnBrk="1" latinLnBrk="0" hangingPunct="1">
        <a:lnSpc>
          <a:spcPct val="100000"/>
        </a:lnSpc>
        <a:spcBef>
          <a:spcPts val="0"/>
        </a:spcBef>
        <a:buClr>
          <a:srgbClr val="40717C"/>
        </a:buClr>
        <a:buSzPct val="100000"/>
        <a:buFont typeface="Arial" panose="020B0604020202020204" pitchFamily="34" charset="0"/>
        <a:buChar char="•"/>
        <a:defRPr sz="2000" kern="1200">
          <a:solidFill>
            <a:srgbClr val="40717C"/>
          </a:solidFill>
          <a:latin typeface="+mn-lt"/>
          <a:ea typeface="+mn-ea"/>
          <a:cs typeface="+mn-cs"/>
        </a:defRPr>
      </a:lvl2pPr>
      <a:lvl3pPr marL="827088" indent="-260350" algn="l" defTabSz="914378" rtl="0" eaLnBrk="1" latinLnBrk="0" hangingPunct="1">
        <a:lnSpc>
          <a:spcPct val="100000"/>
        </a:lnSpc>
        <a:spcBef>
          <a:spcPts val="0"/>
        </a:spcBef>
        <a:buClrTx/>
        <a:buSzPct val="100000"/>
        <a:buFont typeface="Arial" panose="020B0604020202020204" pitchFamily="34" charset="0"/>
        <a:buChar char="•"/>
        <a:defRPr sz="1800" kern="1200">
          <a:solidFill>
            <a:srgbClr val="7FA0A7"/>
          </a:solidFill>
          <a:latin typeface="+mn-lt"/>
          <a:ea typeface="+mn-ea"/>
          <a:cs typeface="+mn-cs"/>
        </a:defRPr>
      </a:lvl3pPr>
      <a:lvl4pPr marL="1055688" indent="-228600" algn="l" defTabSz="914378" rtl="0" eaLnBrk="1" latinLnBrk="0" hangingPunct="1">
        <a:lnSpc>
          <a:spcPct val="100000"/>
        </a:lnSpc>
        <a:spcBef>
          <a:spcPts val="0"/>
        </a:spcBef>
        <a:buClrTx/>
        <a:buSzPct val="100000"/>
        <a:buFont typeface="Arial" panose="020B0604020202020204" pitchFamily="34" charset="0"/>
        <a:buChar char="•"/>
        <a:defRPr sz="1600" kern="1200">
          <a:solidFill>
            <a:srgbClr val="7FA0A7"/>
          </a:solidFill>
          <a:latin typeface="+mn-lt"/>
          <a:ea typeface="+mn-ea"/>
          <a:cs typeface="+mn-cs"/>
        </a:defRPr>
      </a:lvl4pPr>
      <a:lvl5pPr marL="1262063" indent="-195263" algn="l" defTabSz="914378" rtl="0" eaLnBrk="1" latinLnBrk="0" hangingPunct="1">
        <a:lnSpc>
          <a:spcPct val="100000"/>
        </a:lnSpc>
        <a:spcBef>
          <a:spcPts val="0"/>
        </a:spcBef>
        <a:buClrTx/>
        <a:buSzPct val="100000"/>
        <a:buFont typeface="Arial" panose="020B0604020202020204" pitchFamily="34" charset="0"/>
        <a:buChar char="•"/>
        <a:defRPr sz="1400" kern="1200">
          <a:solidFill>
            <a:srgbClr val="7FA0A7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a-DK"/>
              <a:t>System vision</a:t>
            </a:r>
            <a:endParaRPr lang="da-DK" dirty="0"/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da-DK" sz="2800" dirty="0"/>
              <a:t>Opsamling og konklusion på systemanalysen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51CC17-F702-4F2F-BB24-630A5D117B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074" name="Pladsholder til diasnummer 5"/>
          <p:cNvSpPr>
            <a:spLocks noGrp="1"/>
          </p:cNvSpPr>
          <p:nvPr>
            <p:ph type="sldNum" sz="quarter" idx="4294967295"/>
          </p:nvPr>
        </p:nvSpPr>
        <p:spPr>
          <a:xfrm>
            <a:off x="11379200" y="6310313"/>
            <a:ext cx="812800" cy="365125"/>
          </a:xfrm>
          <a:noFill/>
        </p:spPr>
        <p:txBody>
          <a:bodyPr/>
          <a:lstStyle/>
          <a:p>
            <a:pPr>
              <a:defRPr/>
            </a:pPr>
            <a:fld id="{3671640B-AD89-4A7F-B585-98414F813794}" type="slidenum">
              <a:rPr lang="da-DK"/>
              <a:pPr>
                <a:defRPr/>
              </a:pPr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44278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Systemvalg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da-DK" sz="2800" dirty="0"/>
              <a:t>Det overordnede formål med systemvalget er at afgrænse og definere det kommende IT system</a:t>
            </a:r>
          </a:p>
          <a:p>
            <a:pPr eaLnBrk="1" hangingPunct="1">
              <a:lnSpc>
                <a:spcPct val="100000"/>
              </a:lnSpc>
            </a:pPr>
            <a:r>
              <a:rPr lang="da-DK" sz="2800" dirty="0"/>
              <a:t>Brugernes situation og behovet for IT klarlægges gennem dataindsamling og analyse (jf. lektion 1)</a:t>
            </a:r>
          </a:p>
          <a:p>
            <a:pPr eaLnBrk="1" hangingPunct="1">
              <a:lnSpc>
                <a:spcPct val="100000"/>
              </a:lnSpc>
            </a:pPr>
            <a:r>
              <a:rPr lang="da-DK" sz="2800" dirty="0"/>
              <a:t>Resultatet heraf – systemvalget - opsummeres i en systemvision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FA5F9C-A7D5-411A-A0EC-647CA9ED4E04}" type="slidenum">
              <a:rPr lang="da-DK" smtClean="0"/>
              <a:pPr>
                <a:defRPr/>
              </a:pPr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34822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Systemvision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a-DK" sz="2800" dirty="0"/>
              <a:t>Opsummerer den overordnede ide og formål med det kommende system</a:t>
            </a:r>
          </a:p>
          <a:p>
            <a:r>
              <a:rPr lang="da-DK" sz="2800" dirty="0"/>
              <a:t>Indeholder typisk noget  om:</a:t>
            </a:r>
          </a:p>
          <a:p>
            <a:pPr lvl="1"/>
            <a:r>
              <a:rPr lang="da-DK" sz="2400" dirty="0"/>
              <a:t>Formål og afgrænsning</a:t>
            </a:r>
          </a:p>
          <a:p>
            <a:pPr lvl="1"/>
            <a:r>
              <a:rPr lang="da-DK" sz="2400" dirty="0"/>
              <a:t>Problem statement</a:t>
            </a:r>
          </a:p>
          <a:p>
            <a:pPr lvl="1"/>
            <a:r>
              <a:rPr lang="da-DK" sz="2400" dirty="0"/>
              <a:t>Interessenter og brugere</a:t>
            </a:r>
          </a:p>
          <a:p>
            <a:pPr lvl="1"/>
            <a:r>
              <a:rPr lang="da-DK" sz="2400" dirty="0"/>
              <a:t>Teknologi</a:t>
            </a:r>
          </a:p>
          <a:p>
            <a:pPr lvl="1"/>
            <a:r>
              <a:rPr lang="da-DK" sz="2400" dirty="0"/>
              <a:t>Features</a:t>
            </a:r>
          </a:p>
          <a:p>
            <a:pPr lvl="1"/>
            <a:r>
              <a:rPr lang="da-DK" sz="2400" dirty="0" err="1"/>
              <a:t>Mock</a:t>
            </a:r>
            <a:r>
              <a:rPr lang="da-DK" sz="2400" dirty="0"/>
              <a:t> </a:t>
            </a:r>
            <a:r>
              <a:rPr lang="da-DK" sz="2400" dirty="0" err="1"/>
              <a:t>Up’s</a:t>
            </a:r>
            <a:r>
              <a:rPr lang="da-DK" sz="2400" dirty="0"/>
              <a:t> (kan vedlægges)</a:t>
            </a:r>
          </a:p>
          <a:p>
            <a:r>
              <a:rPr lang="da-DK" sz="2800" dirty="0"/>
              <a:t>Kaldes også for en systemdefinition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FA5F9C-A7D5-411A-A0EC-647CA9ED4E04}" type="slidenum">
              <a:rPr lang="da-DK" smtClean="0"/>
              <a:pPr>
                <a:defRPr/>
              </a:pPr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8310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519" y="378000"/>
            <a:ext cx="11232000" cy="746744"/>
          </a:xfrm>
        </p:spPr>
        <p:txBody>
          <a:bodyPr>
            <a:normAutofit/>
          </a:bodyPr>
          <a:lstStyle/>
          <a:p>
            <a:r>
              <a:rPr lang="da-DK" dirty="0"/>
              <a:t>Eksempel: Systemvision, ordresystemet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95400" y="1340768"/>
            <a:ext cx="11004599" cy="50069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a-DK" sz="2800" dirty="0"/>
              <a:t>Formål og afgrænsning</a:t>
            </a:r>
          </a:p>
          <a:p>
            <a:pPr lvl="1"/>
            <a:r>
              <a:rPr lang="da-DK" sz="2400" dirty="0"/>
              <a:t>Formålet med denne systemvision er at beskrive de overordnede krav til et ordrestyringssystem til virksomheden.  Systemet skal understøtte aktiviteterne i ordrestyringsprocessen fra ordren afgives til varerne leveres hos kunden, dvs. registrering, pakning,  levering og betaling (henvis evt. til  UML diagram)</a:t>
            </a:r>
            <a:r>
              <a:rPr lang="da-DK" sz="2400" dirty="0">
                <a:latin typeface="Times" pitchFamily="18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da-DK" sz="2800" dirty="0"/>
              <a:t>Problem statement (hvorfor skal vi lave systemet)</a:t>
            </a:r>
          </a:p>
          <a:p>
            <a:pPr lvl="1"/>
            <a:r>
              <a:rPr lang="da-DK" sz="2400" dirty="0">
                <a:latin typeface="Calibri" panose="020F0502020204030204" pitchFamily="34" charset="0"/>
              </a:rPr>
              <a:t>Den manuelle håndtering af ordre der er i dag er langsommelig og årsag til mange fejl i servicering af kunderne med risiko for utilfredshed og at kunder mistes.  Det er også årsag til et dårligt image.</a:t>
            </a:r>
          </a:p>
          <a:p>
            <a:pPr>
              <a:lnSpc>
                <a:spcPct val="100000"/>
              </a:lnSpc>
            </a:pPr>
            <a:r>
              <a:rPr lang="da-DK" sz="2800" dirty="0"/>
              <a:t>Derfor ønskes et nyt integreret ordrestyringssystem</a:t>
            </a:r>
          </a:p>
          <a:p>
            <a:pPr lvl="1"/>
            <a:endParaRPr lang="da-DK" dirty="0">
              <a:latin typeface="Times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FA5F9C-A7D5-411A-A0EC-647CA9ED4E04}" type="slidenum">
              <a:rPr lang="da-DK" smtClean="0"/>
              <a:pPr>
                <a:defRPr/>
              </a:pPr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498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0" y="293956"/>
            <a:ext cx="11028600" cy="717256"/>
          </a:xfrm>
        </p:spPr>
        <p:txBody>
          <a:bodyPr>
            <a:normAutofit/>
          </a:bodyPr>
          <a:lstStyle/>
          <a:p>
            <a:r>
              <a:rPr lang="da-DK" dirty="0"/>
              <a:t>Eksempel: Systemvision, ordresystemet fortsat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a-DK" sz="2800" dirty="0"/>
              <a:t>Interessenter og brugere</a:t>
            </a:r>
          </a:p>
          <a:p>
            <a:pPr lvl="1"/>
            <a:r>
              <a:rPr lang="da-DK" sz="2400" dirty="0"/>
              <a:t>Interessenter er ledelsen,  IT ansvarlige og brugere </a:t>
            </a:r>
          </a:p>
          <a:p>
            <a:pPr lvl="1"/>
            <a:r>
              <a:rPr lang="da-DK" sz="2400" dirty="0"/>
              <a:t>Brugerne er ekspedienter,</a:t>
            </a:r>
            <a:r>
              <a:rPr lang="da-DK" sz="2400" b="1" dirty="0"/>
              <a:t> </a:t>
            </a:r>
            <a:r>
              <a:rPr lang="da-DK" sz="2400" dirty="0"/>
              <a:t>lagermedarbejdere, distributører og bogholdere med varierende it kompetence. Derfor skal systemet  udvikles i tæt samarbejde med brugerne.</a:t>
            </a:r>
          </a:p>
          <a:p>
            <a:pPr>
              <a:lnSpc>
                <a:spcPct val="100000"/>
              </a:lnSpc>
            </a:pPr>
            <a:r>
              <a:rPr lang="da-DK" sz="2800" dirty="0"/>
              <a:t>Teknologi</a:t>
            </a:r>
          </a:p>
          <a:p>
            <a:pPr lvl="1"/>
            <a:r>
              <a:rPr lang="da-DK" sz="2400" dirty="0"/>
              <a:t>Pc'er med  forbindelse til en central server. På sigt internetadgang til specielle funktioner</a:t>
            </a:r>
          </a:p>
          <a:p>
            <a:endParaRPr lang="da-DK" dirty="0"/>
          </a:p>
          <a:p>
            <a:endParaRPr lang="da-DK" sz="2200" dirty="0">
              <a:latin typeface="Times" pitchFamily="18" charset="0"/>
            </a:endParaRPr>
          </a:p>
          <a:p>
            <a:pPr lvl="1"/>
            <a:endParaRPr lang="da-DK" dirty="0">
              <a:latin typeface="Times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FA5F9C-A7D5-411A-A0EC-647CA9ED4E04}" type="slidenum">
              <a:rPr lang="da-DK" smtClean="0"/>
              <a:pPr>
                <a:defRPr/>
              </a:pPr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38692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432" y="293956"/>
            <a:ext cx="9505056" cy="717256"/>
          </a:xfrm>
        </p:spPr>
        <p:txBody>
          <a:bodyPr>
            <a:normAutofit fontScale="90000"/>
          </a:bodyPr>
          <a:lstStyle/>
          <a:p>
            <a:r>
              <a:rPr lang="da-DK" dirty="0"/>
              <a:t>Eksempel: Systemvision, ordresystemet fortsat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a-DK" sz="2800" dirty="0"/>
              <a:t>Features</a:t>
            </a:r>
          </a:p>
          <a:p>
            <a:pPr lvl="1"/>
            <a:r>
              <a:rPr lang="da-DK" sz="2400" dirty="0"/>
              <a:t>Her er en liste over de krav der er kritisk for at kunne understøtte kundens behov:</a:t>
            </a:r>
          </a:p>
          <a:p>
            <a:pPr lvl="2"/>
            <a:r>
              <a:rPr lang="da-DK" sz="2000" dirty="0"/>
              <a:t> Systemet skal kunne registre en ordre og udskrive ordreseddel samt faktura</a:t>
            </a:r>
          </a:p>
          <a:p>
            <a:pPr lvl="2"/>
            <a:r>
              <a:rPr lang="da-DK" sz="2000" dirty="0"/>
              <a:t>Systemet skal kunne vise en oversigt over ordre der skal leveres</a:t>
            </a:r>
          </a:p>
          <a:p>
            <a:pPr lvl="2"/>
            <a:r>
              <a:rPr lang="da-DK" sz="2000" dirty="0"/>
              <a:t>Systemet skal kunne registrere at en ordre er pakket og sendt</a:t>
            </a:r>
          </a:p>
          <a:p>
            <a:pPr lvl="2"/>
            <a:r>
              <a:rPr lang="da-DK" sz="2000" dirty="0"/>
              <a:t>Systemet skal kunne registrere at en ordre er leveret</a:t>
            </a:r>
          </a:p>
          <a:p>
            <a:pPr lvl="2"/>
            <a:r>
              <a:rPr lang="da-DK" sz="2000" dirty="0"/>
              <a:t>Systemet skal kunne overvåge betaling</a:t>
            </a:r>
          </a:p>
          <a:p>
            <a:pPr lvl="2"/>
            <a:r>
              <a:rPr lang="da-DK" sz="2000" dirty="0"/>
              <a:t>Systemet skal være brugervenligt</a:t>
            </a:r>
          </a:p>
          <a:p>
            <a:pPr lvl="2"/>
            <a:r>
              <a:rPr lang="da-DK" sz="2000" dirty="0"/>
              <a:t>Systemet skal være sikkert</a:t>
            </a:r>
          </a:p>
          <a:p>
            <a:pPr lvl="2"/>
            <a:r>
              <a:rPr lang="da-DK" sz="2000" dirty="0"/>
              <a:t>Systemet skal være pålideligt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FA5F9C-A7D5-411A-A0EC-647CA9ED4E04}" type="slidenum">
              <a:rPr lang="da-DK" smtClean="0"/>
              <a:pPr>
                <a:defRPr/>
              </a:pPr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57751853"/>
      </p:ext>
    </p:extLst>
  </p:cSld>
  <p:clrMapOvr>
    <a:masterClrMapping/>
  </p:clrMapOvr>
</p:sld>
</file>

<file path=ppt/theme/theme1.xml><?xml version="1.0" encoding="utf-8"?>
<a:theme xmlns:a="http://schemas.openxmlformats.org/drawingml/2006/main" name="UCN">
  <a:themeElements>
    <a:clrScheme name="UCN">
      <a:dk1>
        <a:sysClr val="windowText" lastClr="000000"/>
      </a:dk1>
      <a:lt1>
        <a:sysClr val="window" lastClr="FFFFFF"/>
      </a:lt1>
      <a:dk2>
        <a:srgbClr val="FFCB4F"/>
      </a:dk2>
      <a:lt2>
        <a:srgbClr val="004250"/>
      </a:lt2>
      <a:accent1>
        <a:srgbClr val="004250"/>
      </a:accent1>
      <a:accent2>
        <a:srgbClr val="000000"/>
      </a:accent2>
      <a:accent3>
        <a:srgbClr val="668E96"/>
      </a:accent3>
      <a:accent4>
        <a:srgbClr val="BED6DB"/>
      </a:accent4>
      <a:accent5>
        <a:srgbClr val="F7403A"/>
      </a:accent5>
      <a:accent6>
        <a:srgbClr val="0046AD"/>
      </a:accent6>
      <a:hlink>
        <a:srgbClr val="668E96"/>
      </a:hlink>
      <a:folHlink>
        <a:srgbClr val="0046AD"/>
      </a:folHlink>
    </a:clrScheme>
    <a:fontScheme name="UC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æsentation1" id="{24A50BCA-D442-49EC-BC1C-83BD1E8E7756}" vid="{FDDE1643-259C-4EA0-A361-7AE2A0EA9BF7}"/>
    </a:ext>
  </a:extLst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B1A4479D747DE4D961274D79D7B3DEE" ma:contentTypeVersion="4" ma:contentTypeDescription="Opret et nyt dokument." ma:contentTypeScope="" ma:versionID="8e9cd6c881f808119d82602e3147fb41">
  <xsd:schema xmlns:xsd="http://www.w3.org/2001/XMLSchema" xmlns:xs="http://www.w3.org/2001/XMLSchema" xmlns:p="http://schemas.microsoft.com/office/2006/metadata/properties" xmlns:ns2="813b504d-a089-4ad5-ad7e-f7dfadc2fad4" xmlns:ns3="952c265f-3c4f-40f3-867d-51742fe5d9cb" targetNamespace="http://schemas.microsoft.com/office/2006/metadata/properties" ma:root="true" ma:fieldsID="afba632142a091439d86cac0998ed4b0" ns2:_="" ns3:_="">
    <xsd:import namespace="813b504d-a089-4ad5-ad7e-f7dfadc2fad4"/>
    <xsd:import namespace="952c265f-3c4f-40f3-867d-51742fe5d9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3b504d-a089-4ad5-ad7e-f7dfadc2fad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c265f-3c4f-40f3-867d-51742fe5d9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BACF35-BAD6-44F2-9FF8-AE4031DF5121}"/>
</file>

<file path=customXml/itemProps2.xml><?xml version="1.0" encoding="utf-8"?>
<ds:datastoreItem xmlns:ds="http://schemas.openxmlformats.org/officeDocument/2006/customXml" ds:itemID="{5F2FF393-8AC8-410E-97A2-8B67EF914A36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purl.org/dc/terms/"/>
    <ds:schemaRef ds:uri="c3577333-1af7-44b8-8d08-4195cc31be4c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8591881-8D1A-4207-A66B-5AA595788B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UCN -skabelon</Template>
  <TotalTime>9</TotalTime>
  <Words>340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</vt:lpstr>
      <vt:lpstr>UCN</vt:lpstr>
      <vt:lpstr>System vision</vt:lpstr>
      <vt:lpstr>Systemvalg</vt:lpstr>
      <vt:lpstr>Systemvision</vt:lpstr>
      <vt:lpstr>Eksempel: Systemvision, ordresystemet</vt:lpstr>
      <vt:lpstr>Eksempel: Systemvision, ordresystemet fortsat</vt:lpstr>
      <vt:lpstr>Eksempel: Systemvision, ordresystemet fortsat</vt:lpstr>
    </vt:vector>
  </TitlesOfParts>
  <Company>Word Specialisten v/Helle M. Nielsen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vision</dc:title>
  <dc:creator>Mogens Holm Iversen</dc:creator>
  <cp:lastModifiedBy>Mogens Holm Iversen</cp:lastModifiedBy>
  <cp:revision>3</cp:revision>
  <dcterms:created xsi:type="dcterms:W3CDTF">2018-10-01T08:42:43Z</dcterms:created>
  <dcterms:modified xsi:type="dcterms:W3CDTF">2019-02-28T09:34:29Z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0x010100AB1A4479D747DE4D961274D79D7B3DEE</vt:lpwstr>
  </property>
</Properties>
</file>